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327349-768F-4280-B725-345EC8EE07CA}" v="14" dt="2021-12-20T20:52:32.594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B3327349-768F-4280-B725-345EC8EE07CA}"/>
    <pc:docChg chg="undo custSel addSld modSld">
      <pc:chgData name="Phipps, Michael" userId="22b19e64-ae93-4d74-aed7-bbb364ca0772" providerId="ADAL" clId="{B3327349-768F-4280-B725-345EC8EE07CA}" dt="2021-12-20T20:52:45.661" v="5776" actId="20577"/>
      <pc:docMkLst>
        <pc:docMk/>
      </pc:docMkLst>
      <pc:sldChg chg="addSp modSp mod">
        <pc:chgData name="Phipps, Michael" userId="22b19e64-ae93-4d74-aed7-bbb364ca0772" providerId="ADAL" clId="{B3327349-768F-4280-B725-345EC8EE07CA}" dt="2021-12-20T19:05:35.490" v="39" actId="20577"/>
        <pc:sldMkLst>
          <pc:docMk/>
          <pc:sldMk cId="3698063260" sldId="256"/>
        </pc:sldMkLst>
        <pc:spChg chg="mod">
          <ac:chgData name="Phipps, Michael" userId="22b19e64-ae93-4d74-aed7-bbb364ca0772" providerId="ADAL" clId="{B3327349-768F-4280-B725-345EC8EE07CA}" dt="2021-12-20T19:05:22.032" v="6" actId="20577"/>
          <ac:spMkLst>
            <pc:docMk/>
            <pc:sldMk cId="3698063260" sldId="256"/>
            <ac:spMk id="2" creationId="{B6F2B7E4-C358-4845-B5CB-07F30CF44831}"/>
          </ac:spMkLst>
        </pc:spChg>
        <pc:spChg chg="mod">
          <ac:chgData name="Phipps, Michael" userId="22b19e64-ae93-4d74-aed7-bbb364ca0772" providerId="ADAL" clId="{B3327349-768F-4280-B725-345EC8EE07CA}" dt="2021-12-20T19:05:35.490" v="39" actId="20577"/>
          <ac:spMkLst>
            <pc:docMk/>
            <pc:sldMk cId="3698063260" sldId="256"/>
            <ac:spMk id="3" creationId="{D7AF002C-B772-47FD-8A11-F52CD8426F6E}"/>
          </ac:spMkLst>
        </pc:spChg>
        <pc:picChg chg="add mod">
          <ac:chgData name="Phipps, Michael" userId="22b19e64-ae93-4d74-aed7-bbb364ca0772" providerId="ADAL" clId="{B3327349-768F-4280-B725-345EC8EE07CA}" dt="2021-12-20T19:05:20.184" v="3" actId="1076"/>
          <ac:picMkLst>
            <pc:docMk/>
            <pc:sldMk cId="3698063260" sldId="256"/>
            <ac:picMk id="5" creationId="{B9D00C7D-A797-4628-B281-A8E0825433D0}"/>
          </ac:picMkLst>
        </pc:picChg>
      </pc:sldChg>
      <pc:sldChg chg="addSp modSp new mod">
        <pc:chgData name="Phipps, Michael" userId="22b19e64-ae93-4d74-aed7-bbb364ca0772" providerId="ADAL" clId="{B3327349-768F-4280-B725-345EC8EE07CA}" dt="2021-12-20T19:23:28.747" v="395" actId="1076"/>
        <pc:sldMkLst>
          <pc:docMk/>
          <pc:sldMk cId="25666450" sldId="257"/>
        </pc:sldMkLst>
        <pc:spChg chg="mod">
          <ac:chgData name="Phipps, Michael" userId="22b19e64-ae93-4d74-aed7-bbb364ca0772" providerId="ADAL" clId="{B3327349-768F-4280-B725-345EC8EE07CA}" dt="2021-12-20T19:23:28.747" v="395" actId="1076"/>
          <ac:spMkLst>
            <pc:docMk/>
            <pc:sldMk cId="25666450" sldId="257"/>
            <ac:spMk id="2" creationId="{EEAB1C27-260F-45C6-AE37-091CFCAEC49B}"/>
          </ac:spMkLst>
        </pc:spChg>
        <pc:spChg chg="mod ord">
          <ac:chgData name="Phipps, Michael" userId="22b19e64-ae93-4d74-aed7-bbb364ca0772" providerId="ADAL" clId="{B3327349-768F-4280-B725-345EC8EE07CA}" dt="2021-12-20T19:22:53.478" v="389" actId="1076"/>
          <ac:spMkLst>
            <pc:docMk/>
            <pc:sldMk cId="25666450" sldId="257"/>
            <ac:spMk id="3" creationId="{56BA530D-CF6F-4EF0-AEA9-D7337230C6A0}"/>
          </ac:spMkLst>
        </pc:spChg>
        <pc:picChg chg="add mod ord">
          <ac:chgData name="Phipps, Michael" userId="22b19e64-ae93-4d74-aed7-bbb364ca0772" providerId="ADAL" clId="{B3327349-768F-4280-B725-345EC8EE07CA}" dt="2021-12-20T19:23:16.194" v="390" actId="167"/>
          <ac:picMkLst>
            <pc:docMk/>
            <pc:sldMk cId="25666450" sldId="257"/>
            <ac:picMk id="5" creationId="{D2A2ECA5-666B-495A-BAE0-2C2E313AE527}"/>
          </ac:picMkLst>
        </pc:picChg>
      </pc:sldChg>
      <pc:sldChg chg="addSp delSp modSp new mod">
        <pc:chgData name="Phipps, Michael" userId="22b19e64-ae93-4d74-aed7-bbb364ca0772" providerId="ADAL" clId="{B3327349-768F-4280-B725-345EC8EE07CA}" dt="2021-12-20T19:27:54.540" v="440" actId="1076"/>
        <pc:sldMkLst>
          <pc:docMk/>
          <pc:sldMk cId="3842104599" sldId="258"/>
        </pc:sldMkLst>
        <pc:spChg chg="mod">
          <ac:chgData name="Phipps, Michael" userId="22b19e64-ae93-4d74-aed7-bbb364ca0772" providerId="ADAL" clId="{B3327349-768F-4280-B725-345EC8EE07CA}" dt="2021-12-20T19:23:48.839" v="437" actId="20577"/>
          <ac:spMkLst>
            <pc:docMk/>
            <pc:sldMk cId="3842104599" sldId="258"/>
            <ac:spMk id="2" creationId="{4C4F3507-B2A9-4D06-B5AA-54CB11FC7C86}"/>
          </ac:spMkLst>
        </pc:spChg>
        <pc:spChg chg="del">
          <ac:chgData name="Phipps, Michael" userId="22b19e64-ae93-4d74-aed7-bbb364ca0772" providerId="ADAL" clId="{B3327349-768F-4280-B725-345EC8EE07CA}" dt="2021-12-20T19:27:49.703" v="438" actId="478"/>
          <ac:spMkLst>
            <pc:docMk/>
            <pc:sldMk cId="3842104599" sldId="258"/>
            <ac:spMk id="3" creationId="{ED3C106F-2C6F-44B0-8C26-1ADDE6D0F596}"/>
          </ac:spMkLst>
        </pc:spChg>
        <pc:picChg chg="add mod">
          <ac:chgData name="Phipps, Michael" userId="22b19e64-ae93-4d74-aed7-bbb364ca0772" providerId="ADAL" clId="{B3327349-768F-4280-B725-345EC8EE07CA}" dt="2021-12-20T19:27:54.540" v="440" actId="1076"/>
          <ac:picMkLst>
            <pc:docMk/>
            <pc:sldMk cId="3842104599" sldId="258"/>
            <ac:picMk id="5" creationId="{6D1AE6B5-0206-4068-AA48-1C5CDDB4B367}"/>
          </ac:picMkLst>
        </pc:picChg>
      </pc:sldChg>
      <pc:sldChg chg="modSp new mod">
        <pc:chgData name="Phipps, Michael" userId="22b19e64-ae93-4d74-aed7-bbb364ca0772" providerId="ADAL" clId="{B3327349-768F-4280-B725-345EC8EE07CA}" dt="2021-12-20T19:39:28.967" v="524" actId="2710"/>
        <pc:sldMkLst>
          <pc:docMk/>
          <pc:sldMk cId="1994302232" sldId="259"/>
        </pc:sldMkLst>
        <pc:spChg chg="mod">
          <ac:chgData name="Phipps, Michael" userId="22b19e64-ae93-4d74-aed7-bbb364ca0772" providerId="ADAL" clId="{B3327349-768F-4280-B725-345EC8EE07CA}" dt="2021-12-20T19:36:37.703" v="487" actId="20577"/>
          <ac:spMkLst>
            <pc:docMk/>
            <pc:sldMk cId="1994302232" sldId="259"/>
            <ac:spMk id="2" creationId="{B29FD26D-E480-4289-B681-94BECD761387}"/>
          </ac:spMkLst>
        </pc:spChg>
        <pc:spChg chg="mod">
          <ac:chgData name="Phipps, Michael" userId="22b19e64-ae93-4d74-aed7-bbb364ca0772" providerId="ADAL" clId="{B3327349-768F-4280-B725-345EC8EE07CA}" dt="2021-12-20T19:39:28.967" v="524" actId="2710"/>
          <ac:spMkLst>
            <pc:docMk/>
            <pc:sldMk cId="1994302232" sldId="259"/>
            <ac:spMk id="3" creationId="{C2DDB6B4-7D32-4071-BD9B-F904C2A8AE98}"/>
          </ac:spMkLst>
        </pc:spChg>
      </pc:sldChg>
      <pc:sldChg chg="modSp new mod">
        <pc:chgData name="Phipps, Michael" userId="22b19e64-ae93-4d74-aed7-bbb364ca0772" providerId="ADAL" clId="{B3327349-768F-4280-B725-345EC8EE07CA}" dt="2021-12-20T19:42:08.279" v="1034" actId="20577"/>
        <pc:sldMkLst>
          <pc:docMk/>
          <pc:sldMk cId="3421173396" sldId="260"/>
        </pc:sldMkLst>
        <pc:spChg chg="mod">
          <ac:chgData name="Phipps, Michael" userId="22b19e64-ae93-4d74-aed7-bbb364ca0772" providerId="ADAL" clId="{B3327349-768F-4280-B725-345EC8EE07CA}" dt="2021-12-20T19:39:19.864" v="523" actId="20577"/>
          <ac:spMkLst>
            <pc:docMk/>
            <pc:sldMk cId="3421173396" sldId="260"/>
            <ac:spMk id="2" creationId="{3B324BFB-B1B5-4472-AC8C-FA4C0B8CCE11}"/>
          </ac:spMkLst>
        </pc:spChg>
        <pc:spChg chg="mod">
          <ac:chgData name="Phipps, Michael" userId="22b19e64-ae93-4d74-aed7-bbb364ca0772" providerId="ADAL" clId="{B3327349-768F-4280-B725-345EC8EE07CA}" dt="2021-12-20T19:42:08.279" v="1034" actId="20577"/>
          <ac:spMkLst>
            <pc:docMk/>
            <pc:sldMk cId="3421173396" sldId="260"/>
            <ac:spMk id="3" creationId="{7F5CBE8D-EA93-4DC2-9985-E570790DE150}"/>
          </ac:spMkLst>
        </pc:spChg>
      </pc:sldChg>
      <pc:sldChg chg="modSp new mod">
        <pc:chgData name="Phipps, Michael" userId="22b19e64-ae93-4d74-aed7-bbb364ca0772" providerId="ADAL" clId="{B3327349-768F-4280-B725-345EC8EE07CA}" dt="2021-12-20T19:54:59.187" v="1715" actId="33524"/>
        <pc:sldMkLst>
          <pc:docMk/>
          <pc:sldMk cId="156227119" sldId="261"/>
        </pc:sldMkLst>
        <pc:spChg chg="mod">
          <ac:chgData name="Phipps, Michael" userId="22b19e64-ae93-4d74-aed7-bbb364ca0772" providerId="ADAL" clId="{B3327349-768F-4280-B725-345EC8EE07CA}" dt="2021-12-20T19:49:59.558" v="1054" actId="20577"/>
          <ac:spMkLst>
            <pc:docMk/>
            <pc:sldMk cId="156227119" sldId="261"/>
            <ac:spMk id="2" creationId="{F6B37E5E-9C39-4640-B6F3-EA6B8D54EEE2}"/>
          </ac:spMkLst>
        </pc:spChg>
        <pc:spChg chg="mod">
          <ac:chgData name="Phipps, Michael" userId="22b19e64-ae93-4d74-aed7-bbb364ca0772" providerId="ADAL" clId="{B3327349-768F-4280-B725-345EC8EE07CA}" dt="2021-12-20T19:54:59.187" v="1715" actId="33524"/>
          <ac:spMkLst>
            <pc:docMk/>
            <pc:sldMk cId="156227119" sldId="261"/>
            <ac:spMk id="3" creationId="{AF195C9C-3FE2-4219-939B-534A2599B4FD}"/>
          </ac:spMkLst>
        </pc:spChg>
      </pc:sldChg>
      <pc:sldChg chg="modSp new mod">
        <pc:chgData name="Phipps, Michael" userId="22b19e64-ae93-4d74-aed7-bbb364ca0772" providerId="ADAL" clId="{B3327349-768F-4280-B725-345EC8EE07CA}" dt="2021-12-20T19:56:58.039" v="2006" actId="2711"/>
        <pc:sldMkLst>
          <pc:docMk/>
          <pc:sldMk cId="949715148" sldId="262"/>
        </pc:sldMkLst>
        <pc:spChg chg="mod">
          <ac:chgData name="Phipps, Michael" userId="22b19e64-ae93-4d74-aed7-bbb364ca0772" providerId="ADAL" clId="{B3327349-768F-4280-B725-345EC8EE07CA}" dt="2021-12-20T19:55:08.540" v="1734" actId="20577"/>
          <ac:spMkLst>
            <pc:docMk/>
            <pc:sldMk cId="949715148" sldId="262"/>
            <ac:spMk id="2" creationId="{72480051-8713-420F-9919-13E9FB5AA586}"/>
          </ac:spMkLst>
        </pc:spChg>
        <pc:spChg chg="mod">
          <ac:chgData name="Phipps, Michael" userId="22b19e64-ae93-4d74-aed7-bbb364ca0772" providerId="ADAL" clId="{B3327349-768F-4280-B725-345EC8EE07CA}" dt="2021-12-20T19:56:58.039" v="2006" actId="2711"/>
          <ac:spMkLst>
            <pc:docMk/>
            <pc:sldMk cId="949715148" sldId="262"/>
            <ac:spMk id="3" creationId="{4950C000-DB6A-4EBE-BF2E-2F095FE58ABD}"/>
          </ac:spMkLst>
        </pc:spChg>
      </pc:sldChg>
      <pc:sldChg chg="addSp delSp modSp new mod">
        <pc:chgData name="Phipps, Michael" userId="22b19e64-ae93-4d74-aed7-bbb364ca0772" providerId="ADAL" clId="{B3327349-768F-4280-B725-345EC8EE07CA}" dt="2021-12-20T20:01:42.967" v="2184" actId="20577"/>
        <pc:sldMkLst>
          <pc:docMk/>
          <pc:sldMk cId="1673844587" sldId="263"/>
        </pc:sldMkLst>
        <pc:spChg chg="del mod">
          <ac:chgData name="Phipps, Michael" userId="22b19e64-ae93-4d74-aed7-bbb364ca0772" providerId="ADAL" clId="{B3327349-768F-4280-B725-345EC8EE07CA}" dt="2021-12-20T19:59:20.887" v="2057" actId="478"/>
          <ac:spMkLst>
            <pc:docMk/>
            <pc:sldMk cId="1673844587" sldId="263"/>
            <ac:spMk id="2" creationId="{56DA85C1-EA9C-4645-B6FA-C51C2D993FBB}"/>
          </ac:spMkLst>
        </pc:spChg>
        <pc:spChg chg="add del mod">
          <ac:chgData name="Phipps, Michael" userId="22b19e64-ae93-4d74-aed7-bbb364ca0772" providerId="ADAL" clId="{B3327349-768F-4280-B725-345EC8EE07CA}" dt="2021-12-20T20:01:42.967" v="2184" actId="20577"/>
          <ac:spMkLst>
            <pc:docMk/>
            <pc:sldMk cId="1673844587" sldId="263"/>
            <ac:spMk id="3" creationId="{83873A10-3780-44FA-AFDD-CC7ED175E5E4}"/>
          </ac:spMkLst>
        </pc:spChg>
        <pc:spChg chg="add del mod">
          <ac:chgData name="Phipps, Michael" userId="22b19e64-ae93-4d74-aed7-bbb364ca0772" providerId="ADAL" clId="{B3327349-768F-4280-B725-345EC8EE07CA}" dt="2021-12-20T19:57:55.888" v="2019"/>
          <ac:spMkLst>
            <pc:docMk/>
            <pc:sldMk cId="1673844587" sldId="263"/>
            <ac:spMk id="4" creationId="{1F56C995-8C05-4C6E-BD35-A3C651D31696}"/>
          </ac:spMkLst>
        </pc:spChg>
        <pc:spChg chg="add del mod">
          <ac:chgData name="Phipps, Michael" userId="22b19e64-ae93-4d74-aed7-bbb364ca0772" providerId="ADAL" clId="{B3327349-768F-4280-B725-345EC8EE07CA}" dt="2021-12-20T19:59:23.767" v="2058" actId="478"/>
          <ac:spMkLst>
            <pc:docMk/>
            <pc:sldMk cId="1673844587" sldId="263"/>
            <ac:spMk id="6" creationId="{A09407A3-8FE3-4A79-BBF9-CD803DE4F9B3}"/>
          </ac:spMkLst>
        </pc:spChg>
      </pc:sldChg>
      <pc:sldChg chg="addSp modSp add mod">
        <pc:chgData name="Phipps, Michael" userId="22b19e64-ae93-4d74-aed7-bbb364ca0772" providerId="ADAL" clId="{B3327349-768F-4280-B725-345EC8EE07CA}" dt="2021-12-20T20:03:59.811" v="2288" actId="1582"/>
        <pc:sldMkLst>
          <pc:docMk/>
          <pc:sldMk cId="684384532" sldId="264"/>
        </pc:sldMkLst>
        <pc:spChg chg="add mod">
          <ac:chgData name="Phipps, Michael" userId="22b19e64-ae93-4d74-aed7-bbb364ca0772" providerId="ADAL" clId="{B3327349-768F-4280-B725-345EC8EE07CA}" dt="2021-12-20T20:03:59.811" v="2288" actId="1582"/>
          <ac:spMkLst>
            <pc:docMk/>
            <pc:sldMk cId="684384532" sldId="264"/>
            <ac:spMk id="7" creationId="{9158E6CB-B67C-4A46-9DAB-FB173B6ADC38}"/>
          </ac:spMkLst>
        </pc:spChg>
        <pc:cxnChg chg="add">
          <ac:chgData name="Phipps, Michael" userId="22b19e64-ae93-4d74-aed7-bbb364ca0772" providerId="ADAL" clId="{B3327349-768F-4280-B725-345EC8EE07CA}" dt="2021-12-20T20:02:46.359" v="2186" actId="11529"/>
          <ac:cxnSpMkLst>
            <pc:docMk/>
            <pc:sldMk cId="684384532" sldId="264"/>
            <ac:cxnSpMk id="4" creationId="{BDC70A5C-9ED7-409A-AF26-2DFD2E0DC6AC}"/>
          </ac:cxnSpMkLst>
        </pc:cxnChg>
        <pc:cxnChg chg="add mod">
          <ac:chgData name="Phipps, Michael" userId="22b19e64-ae93-4d74-aed7-bbb364ca0772" providerId="ADAL" clId="{B3327349-768F-4280-B725-345EC8EE07CA}" dt="2021-12-20T20:02:52.275" v="2188" actId="14100"/>
          <ac:cxnSpMkLst>
            <pc:docMk/>
            <pc:sldMk cId="684384532" sldId="264"/>
            <ac:cxnSpMk id="5" creationId="{AB0694D5-82DE-41CB-B73B-1DFF56257B00}"/>
          </ac:cxnSpMkLst>
        </pc:cxnChg>
      </pc:sldChg>
      <pc:sldChg chg="addSp delSp modSp new mod">
        <pc:chgData name="Phipps, Michael" userId="22b19e64-ae93-4d74-aed7-bbb364ca0772" providerId="ADAL" clId="{B3327349-768F-4280-B725-345EC8EE07CA}" dt="2021-12-20T20:18:40.173" v="3292" actId="20577"/>
        <pc:sldMkLst>
          <pc:docMk/>
          <pc:sldMk cId="935063668" sldId="265"/>
        </pc:sldMkLst>
        <pc:spChg chg="mod">
          <ac:chgData name="Phipps, Michael" userId="22b19e64-ae93-4d74-aed7-bbb364ca0772" providerId="ADAL" clId="{B3327349-768F-4280-B725-345EC8EE07CA}" dt="2021-12-20T20:10:42.786" v="2874" actId="1076"/>
          <ac:spMkLst>
            <pc:docMk/>
            <pc:sldMk cId="935063668" sldId="265"/>
            <ac:spMk id="2" creationId="{E0653E41-DE5A-46AE-B2B3-D81640ED147C}"/>
          </ac:spMkLst>
        </pc:spChg>
        <pc:spChg chg="add del mod">
          <ac:chgData name="Phipps, Michael" userId="22b19e64-ae93-4d74-aed7-bbb364ca0772" providerId="ADAL" clId="{B3327349-768F-4280-B725-345EC8EE07CA}" dt="2021-12-20T20:18:40.173" v="3292" actId="20577"/>
          <ac:spMkLst>
            <pc:docMk/>
            <pc:sldMk cId="935063668" sldId="265"/>
            <ac:spMk id="3" creationId="{7070C2A6-4484-403A-AF5E-E0122BCD768E}"/>
          </ac:spMkLst>
        </pc:spChg>
        <pc:spChg chg="add del mod">
          <ac:chgData name="Phipps, Michael" userId="22b19e64-ae93-4d74-aed7-bbb364ca0772" providerId="ADAL" clId="{B3327349-768F-4280-B725-345EC8EE07CA}" dt="2021-12-20T20:04:52.602" v="2326"/>
          <ac:spMkLst>
            <pc:docMk/>
            <pc:sldMk cId="935063668" sldId="265"/>
            <ac:spMk id="4" creationId="{587CB40C-82A0-43E7-91A3-F43DA8B49FAD}"/>
          </ac:spMkLst>
        </pc:spChg>
        <pc:spChg chg="add mod">
          <ac:chgData name="Phipps, Michael" userId="22b19e64-ae93-4d74-aed7-bbb364ca0772" providerId="ADAL" clId="{B3327349-768F-4280-B725-345EC8EE07CA}" dt="2021-12-20T20:18:34.335" v="3281" actId="20577"/>
          <ac:spMkLst>
            <pc:docMk/>
            <pc:sldMk cId="935063668" sldId="265"/>
            <ac:spMk id="5" creationId="{6395BF44-4B49-4A71-8644-1D63D6879A2B}"/>
          </ac:spMkLst>
        </pc:spChg>
      </pc:sldChg>
      <pc:sldChg chg="addSp delSp modSp new mod">
        <pc:chgData name="Phipps, Michael" userId="22b19e64-ae93-4d74-aed7-bbb364ca0772" providerId="ADAL" clId="{B3327349-768F-4280-B725-345EC8EE07CA}" dt="2021-12-20T20:15:42.940" v="2967" actId="1076"/>
        <pc:sldMkLst>
          <pc:docMk/>
          <pc:sldMk cId="91144723" sldId="266"/>
        </pc:sldMkLst>
        <pc:spChg chg="mod">
          <ac:chgData name="Phipps, Michael" userId="22b19e64-ae93-4d74-aed7-bbb364ca0772" providerId="ADAL" clId="{B3327349-768F-4280-B725-345EC8EE07CA}" dt="2021-12-20T20:13:36.269" v="2962" actId="20577"/>
          <ac:spMkLst>
            <pc:docMk/>
            <pc:sldMk cId="91144723" sldId="266"/>
            <ac:spMk id="2" creationId="{40C32730-EACB-4E04-9064-B6288563600F}"/>
          </ac:spMkLst>
        </pc:spChg>
        <pc:spChg chg="del">
          <ac:chgData name="Phipps, Michael" userId="22b19e64-ae93-4d74-aed7-bbb364ca0772" providerId="ADAL" clId="{B3327349-768F-4280-B725-345EC8EE07CA}" dt="2021-12-20T20:13:50.444" v="2963" actId="478"/>
          <ac:spMkLst>
            <pc:docMk/>
            <pc:sldMk cId="91144723" sldId="266"/>
            <ac:spMk id="3" creationId="{CBE7F2AD-CB3E-4380-8AA7-08E682F890B5}"/>
          </ac:spMkLst>
        </pc:spChg>
        <pc:graphicFrameChg chg="add mod modGraphic">
          <ac:chgData name="Phipps, Michael" userId="22b19e64-ae93-4d74-aed7-bbb364ca0772" providerId="ADAL" clId="{B3327349-768F-4280-B725-345EC8EE07CA}" dt="2021-12-20T20:15:42.940" v="2967" actId="1076"/>
          <ac:graphicFrameMkLst>
            <pc:docMk/>
            <pc:sldMk cId="91144723" sldId="266"/>
            <ac:graphicFrameMk id="4" creationId="{0A2E733C-DF04-46D1-9582-0DD6C7EF7DE9}"/>
          </ac:graphicFrameMkLst>
        </pc:graphicFrameChg>
      </pc:sldChg>
      <pc:sldChg chg="modSp new mod">
        <pc:chgData name="Phipps, Michael" userId="22b19e64-ae93-4d74-aed7-bbb364ca0772" providerId="ADAL" clId="{B3327349-768F-4280-B725-345EC8EE07CA}" dt="2021-12-20T20:20:37.912" v="3466" actId="2711"/>
        <pc:sldMkLst>
          <pc:docMk/>
          <pc:sldMk cId="1689714907" sldId="267"/>
        </pc:sldMkLst>
        <pc:spChg chg="mod">
          <ac:chgData name="Phipps, Michael" userId="22b19e64-ae93-4d74-aed7-bbb364ca0772" providerId="ADAL" clId="{B3327349-768F-4280-B725-345EC8EE07CA}" dt="2021-12-20T20:17:02.672" v="3067" actId="20577"/>
          <ac:spMkLst>
            <pc:docMk/>
            <pc:sldMk cId="1689714907" sldId="267"/>
            <ac:spMk id="2" creationId="{1C3E61E6-AF21-43BE-8A5B-8E4FE7D47E88}"/>
          </ac:spMkLst>
        </pc:spChg>
        <pc:spChg chg="mod">
          <ac:chgData name="Phipps, Michael" userId="22b19e64-ae93-4d74-aed7-bbb364ca0772" providerId="ADAL" clId="{B3327349-768F-4280-B725-345EC8EE07CA}" dt="2021-12-20T20:20:37.912" v="3466" actId="2711"/>
          <ac:spMkLst>
            <pc:docMk/>
            <pc:sldMk cId="1689714907" sldId="267"/>
            <ac:spMk id="3" creationId="{3CC95E22-DB63-472C-80F5-E9129D7C959C}"/>
          </ac:spMkLst>
        </pc:spChg>
      </pc:sldChg>
      <pc:sldChg chg="addSp modSp new mod">
        <pc:chgData name="Phipps, Michael" userId="22b19e64-ae93-4d74-aed7-bbb364ca0772" providerId="ADAL" clId="{B3327349-768F-4280-B725-345EC8EE07CA}" dt="2021-12-20T20:24:57.155" v="3720" actId="14100"/>
        <pc:sldMkLst>
          <pc:docMk/>
          <pc:sldMk cId="869553998" sldId="268"/>
        </pc:sldMkLst>
        <pc:spChg chg="mod">
          <ac:chgData name="Phipps, Michael" userId="22b19e64-ae93-4d74-aed7-bbb364ca0772" providerId="ADAL" clId="{B3327349-768F-4280-B725-345EC8EE07CA}" dt="2021-12-20T20:21:22.327" v="3475" actId="20577"/>
          <ac:spMkLst>
            <pc:docMk/>
            <pc:sldMk cId="869553998" sldId="268"/>
            <ac:spMk id="2" creationId="{154E6204-A3AC-46A8-BD4C-F4E2AD246916}"/>
          </ac:spMkLst>
        </pc:spChg>
        <pc:spChg chg="mod">
          <ac:chgData name="Phipps, Michael" userId="22b19e64-ae93-4d74-aed7-bbb364ca0772" providerId="ADAL" clId="{B3327349-768F-4280-B725-345EC8EE07CA}" dt="2021-12-20T20:24:48.218" v="3719" actId="1076"/>
          <ac:spMkLst>
            <pc:docMk/>
            <pc:sldMk cId="869553998" sldId="268"/>
            <ac:spMk id="3" creationId="{97EC68D5-EDD6-4CB8-89C5-1535DCB7E299}"/>
          </ac:spMkLst>
        </pc:spChg>
        <pc:picChg chg="add mod">
          <ac:chgData name="Phipps, Michael" userId="22b19e64-ae93-4d74-aed7-bbb364ca0772" providerId="ADAL" clId="{B3327349-768F-4280-B725-345EC8EE07CA}" dt="2021-12-20T20:24:57.155" v="3720" actId="14100"/>
          <ac:picMkLst>
            <pc:docMk/>
            <pc:sldMk cId="869553998" sldId="268"/>
            <ac:picMk id="5" creationId="{732A15FD-A65C-4A4A-BFBA-00022353F6B5}"/>
          </ac:picMkLst>
        </pc:picChg>
      </pc:sldChg>
      <pc:sldChg chg="modSp new mod">
        <pc:chgData name="Phipps, Michael" userId="22b19e64-ae93-4d74-aed7-bbb364ca0772" providerId="ADAL" clId="{B3327349-768F-4280-B725-345EC8EE07CA}" dt="2021-12-20T20:36:56.562" v="4315" actId="27636"/>
        <pc:sldMkLst>
          <pc:docMk/>
          <pc:sldMk cId="2014748373" sldId="269"/>
        </pc:sldMkLst>
        <pc:spChg chg="mod">
          <ac:chgData name="Phipps, Michael" userId="22b19e64-ae93-4d74-aed7-bbb364ca0772" providerId="ADAL" clId="{B3327349-768F-4280-B725-345EC8EE07CA}" dt="2021-12-20T20:31:23.577" v="3770" actId="20577"/>
          <ac:spMkLst>
            <pc:docMk/>
            <pc:sldMk cId="2014748373" sldId="269"/>
            <ac:spMk id="2" creationId="{49595A42-2D77-431C-96F4-FE6F8E067E3C}"/>
          </ac:spMkLst>
        </pc:spChg>
        <pc:spChg chg="mod">
          <ac:chgData name="Phipps, Michael" userId="22b19e64-ae93-4d74-aed7-bbb364ca0772" providerId="ADAL" clId="{B3327349-768F-4280-B725-345EC8EE07CA}" dt="2021-12-20T20:36:56.562" v="4315" actId="27636"/>
          <ac:spMkLst>
            <pc:docMk/>
            <pc:sldMk cId="2014748373" sldId="269"/>
            <ac:spMk id="3" creationId="{0A6B1061-D6B9-4004-891D-C8342B145443}"/>
          </ac:spMkLst>
        </pc:spChg>
      </pc:sldChg>
      <pc:sldChg chg="modSp new mod">
        <pc:chgData name="Phipps, Michael" userId="22b19e64-ae93-4d74-aed7-bbb364ca0772" providerId="ADAL" clId="{B3327349-768F-4280-B725-345EC8EE07CA}" dt="2021-12-20T20:42:32.297" v="4812" actId="20577"/>
        <pc:sldMkLst>
          <pc:docMk/>
          <pc:sldMk cId="3720522644" sldId="270"/>
        </pc:sldMkLst>
        <pc:spChg chg="mod">
          <ac:chgData name="Phipps, Michael" userId="22b19e64-ae93-4d74-aed7-bbb364ca0772" providerId="ADAL" clId="{B3327349-768F-4280-B725-345EC8EE07CA}" dt="2021-12-20T20:39:44.464" v="4327" actId="20577"/>
          <ac:spMkLst>
            <pc:docMk/>
            <pc:sldMk cId="3720522644" sldId="270"/>
            <ac:spMk id="2" creationId="{6F6951CB-BB50-44AD-8A15-DC0814D635F6}"/>
          </ac:spMkLst>
        </pc:spChg>
        <pc:spChg chg="mod">
          <ac:chgData name="Phipps, Michael" userId="22b19e64-ae93-4d74-aed7-bbb364ca0772" providerId="ADAL" clId="{B3327349-768F-4280-B725-345EC8EE07CA}" dt="2021-12-20T20:42:32.297" v="4812" actId="20577"/>
          <ac:spMkLst>
            <pc:docMk/>
            <pc:sldMk cId="3720522644" sldId="270"/>
            <ac:spMk id="3" creationId="{B27B1D30-897C-444C-ADEB-420957E40CEE}"/>
          </ac:spMkLst>
        </pc:spChg>
      </pc:sldChg>
      <pc:sldChg chg="modSp new mod">
        <pc:chgData name="Phipps, Michael" userId="22b19e64-ae93-4d74-aed7-bbb364ca0772" providerId="ADAL" clId="{B3327349-768F-4280-B725-345EC8EE07CA}" dt="2021-12-20T20:47:37.056" v="5274" actId="20577"/>
        <pc:sldMkLst>
          <pc:docMk/>
          <pc:sldMk cId="2164216507" sldId="271"/>
        </pc:sldMkLst>
        <pc:spChg chg="mod">
          <ac:chgData name="Phipps, Michael" userId="22b19e64-ae93-4d74-aed7-bbb364ca0772" providerId="ADAL" clId="{B3327349-768F-4280-B725-345EC8EE07CA}" dt="2021-12-20T20:43:17.950" v="4819" actId="20577"/>
          <ac:spMkLst>
            <pc:docMk/>
            <pc:sldMk cId="2164216507" sldId="271"/>
            <ac:spMk id="2" creationId="{DEA1226E-1491-4238-A1D1-2556DC8187B0}"/>
          </ac:spMkLst>
        </pc:spChg>
        <pc:spChg chg="mod">
          <ac:chgData name="Phipps, Michael" userId="22b19e64-ae93-4d74-aed7-bbb364ca0772" providerId="ADAL" clId="{B3327349-768F-4280-B725-345EC8EE07CA}" dt="2021-12-20T20:47:37.056" v="5274" actId="20577"/>
          <ac:spMkLst>
            <pc:docMk/>
            <pc:sldMk cId="2164216507" sldId="271"/>
            <ac:spMk id="3" creationId="{0AF82BB4-8626-4F6E-AB75-B038849AF4C1}"/>
          </ac:spMkLst>
        </pc:spChg>
      </pc:sldChg>
      <pc:sldChg chg="addSp delSp modSp new mod">
        <pc:chgData name="Phipps, Michael" userId="22b19e64-ae93-4d74-aed7-bbb364ca0772" providerId="ADAL" clId="{B3327349-768F-4280-B725-345EC8EE07CA}" dt="2021-12-20T20:49:34.728" v="5499" actId="1076"/>
        <pc:sldMkLst>
          <pc:docMk/>
          <pc:sldMk cId="1909582624" sldId="272"/>
        </pc:sldMkLst>
        <pc:spChg chg="mod">
          <ac:chgData name="Phipps, Michael" userId="22b19e64-ae93-4d74-aed7-bbb364ca0772" providerId="ADAL" clId="{B3327349-768F-4280-B725-345EC8EE07CA}" dt="2021-12-20T20:47:55.686" v="5291" actId="20577"/>
          <ac:spMkLst>
            <pc:docMk/>
            <pc:sldMk cId="1909582624" sldId="272"/>
            <ac:spMk id="2" creationId="{779B6317-6EB8-4963-A298-56C14D67E277}"/>
          </ac:spMkLst>
        </pc:spChg>
        <pc:spChg chg="del">
          <ac:chgData name="Phipps, Michael" userId="22b19e64-ae93-4d74-aed7-bbb364ca0772" providerId="ADAL" clId="{B3327349-768F-4280-B725-345EC8EE07CA}" dt="2021-12-20T20:48:00.718" v="5292" actId="478"/>
          <ac:spMkLst>
            <pc:docMk/>
            <pc:sldMk cId="1909582624" sldId="272"/>
            <ac:spMk id="3" creationId="{D932B599-9261-45B6-B072-27ED2E318232}"/>
          </ac:spMkLst>
        </pc:spChg>
        <pc:graphicFrameChg chg="add mod modGraphic">
          <ac:chgData name="Phipps, Michael" userId="22b19e64-ae93-4d74-aed7-bbb364ca0772" providerId="ADAL" clId="{B3327349-768F-4280-B725-345EC8EE07CA}" dt="2021-12-20T20:49:34.728" v="5499" actId="1076"/>
          <ac:graphicFrameMkLst>
            <pc:docMk/>
            <pc:sldMk cId="1909582624" sldId="272"/>
            <ac:graphicFrameMk id="4" creationId="{27150358-662E-4FDE-B548-6E7E4EFC77F0}"/>
          </ac:graphicFrameMkLst>
        </pc:graphicFrameChg>
      </pc:sldChg>
      <pc:sldChg chg="modSp new mod">
        <pc:chgData name="Phipps, Michael" userId="22b19e64-ae93-4d74-aed7-bbb364ca0772" providerId="ADAL" clId="{B3327349-768F-4280-B725-345EC8EE07CA}" dt="2021-12-20T20:52:45.661" v="5776" actId="20577"/>
        <pc:sldMkLst>
          <pc:docMk/>
          <pc:sldMk cId="4139587951" sldId="273"/>
        </pc:sldMkLst>
        <pc:spChg chg="mod">
          <ac:chgData name="Phipps, Michael" userId="22b19e64-ae93-4d74-aed7-bbb364ca0772" providerId="ADAL" clId="{B3327349-768F-4280-B725-345EC8EE07CA}" dt="2021-12-20T20:51:55.142" v="5521" actId="20577"/>
          <ac:spMkLst>
            <pc:docMk/>
            <pc:sldMk cId="4139587951" sldId="273"/>
            <ac:spMk id="2" creationId="{D23BD53A-BA9E-45E8-8670-7DB48FA4BC73}"/>
          </ac:spMkLst>
        </pc:spChg>
        <pc:spChg chg="mod">
          <ac:chgData name="Phipps, Michael" userId="22b19e64-ae93-4d74-aed7-bbb364ca0772" providerId="ADAL" clId="{B3327349-768F-4280-B725-345EC8EE07CA}" dt="2021-12-20T20:52:45.661" v="5776" actId="20577"/>
          <ac:spMkLst>
            <pc:docMk/>
            <pc:sldMk cId="4139587951" sldId="273"/>
            <ac:spMk id="3" creationId="{BD080229-1DC0-408D-AE1A-420D92E539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1BF5-56FC-4715-A894-307775DA8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C8441-701C-447D-8410-A38BA72E0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E238B-AD2C-4D8B-A82B-7C135BA0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E81DF-975D-4EE9-8E94-A35360BC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F62B-EA7A-4210-8951-D88F6C57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A73E-FE52-42FF-9A8E-2B20DD57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04FCD-CC90-43D4-956F-EE4CA1541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83875-4FEB-43A0-A209-6BCDD7D2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CB278-0F6F-41BC-AA36-05489855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F45F7-7BDF-4262-A88F-18AB0604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5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255C-95B1-474B-8F1B-54772908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B80A3-CCA4-4BA4-8AA5-70F293FAD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C0AD-8A53-4A8E-B154-08F36998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2D548-88A2-403E-A4C5-3566DCF7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B1FB4-A4F9-4D9D-BE98-FBF33791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1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EE30-5CBA-4B76-A0FA-E82D3546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6B22-D31E-42D6-9560-0D5238DD7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B1A4C-07B9-4D95-9405-A246AAD60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9C478-8C7B-4D00-914C-4EE24772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D244D-EAB7-430F-A46D-FDDE7750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1FB63-CCD4-41D4-99A1-91E69D52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B24F-80BB-4016-B9A1-B5D37A03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29CF6-28E1-492D-8F96-5F6402C2D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FD4F7-DFD4-4C3B-8C9E-2F4DE9454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EA172-2D94-4798-8314-D5E770394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0ED01-4E48-4E89-AF8B-ADE723858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85F46-951E-4925-9A7A-FB099974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24EC6-5732-4E99-B42D-BEFE7F83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7E34F-D7A8-46DF-B88B-AA334B04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3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11D3-7D55-48CC-BCE6-E9FF8CFC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1258F-2895-499D-A929-0D7436CF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10402-F4B7-4B2F-8225-7BAE0368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FE273-B0AE-44A7-A523-2E510AA2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8E758-DB8E-4812-A943-95EEE15F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C6860-4DC4-4F62-AC67-01A2B60B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D7C62-40BD-4E4B-9C6A-AE2F1F73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6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C352-5D28-4AF4-BF7F-D4A78E01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AEB9A-6EAB-4BE5-9F82-212C1B0F9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4AECC-DF5A-4972-9923-5D583E5D0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571EC-C147-4290-BEC2-F8A2C4C5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FA4B6-DD7C-41A2-BFAC-E024F230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6A727-B677-4E97-8EE5-77AB4CB1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8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7C12-F43A-4775-9EFA-97C06337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F23E8-DC71-476C-9E95-256BD0332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0818-FAE7-4B9C-8DCC-CC17F6229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6043C-66DE-46B6-9D8A-4B456A27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BB50-5C93-42A5-BADC-CCED1F05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B2582-A182-4B9E-995B-A8CFAB02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6752-B535-46A9-95C7-EDBAE3F2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E13C5-4134-45FF-9009-F954B31B0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0E148-9206-4221-8107-2C488376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E9BB-F6CE-435A-8551-19A2342F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9D23-3564-431D-858C-22CDDEED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4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161A9-C167-46E3-AAE7-3983A298E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0BB49-0F0B-43CB-850D-0E37A4980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BBC6-1538-498B-9E7B-1EE83115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E5596-D93A-4077-B904-D3307EB6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D395C-52EE-4EF5-A5A1-2BFC2E40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0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18CD5-9581-439C-9DB3-7E13E630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56B2D-F8E7-4317-B7AD-0937DF3E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0EC8-0BD9-4BB9-9E1D-546179901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AE53D-85E4-4ABE-B276-DCED2171757F}" type="datetimeFigureOut">
              <a:rPr lang="en-US" smtClean="0"/>
              <a:t>12/20/2021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603E7-2E60-4E15-B3AA-0AFC8B3B0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EFD5A-A532-46C3-AC8E-B62CBBD40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B999D-8D1B-45B2-AE66-2A037DC9A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7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pi-forum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B7E4-C358-4845-B5CB-07F30CF44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F002C-B772-47FD-8A11-F52CD8426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Moving to more than one machine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9D00C7D-A797-4628-B281-A8E082543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77" y="492967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A2ECA5-666B-495A-BAE0-2C2E313A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8" y="713518"/>
            <a:ext cx="4363059" cy="6144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AB1C27-260F-45C6-AE37-091CFCAE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559" y="0"/>
            <a:ext cx="7304314" cy="993969"/>
          </a:xfrm>
        </p:spPr>
        <p:txBody>
          <a:bodyPr>
            <a:normAutofit/>
          </a:bodyPr>
          <a:lstStyle/>
          <a:p>
            <a:r>
              <a:rPr lang="en-US" dirty="0"/>
              <a:t>Quick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530D-CF6F-4EF0-AEA9-D7337230C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115" y="1359095"/>
            <a:ext cx="7848600" cy="5265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started with multiple process and threads – all on the CPU core(s).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we moved to the vector processing on the CPU.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Finally, we moved across the PCI Express bus to the GPU(s).</a:t>
            </a:r>
          </a:p>
        </p:txBody>
      </p:sp>
    </p:spTree>
    <p:extLst>
      <p:ext uri="{BB962C8B-B14F-4D97-AF65-F5344CB8AC3E}">
        <p14:creationId xmlns:p14="http://schemas.microsoft.com/office/powerpoint/2010/main" val="2566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3507-B2A9-4D06-B5AA-54CB11FC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multiple machines?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AE6B5-0206-4068-AA48-1C5CDDB4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24" y="1628045"/>
            <a:ext cx="8468907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0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D26D-E480-4289-B681-94BECD76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– The Message Passing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B6B4-7D32-4071-BD9B-F904C2A8A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“</a:t>
            </a:r>
            <a:r>
              <a:rPr lang="en-US" dirty="0">
                <a:effectLst/>
                <a:latin typeface="Arial" panose="020B0604020202020204" pitchFamily="34" charset="0"/>
              </a:rPr>
              <a:t>The goal of the Message Passing Interface, simply stated, is to develop a </a:t>
            </a:r>
            <a:r>
              <a:rPr lang="en-US" u="sng" dirty="0">
                <a:effectLst/>
                <a:latin typeface="Arial" panose="020B0604020202020204" pitchFamily="34" charset="0"/>
              </a:rPr>
              <a:t>widely used standard </a:t>
            </a:r>
            <a:r>
              <a:rPr lang="en-US" dirty="0">
                <a:effectLst/>
                <a:latin typeface="Arial" panose="020B0604020202020204" pitchFamily="34" charset="0"/>
              </a:rPr>
              <a:t>for writing </a:t>
            </a:r>
            <a:r>
              <a:rPr lang="en-US" u="sng" dirty="0">
                <a:effectLst/>
                <a:latin typeface="Arial" panose="020B0604020202020204" pitchFamily="34" charset="0"/>
              </a:rPr>
              <a:t>message-passing programs</a:t>
            </a:r>
            <a:r>
              <a:rPr lang="en-US" dirty="0">
                <a:effectLst/>
                <a:latin typeface="Arial" panose="020B0604020202020204" pitchFamily="34" charset="0"/>
              </a:rPr>
              <a:t>. As such the interface should establish a practical, </a:t>
            </a:r>
            <a:r>
              <a:rPr lang="en-US" u="sng" dirty="0">
                <a:effectLst/>
                <a:latin typeface="Arial" panose="020B0604020202020204" pitchFamily="34" charset="0"/>
              </a:rPr>
              <a:t>portable</a:t>
            </a:r>
            <a:r>
              <a:rPr lang="en-US" dirty="0">
                <a:effectLst/>
                <a:latin typeface="Arial" panose="020B0604020202020204" pitchFamily="34" charset="0"/>
              </a:rPr>
              <a:t>, efficient, and flexible standard for message passing.”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0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4BFB-B1B5-4472-AC8C-FA4C0B8C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Message Passing?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CBE8D-EA93-4DC2-9985-E570790DE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we saw with GPUs, accessing RAM on a byte (or word) basis is very slow across a bus or a network. So much so that NVIDIA doesn’t even allow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 a mental model of sending a big batch of math problems through the mail to another person who will do those problems. This is much more efficient then having them you mail them one at a time.</a:t>
            </a:r>
          </a:p>
        </p:txBody>
      </p:sp>
    </p:spTree>
    <p:extLst>
      <p:ext uri="{BB962C8B-B14F-4D97-AF65-F5344CB8AC3E}">
        <p14:creationId xmlns:p14="http://schemas.microsoft.com/office/powerpoint/2010/main" val="342117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7E5E-9C39-4640-B6F3-EA6B8D54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5C9C-3FE2-4219-939B-534A2599B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write one program and compile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use a “launcher” – a program that “knows” what machines are available to run 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launcher copies your program over the network to some/all the other machines and runs it there.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launcher can also run multiple copies of your program on some/all the machines if they have multiple cores.</a:t>
            </a:r>
          </a:p>
        </p:txBody>
      </p:sp>
    </p:spTree>
    <p:extLst>
      <p:ext uri="{BB962C8B-B14F-4D97-AF65-F5344CB8AC3E}">
        <p14:creationId xmlns:p14="http://schemas.microsoft.com/office/powerpoint/2010/main" val="15622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80051-8713-420F-9919-13E9FB5A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C000-DB6A-4EBE-BF2E-2F095FE58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Much like with CUDA we used </a:t>
            </a:r>
            <a:r>
              <a:rPr lang="en-US" dirty="0" err="1"/>
              <a:t>nvcc</a:t>
            </a:r>
            <a:r>
              <a:rPr lang="en-US" dirty="0"/>
              <a:t>, here we will use </a:t>
            </a:r>
            <a:r>
              <a:rPr lang="en-US" dirty="0" err="1"/>
              <a:t>mpicc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usually a wrapper around </a:t>
            </a:r>
            <a:r>
              <a:rPr lang="en-US" dirty="0" err="1"/>
              <a:t>gcc</a:t>
            </a:r>
            <a:r>
              <a:rPr lang="en-US" dirty="0"/>
              <a:t>, but it takes care of compiling and linking in the MPI libraries.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mpicc</a:t>
            </a:r>
            <a:r>
              <a:rPr lang="en-US" dirty="0">
                <a:latin typeface="Consolas" panose="020B0609020204030204" pitchFamily="49" charset="0"/>
              </a:rPr>
              <a:t> –o </a:t>
            </a:r>
            <a:r>
              <a:rPr lang="en-US" dirty="0" err="1">
                <a:latin typeface="Consolas" panose="020B0609020204030204" pitchFamily="49" charset="0"/>
              </a:rPr>
              <a:t>helloWorld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mpi_hello_world.c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71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3A10-3780-44FA-AFDD-CC7ED175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3" y="72325"/>
            <a:ext cx="12133277" cy="66892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mpi.h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main(int </a:t>
            </a:r>
            <a:r>
              <a:rPr lang="en-US" dirty="0" err="1">
                <a:latin typeface="Consolas" panose="020B0609020204030204" pitchFamily="49" charset="0"/>
              </a:rPr>
              <a:t>argc</a:t>
            </a:r>
            <a:r>
              <a:rPr lang="en-US" dirty="0">
                <a:latin typeface="Consolas" panose="020B0609020204030204" pitchFamily="49" charset="0"/>
              </a:rPr>
              <a:t>, char** </a:t>
            </a:r>
            <a:r>
              <a:rPr lang="en-US" dirty="0" err="1">
                <a:latin typeface="Consolas" panose="020B0609020204030204" pitchFamily="49" charset="0"/>
              </a:rPr>
              <a:t>argv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MPI_Init</a:t>
            </a:r>
            <a:r>
              <a:rPr lang="en-US" dirty="0">
                <a:latin typeface="Consolas" panose="020B0609020204030204" pitchFamily="49" charset="0"/>
              </a:rPr>
              <a:t>(NULL, NULL); // Initialize the MPI environment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int 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MPI_Comm_size</a:t>
            </a:r>
            <a:r>
              <a:rPr lang="en-US" dirty="0">
                <a:latin typeface="Consolas" panose="020B0609020204030204" pitchFamily="49" charset="0"/>
              </a:rPr>
              <a:t>(MPI_COMM_WORLD, &amp;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); // Get the number of processes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int 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MPI_Comm_rank</a:t>
            </a:r>
            <a:r>
              <a:rPr lang="en-US" dirty="0">
                <a:latin typeface="Consolas" panose="020B0609020204030204" pitchFamily="49" charset="0"/>
              </a:rPr>
              <a:t>(MPI_COMM_WORLD, &amp;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); // Get my process number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char 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[MPI_MAX_PROCESSOR_NAME];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int </a:t>
            </a:r>
            <a:r>
              <a:rPr lang="en-US" dirty="0" err="1">
                <a:latin typeface="Consolas" panose="020B0609020204030204" pitchFamily="49" charset="0"/>
              </a:rPr>
              <a:t>name_len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MPI_Get_processor_name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, &amp;</a:t>
            </a:r>
            <a:r>
              <a:rPr lang="en-US" dirty="0" err="1">
                <a:latin typeface="Consolas" panose="020B0609020204030204" pitchFamily="49" charset="0"/>
              </a:rPr>
              <a:t>name_len</a:t>
            </a:r>
            <a:r>
              <a:rPr lang="en-US" dirty="0">
                <a:latin typeface="Consolas" panose="020B0609020204030204" pitchFamily="49" charset="0"/>
              </a:rPr>
              <a:t>); // Get machine name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("Hello world from processor %s, rank %d out of %d processors\n", 			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MPI_Finalize</a:t>
            </a:r>
            <a:r>
              <a:rPr lang="en-US" dirty="0">
                <a:latin typeface="Consolas" panose="020B0609020204030204" pitchFamily="49" charset="0"/>
              </a:rPr>
              <a:t>(); // Finalize the MPI environment.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384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3A10-3780-44FA-AFDD-CC7ED175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3" y="72325"/>
            <a:ext cx="12133277" cy="66892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mpi.h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main(int </a:t>
            </a:r>
            <a:r>
              <a:rPr lang="en-US" dirty="0" err="1">
                <a:latin typeface="Consolas" panose="020B0609020204030204" pitchFamily="49" charset="0"/>
              </a:rPr>
              <a:t>argc</a:t>
            </a:r>
            <a:r>
              <a:rPr lang="en-US" dirty="0">
                <a:latin typeface="Consolas" panose="020B0609020204030204" pitchFamily="49" charset="0"/>
              </a:rPr>
              <a:t>, char** </a:t>
            </a:r>
            <a:r>
              <a:rPr lang="en-US" dirty="0" err="1">
                <a:latin typeface="Consolas" panose="020B0609020204030204" pitchFamily="49" charset="0"/>
              </a:rPr>
              <a:t>argv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MPI_Init</a:t>
            </a:r>
            <a:r>
              <a:rPr lang="en-US" dirty="0">
                <a:latin typeface="Consolas" panose="020B0609020204030204" pitchFamily="49" charset="0"/>
              </a:rPr>
              <a:t>(NULL, NULL); // Initialize the MPI environment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int 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MPI_Comm_size</a:t>
            </a:r>
            <a:r>
              <a:rPr lang="en-US" dirty="0">
                <a:latin typeface="Consolas" panose="020B0609020204030204" pitchFamily="49" charset="0"/>
              </a:rPr>
              <a:t>(MPI_COMM_WORLD, &amp;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); // Get the number of processes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int 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MPI_Comm_rank</a:t>
            </a:r>
            <a:r>
              <a:rPr lang="en-US" dirty="0">
                <a:latin typeface="Consolas" panose="020B0609020204030204" pitchFamily="49" charset="0"/>
              </a:rPr>
              <a:t>(MPI_COMM_WORLD, &amp;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); // Get my process number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char 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[MPI_MAX_PROCESSOR_NAME];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int </a:t>
            </a:r>
            <a:r>
              <a:rPr lang="en-US" dirty="0" err="1">
                <a:latin typeface="Consolas" panose="020B0609020204030204" pitchFamily="49" charset="0"/>
              </a:rPr>
              <a:t>name_len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MPI_Get_processor_name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, &amp;</a:t>
            </a:r>
            <a:r>
              <a:rPr lang="en-US" dirty="0" err="1">
                <a:latin typeface="Consolas" panose="020B0609020204030204" pitchFamily="49" charset="0"/>
              </a:rPr>
              <a:t>name_len</a:t>
            </a:r>
            <a:r>
              <a:rPr lang="en-US" dirty="0">
                <a:latin typeface="Consolas" panose="020B0609020204030204" pitchFamily="49" charset="0"/>
              </a:rPr>
              <a:t>); // Get machine name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("Hello world from processor %s, rank %d out of %d processors\n", 			</a:t>
            </a:r>
            <a:r>
              <a:rPr lang="en-US" dirty="0" err="1">
                <a:latin typeface="Consolas" panose="020B0609020204030204" pitchFamily="49" charset="0"/>
              </a:rPr>
              <a:t>processor_name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world_rank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world_size</a:t>
            </a:r>
            <a:r>
              <a:rPr lang="en-US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MPI_Finalize</a:t>
            </a:r>
            <a:r>
              <a:rPr lang="en-US" dirty="0">
                <a:latin typeface="Consolas" panose="020B0609020204030204" pitchFamily="49" charset="0"/>
              </a:rPr>
              <a:t>(); // Finalize the MPI environment.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DC70A5C-9ED7-409A-AF26-2DFD2E0DC6AC}"/>
              </a:ext>
            </a:extLst>
          </p:cNvPr>
          <p:cNvCxnSpPr/>
          <p:nvPr/>
        </p:nvCxnSpPr>
        <p:spPr>
          <a:xfrm flipH="1">
            <a:off x="4932727" y="755009"/>
            <a:ext cx="1568741" cy="128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0694D5-82DE-41CB-B73B-1DFF56257B00}"/>
              </a:ext>
            </a:extLst>
          </p:cNvPr>
          <p:cNvCxnSpPr>
            <a:cxnSpLocks/>
          </p:cNvCxnSpPr>
          <p:nvPr/>
        </p:nvCxnSpPr>
        <p:spPr>
          <a:xfrm flipH="1">
            <a:off x="4823670" y="907409"/>
            <a:ext cx="1830199" cy="212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58E6CB-B67C-4A46-9DAB-FB173B6ADC38}"/>
              </a:ext>
            </a:extLst>
          </p:cNvPr>
          <p:cNvSpPr txBox="1"/>
          <p:nvPr/>
        </p:nvSpPr>
        <p:spPr>
          <a:xfrm>
            <a:off x="6501468" y="262476"/>
            <a:ext cx="4068230" cy="646331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Which “subgroup” to communicate with. </a:t>
            </a:r>
            <a:br>
              <a:rPr lang="en-US" dirty="0"/>
            </a:br>
            <a:r>
              <a:rPr lang="en-US" dirty="0"/>
              <a:t>The whole defined network, in this case</a:t>
            </a:r>
          </a:p>
        </p:txBody>
      </p:sp>
    </p:spTree>
    <p:extLst>
      <p:ext uri="{BB962C8B-B14F-4D97-AF65-F5344CB8AC3E}">
        <p14:creationId xmlns:p14="http://schemas.microsoft.com/office/powerpoint/2010/main" val="684384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3E41-DE5A-46AE-B2B3-D81640ED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35" y="0"/>
            <a:ext cx="10515600" cy="1325563"/>
          </a:xfrm>
        </p:spPr>
        <p:txBody>
          <a:bodyPr/>
          <a:lstStyle/>
          <a:p>
            <a:r>
              <a:rPr lang="en-US" dirty="0"/>
              <a:t>How do we send and receive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C2A6-4484-403A-AF5E-E0122BCD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2046592" cy="21004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MPI_Send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void* data, // pointer to the data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count, // number of data items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MPI_Datatype</a:t>
            </a:r>
            <a:r>
              <a:rPr lang="en-US" sz="2000" dirty="0">
                <a:latin typeface="Consolas" panose="020B0609020204030204" pitchFamily="49" charset="0"/>
              </a:rPr>
              <a:t> datatype, // data type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destination, // who (rank) is to receive the data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tag, // an indicator to the destination of what this data is for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MPI_Comm</a:t>
            </a:r>
            <a:r>
              <a:rPr lang="en-US" sz="2000" dirty="0">
                <a:latin typeface="Consolas" panose="020B0609020204030204" pitchFamily="49" charset="0"/>
              </a:rPr>
              <a:t> communicator) //  the “group” that I want to potentially send this data to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95BF44-4B49-4A71-8644-1D63D6879A2B}"/>
              </a:ext>
            </a:extLst>
          </p:cNvPr>
          <p:cNvSpPr txBox="1">
            <a:spLocks/>
          </p:cNvSpPr>
          <p:nvPr/>
        </p:nvSpPr>
        <p:spPr>
          <a:xfrm>
            <a:off x="0" y="3785532"/>
            <a:ext cx="12046592" cy="3106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nsolas" panose="020B0609020204030204" pitchFamily="49" charset="0"/>
              </a:rPr>
              <a:t>MPI_Recv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</a:rPr>
              <a:t>void* data,  // pointer to the data buffer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</a:rPr>
              <a:t>int count, // </a:t>
            </a:r>
            <a:r>
              <a:rPr lang="en-US" sz="1600" b="1" dirty="0">
                <a:latin typeface="Consolas" panose="020B0609020204030204" pitchFamily="49" charset="0"/>
              </a:rPr>
              <a:t>maximum </a:t>
            </a:r>
            <a:r>
              <a:rPr lang="en-US" sz="1600" dirty="0">
                <a:latin typeface="Consolas" panose="020B0609020204030204" pitchFamily="49" charset="0"/>
              </a:rPr>
              <a:t>number  of data items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nsolas" panose="020B0609020204030204" pitchFamily="49" charset="0"/>
              </a:rPr>
              <a:t>MPI_Datatype</a:t>
            </a:r>
            <a:r>
              <a:rPr lang="en-US" sz="1600" dirty="0">
                <a:latin typeface="Consolas" panose="020B0609020204030204" pitchFamily="49" charset="0"/>
              </a:rPr>
              <a:t> datatype, // the data type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</a:rPr>
              <a:t>int source, // who (rank) will be sending me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</a:rPr>
              <a:t>int tag, // which data I am looking for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nsolas" panose="020B0609020204030204" pitchFamily="49" charset="0"/>
              </a:rPr>
              <a:t>MPI_Comm</a:t>
            </a:r>
            <a:r>
              <a:rPr lang="en-US" sz="1600" dirty="0">
                <a:latin typeface="Consolas" panose="020B0609020204030204" pitchFamily="49" charset="0"/>
              </a:rPr>
              <a:t> communicator, // the “group” I expect the data from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latin typeface="Consolas" panose="020B0609020204030204" pitchFamily="49" charset="0"/>
              </a:rPr>
              <a:t>MPI_Status</a:t>
            </a:r>
            <a:r>
              <a:rPr lang="en-US" sz="1600" dirty="0">
                <a:latin typeface="Consolas" panose="020B0609020204030204" pitchFamily="49" charset="0"/>
              </a:rPr>
              <a:t>* status) // Info about the received message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063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2730-EACB-4E04-9064-B6288563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2E733C-DF04-46D1-9582-0DD6C7EF7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969434"/>
              </p:ext>
            </p:extLst>
          </p:nvPr>
        </p:nvGraphicFramePr>
        <p:xfrm>
          <a:off x="227147" y="1506842"/>
          <a:ext cx="8935784" cy="4351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467892">
                  <a:extLst>
                    <a:ext uri="{9D8B030D-6E8A-4147-A177-3AD203B41FA5}">
                      <a16:colId xmlns:a16="http://schemas.microsoft.com/office/drawing/2014/main" val="2304024384"/>
                    </a:ext>
                  </a:extLst>
                </a:gridCol>
                <a:gridCol w="4467892">
                  <a:extLst>
                    <a:ext uri="{9D8B030D-6E8A-4147-A177-3AD203B41FA5}">
                      <a16:colId xmlns:a16="http://schemas.microsoft.com/office/drawing/2014/main" val="3409517286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r>
                        <a:rPr lang="en-US" sz="1500" dirty="0"/>
                        <a:t>MPI datatype</a:t>
                      </a:r>
                    </a:p>
                  </a:txBody>
                  <a:tcPr marL="77702" marR="77702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 equivalent</a:t>
                      </a:r>
                    </a:p>
                  </a:txBody>
                  <a:tcPr marL="77702" marR="77702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01435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MPI_SHORT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short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437997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MPI_INT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3840652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MPI_LONG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long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96397239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MPI_LONG_LONG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long long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1816231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MPI_UNSIGNED_CHAR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unsigned char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3292345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MPI_UNSIGNED_SHORT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unsigned short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4005159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MPI_UNSIGNED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unsigned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5278868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MPI_UNSIGNED_LONG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unsigned long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6603897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MPI_UNSIGNED_LONG_LONG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unsigned long long int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39911689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MPI_FLOAT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float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8352578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MPI_DOUBLE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double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2875817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MPI_LONG_DOUBLE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long double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3139588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MPI_BYTE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char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54393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44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61E6-AF21-43BE-8A5B-8E4FE7D4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don’t care about sender and tag?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5E22-DB63-472C-80F5-E9129D7C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MPI_ANY_SOURCE and </a:t>
            </a:r>
            <a:r>
              <a:rPr lang="en-US" dirty="0"/>
              <a:t>MPI_ANY_TAG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I find out what they were when I didn’t ask in the receive?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status.MPI_SOURCE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status.MPI_TAG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Count?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MPI_Get_count</a:t>
            </a:r>
            <a:r>
              <a:rPr lang="en-US" dirty="0">
                <a:latin typeface="Consolas" panose="020B0609020204030204" pitchFamily="49" charset="0"/>
              </a:rPr>
              <a:t>(status, datatype, &amp;count) </a:t>
            </a:r>
            <a:r>
              <a:rPr lang="en-US" dirty="0"/>
              <a:t>// how many for this data type did we receive?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1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6204-A3AC-46A8-BD4C-F4E2AD24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Probe?!?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68D5-EDD6-4CB8-89C5-1535DCB7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68" y="3859277"/>
            <a:ext cx="12120464" cy="29876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can “ask” what messages are “out there” before accepting them.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latin typeface="Consolas" panose="020B0609020204030204" pitchFamily="49" charset="0"/>
              </a:rPr>
              <a:t>MPI_Probe</a:t>
            </a:r>
            <a:r>
              <a:rPr lang="en-US" sz="2600" dirty="0">
                <a:latin typeface="Consolas" panose="020B0609020204030204" pitchFamily="49" charset="0"/>
              </a:rPr>
              <a:t>(int source, int tag, </a:t>
            </a:r>
            <a:r>
              <a:rPr lang="en-US" sz="2600" dirty="0" err="1">
                <a:latin typeface="Consolas" panose="020B0609020204030204" pitchFamily="49" charset="0"/>
              </a:rPr>
              <a:t>MPI_Comm</a:t>
            </a:r>
            <a:r>
              <a:rPr lang="en-US" sz="2600" dirty="0">
                <a:latin typeface="Consolas" panose="020B0609020204030204" pitchFamily="49" charset="0"/>
              </a:rPr>
              <a:t> comm, </a:t>
            </a:r>
            <a:r>
              <a:rPr lang="en-US" sz="2600" dirty="0" err="1">
                <a:latin typeface="Consolas" panose="020B0609020204030204" pitchFamily="49" charset="0"/>
              </a:rPr>
              <a:t>MPI_Status</a:t>
            </a:r>
            <a:r>
              <a:rPr lang="en-US" sz="2600" dirty="0">
                <a:latin typeface="Consolas" panose="020B0609020204030204" pitchFamily="49" charset="0"/>
              </a:rPr>
              <a:t> *stat)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just like “</a:t>
            </a:r>
            <a:r>
              <a:rPr lang="en-US" dirty="0" err="1"/>
              <a:t>MPI_Recv</a:t>
            </a:r>
            <a:r>
              <a:rPr lang="en-US" dirty="0"/>
              <a:t>” except that it doesn’t accept the message.</a:t>
            </a:r>
          </a:p>
        </p:txBody>
      </p:sp>
      <p:pic>
        <p:nvPicPr>
          <p:cNvPr id="5" name="Picture 4" descr="A picture containing text, nature, cloud, night sky&#10;&#10;Description automatically generated">
            <a:extLst>
              <a:ext uri="{FF2B5EF4-FFF2-40B4-BE49-F238E27FC236}">
                <a16:creationId xmlns:a16="http://schemas.microsoft.com/office/drawing/2014/main" id="{732A15FD-A65C-4A4A-BFBA-00022353F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371" y="-1"/>
            <a:ext cx="6734629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53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95A42-2D77-431C-96F4-FE6F8E06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 and Receive are </a:t>
            </a:r>
            <a:r>
              <a:rPr lang="en-US" b="1" dirty="0"/>
              <a:t>blocking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B1061-D6B9-4004-891D-C8342B145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1825625"/>
            <a:ext cx="10939244" cy="4835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Send will wait until the message has been copied somewhere safe. That could be the destination, </a:t>
            </a:r>
            <a:r>
              <a:rPr lang="en-US" b="1" dirty="0"/>
              <a:t>or</a:t>
            </a:r>
            <a:r>
              <a:rPr lang="en-US" dirty="0"/>
              <a:t> it could be a system buffer – you can’t tell.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Receive will wait, preventing any other code from running, until it finds a message that matches the source and tag specifications.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– the tags are completely arbitrary and defined by your program. The source/destination are ranks.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Non-blocking versions of both send and receive exist but are complex by comparison.</a:t>
            </a:r>
          </a:p>
        </p:txBody>
      </p:sp>
    </p:spTree>
    <p:extLst>
      <p:ext uri="{BB962C8B-B14F-4D97-AF65-F5344CB8AC3E}">
        <p14:creationId xmlns:p14="http://schemas.microsoft.com/office/powerpoint/2010/main" val="201474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51CB-BB50-44AD-8A15-DC0814D6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1D30-897C-444C-ADEB-420957E4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many cases, you want to send to a particular node. For example – maybe node 0 reads all the data from disk and sends some to nodes 1,2 and 3. But sometimes you want to broadcast a message to everyone.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MPI_Bcast</a:t>
            </a:r>
            <a:r>
              <a:rPr lang="en-US" sz="2400" dirty="0">
                <a:latin typeface="Consolas" panose="020B0609020204030204" pitchFamily="49" charset="0"/>
              </a:rPr>
              <a:t>(void *buffer, int count, </a:t>
            </a:r>
            <a:r>
              <a:rPr lang="en-US" sz="2400" dirty="0" err="1">
                <a:latin typeface="Consolas" panose="020B0609020204030204" pitchFamily="49" charset="0"/>
              </a:rPr>
              <a:t>MPI_Datatype</a:t>
            </a:r>
            <a:r>
              <a:rPr lang="en-US" sz="2400" dirty="0">
                <a:latin typeface="Consolas" panose="020B0609020204030204" pitchFamily="49" charset="0"/>
              </a:rPr>
              <a:t> dt, int root, </a:t>
            </a:r>
            <a:r>
              <a:rPr lang="en-US" sz="2400" dirty="0" err="1">
                <a:latin typeface="Consolas" panose="020B0609020204030204" pitchFamily="49" charset="0"/>
              </a:rPr>
              <a:t>MPI_Comm</a:t>
            </a:r>
            <a:r>
              <a:rPr lang="en-US" sz="2400" dirty="0">
                <a:latin typeface="Consolas" panose="020B0609020204030204" pitchFamily="49" charset="0"/>
              </a:rPr>
              <a:t> comm);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root selects which process is sending the message.</a:t>
            </a:r>
          </a:p>
          <a:p>
            <a:pPr marL="0" indent="0">
              <a:buNone/>
            </a:pPr>
            <a:r>
              <a:rPr lang="en-US" dirty="0"/>
              <a:t>Example use: We want to abort the calculation on all machines.</a:t>
            </a:r>
          </a:p>
        </p:txBody>
      </p:sp>
    </p:spTree>
    <p:extLst>
      <p:ext uri="{BB962C8B-B14F-4D97-AF65-F5344CB8AC3E}">
        <p14:creationId xmlns:p14="http://schemas.microsoft.com/office/powerpoint/2010/main" val="372052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226E-1491-4238-A1D1-2556DC81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2BB4-8626-4F6E-AB75-B038849AF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Just as we saw in OpenMP, a reduce method can save us a lot of data transmission.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MPI_Reduce</a:t>
            </a:r>
            <a:r>
              <a:rPr lang="en-US" sz="2400" dirty="0">
                <a:latin typeface="Consolas" panose="020B0609020204030204" pitchFamily="49" charset="0"/>
              </a:rPr>
              <a:t>(void *</a:t>
            </a:r>
            <a:r>
              <a:rPr lang="en-US" sz="2400" dirty="0" err="1">
                <a:latin typeface="Consolas" panose="020B0609020204030204" pitchFamily="49" charset="0"/>
              </a:rPr>
              <a:t>sendBuf</a:t>
            </a:r>
            <a:r>
              <a:rPr lang="en-US" sz="2400" dirty="0">
                <a:latin typeface="Consolas" panose="020B0609020204030204" pitchFamily="49" charset="0"/>
              </a:rPr>
              <a:t>, void *</a:t>
            </a:r>
            <a:r>
              <a:rPr lang="en-US" sz="2400" dirty="0" err="1">
                <a:latin typeface="Consolas" panose="020B0609020204030204" pitchFamily="49" charset="0"/>
              </a:rPr>
              <a:t>recvBuf</a:t>
            </a:r>
            <a:r>
              <a:rPr lang="en-US" sz="2400" dirty="0">
                <a:latin typeface="Consolas" panose="020B0609020204030204" pitchFamily="49" charset="0"/>
              </a:rPr>
              <a:t>, int count, </a:t>
            </a:r>
            <a:r>
              <a:rPr lang="en-US" sz="2400" dirty="0" err="1">
                <a:latin typeface="Consolas" panose="020B0609020204030204" pitchFamily="49" charset="0"/>
              </a:rPr>
              <a:t>MPI_Datatype</a:t>
            </a:r>
            <a:r>
              <a:rPr lang="en-US" sz="2400" dirty="0">
                <a:latin typeface="Consolas" panose="020B0609020204030204" pitchFamily="49" charset="0"/>
              </a:rPr>
              <a:t> dt, </a:t>
            </a:r>
            <a:r>
              <a:rPr lang="en-US" sz="2400" dirty="0" err="1">
                <a:latin typeface="Consolas" panose="020B0609020204030204" pitchFamily="49" charset="0"/>
              </a:rPr>
              <a:t>MPI_Op</a:t>
            </a:r>
            <a:r>
              <a:rPr lang="en-US" sz="2400" dirty="0">
                <a:latin typeface="Consolas" panose="020B0609020204030204" pitchFamily="49" charset="0"/>
              </a:rPr>
              <a:t> op, int root, </a:t>
            </a:r>
            <a:r>
              <a:rPr lang="en-US" sz="2400" dirty="0" err="1">
                <a:latin typeface="Consolas" panose="020B0609020204030204" pitchFamily="49" charset="0"/>
              </a:rPr>
              <a:t>MPI_Comm</a:t>
            </a:r>
            <a:r>
              <a:rPr lang="en-US" sz="2400" dirty="0">
                <a:latin typeface="Consolas" panose="020B0609020204030204" pitchFamily="49" charset="0"/>
              </a:rPr>
              <a:t> comm)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Each processes uses the same count, datatype, operation, root and comm. The operation is done on all elements of the </a:t>
            </a:r>
            <a:r>
              <a:rPr lang="en-US" dirty="0" err="1"/>
              <a:t>sendBuf</a:t>
            </a:r>
            <a:r>
              <a:rPr lang="en-US" dirty="0"/>
              <a:t> and then transferred, combined to root’s </a:t>
            </a:r>
            <a:r>
              <a:rPr lang="en-US" dirty="0" err="1"/>
              <a:t>recvBuf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64216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6317-6EB8-4963-A298-56C14D67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MPI_OP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7150358-662E-4FDE-B548-6E7E4EFC7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49359"/>
              </p:ext>
            </p:extLst>
          </p:nvPr>
        </p:nvGraphicFramePr>
        <p:xfrm>
          <a:off x="1822275" y="1902514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855700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7263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207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01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50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73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54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7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bitwise 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45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6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bitwise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07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MPI_LXOR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</a:t>
                      </a:r>
                      <a:r>
                        <a:rPr lang="en-US" dirty="0" err="1"/>
                        <a:t>xor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54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MPI_BXOR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bitwise </a:t>
                      </a:r>
                      <a:r>
                        <a:rPr lang="en-US" dirty="0" err="1"/>
                        <a:t>xor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404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582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BD53A-BA9E-45E8-8670-7DB48FA4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Much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80229-1DC0-408D-AE1A-420D92E53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Everything that you need to write many good applications has been discussed. There is much, much more to learn, however.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the MPI-Forum here: </a:t>
            </a:r>
            <a:r>
              <a:rPr lang="en-US" dirty="0">
                <a:hlinkClick r:id="rId2"/>
              </a:rPr>
              <a:t>https://www.mpi-forum.org/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official documentation and more details </a:t>
            </a:r>
            <a:r>
              <a:rPr lang="en-US"/>
              <a:t>on everything!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8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1468</Words>
  <Application>Microsoft Office PowerPoint</Application>
  <PresentationFormat>Widescreen</PresentationFormat>
  <Paragraphs>181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MPI</vt:lpstr>
      <vt:lpstr>Quick Recap</vt:lpstr>
      <vt:lpstr>What about multiple machines?</vt:lpstr>
      <vt:lpstr>MPI – The Message Passing Interface</vt:lpstr>
      <vt:lpstr>Why Message Passing?</vt:lpstr>
      <vt:lpstr>How does this work?</vt:lpstr>
      <vt:lpstr>Compiling your code</vt:lpstr>
      <vt:lpstr>PowerPoint Presentation</vt:lpstr>
      <vt:lpstr>PowerPoint Presentation</vt:lpstr>
      <vt:lpstr>How do we send and receive data?</vt:lpstr>
      <vt:lpstr>MPI Data Types</vt:lpstr>
      <vt:lpstr>What if I don’t care about sender and tag?</vt:lpstr>
      <vt:lpstr>Probe?!?</vt:lpstr>
      <vt:lpstr>Send and Receive are blocking</vt:lpstr>
      <vt:lpstr>Broadcast</vt:lpstr>
      <vt:lpstr>Reduce</vt:lpstr>
      <vt:lpstr>MPI_OP</vt:lpstr>
      <vt:lpstr>Much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Phipps, Michael</dc:creator>
  <cp:lastModifiedBy>Phipps, Michael</cp:lastModifiedBy>
  <cp:revision>1</cp:revision>
  <dcterms:created xsi:type="dcterms:W3CDTF">2021-12-20T19:04:40Z</dcterms:created>
  <dcterms:modified xsi:type="dcterms:W3CDTF">2021-12-20T20:52:50Z</dcterms:modified>
</cp:coreProperties>
</file>