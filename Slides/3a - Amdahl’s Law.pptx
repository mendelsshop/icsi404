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11" r:id="rId4"/>
    <p:sldId id="329" r:id="rId5"/>
    <p:sldId id="334" r:id="rId6"/>
    <p:sldId id="312" r:id="rId7"/>
    <p:sldId id="316" r:id="rId8"/>
    <p:sldId id="317" r:id="rId9"/>
    <p:sldId id="315" r:id="rId10"/>
    <p:sldId id="335" r:id="rId11"/>
    <p:sldId id="336" r:id="rId12"/>
    <p:sldId id="313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18" r:id="rId24"/>
    <p:sldId id="330" r:id="rId25"/>
    <p:sldId id="331" r:id="rId26"/>
    <p:sldId id="332" r:id="rId27"/>
    <p:sldId id="33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220CE-4082-4CCF-A8A4-74BC9783ACAB}" v="389" dt="2021-08-27T19:13:03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pps, Michael" userId="22b19e64-ae93-4d74-aed7-bbb364ca0772" providerId="ADAL" clId="{304220CE-4082-4CCF-A8A4-74BC9783ACAB}"/>
    <pc:docChg chg="undo custSel addSld modSld">
      <pc:chgData name="Phipps, Michael" userId="22b19e64-ae93-4d74-aed7-bbb364ca0772" providerId="ADAL" clId="{304220CE-4082-4CCF-A8A4-74BC9783ACAB}" dt="2021-08-27T19:13:11.856" v="3899" actId="27107"/>
      <pc:docMkLst>
        <pc:docMk/>
      </pc:docMkLst>
      <pc:sldChg chg="modSp mod">
        <pc:chgData name="Phipps, Michael" userId="22b19e64-ae93-4d74-aed7-bbb364ca0772" providerId="ADAL" clId="{304220CE-4082-4CCF-A8A4-74BC9783ACAB}" dt="2021-08-27T18:48:21.747" v="3185" actId="20577"/>
        <pc:sldMkLst>
          <pc:docMk/>
          <pc:sldMk cId="2746031646" sldId="312"/>
        </pc:sldMkLst>
        <pc:spChg chg="mod">
          <ac:chgData name="Phipps, Michael" userId="22b19e64-ae93-4d74-aed7-bbb364ca0772" providerId="ADAL" clId="{304220CE-4082-4CCF-A8A4-74BC9783ACAB}" dt="2021-08-27T18:48:21.747" v="3185" actId="20577"/>
          <ac:spMkLst>
            <pc:docMk/>
            <pc:sldMk cId="2746031646" sldId="312"/>
            <ac:spMk id="3" creationId="{EE77871B-FD45-4D4E-87D0-8B212F1D2FE7}"/>
          </ac:spMkLst>
        </pc:spChg>
      </pc:sldChg>
      <pc:sldChg chg="modSp mod">
        <pc:chgData name="Phipps, Michael" userId="22b19e64-ae93-4d74-aed7-bbb364ca0772" providerId="ADAL" clId="{304220CE-4082-4CCF-A8A4-74BC9783ACAB}" dt="2021-08-27T18:50:02.442" v="3221" actId="20577"/>
        <pc:sldMkLst>
          <pc:docMk/>
          <pc:sldMk cId="1210769378" sldId="315"/>
        </pc:sldMkLst>
        <pc:spChg chg="mod">
          <ac:chgData name="Phipps, Michael" userId="22b19e64-ae93-4d74-aed7-bbb364ca0772" providerId="ADAL" clId="{304220CE-4082-4CCF-A8A4-74BC9783ACAB}" dt="2021-08-27T18:50:02.442" v="3221" actId="20577"/>
          <ac:spMkLst>
            <pc:docMk/>
            <pc:sldMk cId="1210769378" sldId="315"/>
            <ac:spMk id="3" creationId="{EE77871B-FD45-4D4E-87D0-8B212F1D2FE7}"/>
          </ac:spMkLst>
        </pc:spChg>
      </pc:sldChg>
      <pc:sldChg chg="modSp mod">
        <pc:chgData name="Phipps, Michael" userId="22b19e64-ae93-4d74-aed7-bbb364ca0772" providerId="ADAL" clId="{304220CE-4082-4CCF-A8A4-74BC9783ACAB}" dt="2021-08-27T18:48:49.627" v="3193" actId="20577"/>
        <pc:sldMkLst>
          <pc:docMk/>
          <pc:sldMk cId="537570600" sldId="316"/>
        </pc:sldMkLst>
        <pc:spChg chg="mod">
          <ac:chgData name="Phipps, Michael" userId="22b19e64-ae93-4d74-aed7-bbb364ca0772" providerId="ADAL" clId="{304220CE-4082-4CCF-A8A4-74BC9783ACAB}" dt="2021-08-27T18:48:49.627" v="3193" actId="20577"/>
          <ac:spMkLst>
            <pc:docMk/>
            <pc:sldMk cId="537570600" sldId="316"/>
            <ac:spMk id="3" creationId="{EE77871B-FD45-4D4E-87D0-8B212F1D2FE7}"/>
          </ac:spMkLst>
        </pc:spChg>
      </pc:sldChg>
      <pc:sldChg chg="modSp mod">
        <pc:chgData name="Phipps, Michael" userId="22b19e64-ae93-4d74-aed7-bbb364ca0772" providerId="ADAL" clId="{304220CE-4082-4CCF-A8A4-74BC9783ACAB}" dt="2021-08-27T18:59:18.750" v="3667"/>
        <pc:sldMkLst>
          <pc:docMk/>
          <pc:sldMk cId="518207964" sldId="317"/>
        </pc:sldMkLst>
        <pc:spChg chg="mod">
          <ac:chgData name="Phipps, Michael" userId="22b19e64-ae93-4d74-aed7-bbb364ca0772" providerId="ADAL" clId="{304220CE-4082-4CCF-A8A4-74BC9783ACAB}" dt="2021-08-27T18:59:18.750" v="3667"/>
          <ac:spMkLst>
            <pc:docMk/>
            <pc:sldMk cId="518207964" sldId="317"/>
            <ac:spMk id="3" creationId="{EE77871B-FD45-4D4E-87D0-8B212F1D2FE7}"/>
          </ac:spMkLst>
        </pc:spChg>
      </pc:sldChg>
      <pc:sldChg chg="modSp new mod">
        <pc:chgData name="Phipps, Michael" userId="22b19e64-ae93-4d74-aed7-bbb364ca0772" providerId="ADAL" clId="{304220CE-4082-4CCF-A8A4-74BC9783ACAB}" dt="2021-08-27T18:06:04.393" v="802" actId="20577"/>
        <pc:sldMkLst>
          <pc:docMk/>
          <pc:sldMk cId="2485649483" sldId="328"/>
        </pc:sldMkLst>
        <pc:spChg chg="mod">
          <ac:chgData name="Phipps, Michael" userId="22b19e64-ae93-4d74-aed7-bbb364ca0772" providerId="ADAL" clId="{304220CE-4082-4CCF-A8A4-74BC9783ACAB}" dt="2021-08-27T17:53:38.190" v="24" actId="20577"/>
          <ac:spMkLst>
            <pc:docMk/>
            <pc:sldMk cId="2485649483" sldId="328"/>
            <ac:spMk id="2" creationId="{1420D11A-D17B-4365-87B6-D192EA857C01}"/>
          </ac:spMkLst>
        </pc:spChg>
        <pc:spChg chg="mod">
          <ac:chgData name="Phipps, Michael" userId="22b19e64-ae93-4d74-aed7-bbb364ca0772" providerId="ADAL" clId="{304220CE-4082-4CCF-A8A4-74BC9783ACAB}" dt="2021-08-27T18:06:04.393" v="802" actId="20577"/>
          <ac:spMkLst>
            <pc:docMk/>
            <pc:sldMk cId="2485649483" sldId="328"/>
            <ac:spMk id="3" creationId="{47E1BE00-E50E-48DF-9A6B-697BF29833FB}"/>
          </ac:spMkLst>
        </pc:spChg>
      </pc:sldChg>
      <pc:sldChg chg="modSp new mod">
        <pc:chgData name="Phipps, Michael" userId="22b19e64-ae93-4d74-aed7-bbb364ca0772" providerId="ADAL" clId="{304220CE-4082-4CCF-A8A4-74BC9783ACAB}" dt="2021-08-27T19:09:13.171" v="3894" actId="20577"/>
        <pc:sldMkLst>
          <pc:docMk/>
          <pc:sldMk cId="4035151155" sldId="329"/>
        </pc:sldMkLst>
        <pc:spChg chg="mod">
          <ac:chgData name="Phipps, Michael" userId="22b19e64-ae93-4d74-aed7-bbb364ca0772" providerId="ADAL" clId="{304220CE-4082-4CCF-A8A4-74BC9783ACAB}" dt="2021-08-27T17:57:28.935" v="36" actId="20577"/>
          <ac:spMkLst>
            <pc:docMk/>
            <pc:sldMk cId="4035151155" sldId="329"/>
            <ac:spMk id="2" creationId="{3CE37153-2779-40B3-AC89-3E11A5F8BC1E}"/>
          </ac:spMkLst>
        </pc:spChg>
        <pc:spChg chg="mod">
          <ac:chgData name="Phipps, Michael" userId="22b19e64-ae93-4d74-aed7-bbb364ca0772" providerId="ADAL" clId="{304220CE-4082-4CCF-A8A4-74BC9783ACAB}" dt="2021-08-27T19:09:13.171" v="3894" actId="20577"/>
          <ac:spMkLst>
            <pc:docMk/>
            <pc:sldMk cId="4035151155" sldId="329"/>
            <ac:spMk id="3" creationId="{44343946-D21B-40D8-907E-F61F3D93B036}"/>
          </ac:spMkLst>
        </pc:spChg>
      </pc:sldChg>
      <pc:sldChg chg="modSp new mod">
        <pc:chgData name="Phipps, Michael" userId="22b19e64-ae93-4d74-aed7-bbb364ca0772" providerId="ADAL" clId="{304220CE-4082-4CCF-A8A4-74BC9783ACAB}" dt="2021-08-27T18:17:17.792" v="1491" actId="20577"/>
        <pc:sldMkLst>
          <pc:docMk/>
          <pc:sldMk cId="3161828040" sldId="330"/>
        </pc:sldMkLst>
        <pc:spChg chg="mod">
          <ac:chgData name="Phipps, Michael" userId="22b19e64-ae93-4d74-aed7-bbb364ca0772" providerId="ADAL" clId="{304220CE-4082-4CCF-A8A4-74BC9783ACAB}" dt="2021-08-27T18:07:54.710" v="946" actId="20577"/>
          <ac:spMkLst>
            <pc:docMk/>
            <pc:sldMk cId="3161828040" sldId="330"/>
            <ac:spMk id="2" creationId="{6BEF030C-B391-46E7-B28A-62D2EE217B56}"/>
          </ac:spMkLst>
        </pc:spChg>
        <pc:spChg chg="mod">
          <ac:chgData name="Phipps, Michael" userId="22b19e64-ae93-4d74-aed7-bbb364ca0772" providerId="ADAL" clId="{304220CE-4082-4CCF-A8A4-74BC9783ACAB}" dt="2021-08-27T18:17:17.792" v="1491" actId="20577"/>
          <ac:spMkLst>
            <pc:docMk/>
            <pc:sldMk cId="3161828040" sldId="330"/>
            <ac:spMk id="3" creationId="{F5DDE6AE-878F-4A72-8A39-98DDBB5A3ECE}"/>
          </ac:spMkLst>
        </pc:spChg>
      </pc:sldChg>
      <pc:sldChg chg="delSp modSp new mod">
        <pc:chgData name="Phipps, Michael" userId="22b19e64-ae93-4d74-aed7-bbb364ca0772" providerId="ADAL" clId="{304220CE-4082-4CCF-A8A4-74BC9783ACAB}" dt="2021-08-27T19:13:11.856" v="3899" actId="27107"/>
        <pc:sldMkLst>
          <pc:docMk/>
          <pc:sldMk cId="2814559896" sldId="331"/>
        </pc:sldMkLst>
        <pc:spChg chg="del">
          <ac:chgData name="Phipps, Michael" userId="22b19e64-ae93-4d74-aed7-bbb364ca0772" providerId="ADAL" clId="{304220CE-4082-4CCF-A8A4-74BC9783ACAB}" dt="2021-08-27T18:19:32.360" v="1499" actId="478"/>
          <ac:spMkLst>
            <pc:docMk/>
            <pc:sldMk cId="2814559896" sldId="331"/>
            <ac:spMk id="2" creationId="{A3EB5915-E50F-48E5-A95E-0B39C46061E9}"/>
          </ac:spMkLst>
        </pc:spChg>
        <pc:spChg chg="mod">
          <ac:chgData name="Phipps, Michael" userId="22b19e64-ae93-4d74-aed7-bbb364ca0772" providerId="ADAL" clId="{304220CE-4082-4CCF-A8A4-74BC9783ACAB}" dt="2021-08-27T19:13:11.856" v="3899" actId="27107"/>
          <ac:spMkLst>
            <pc:docMk/>
            <pc:sldMk cId="2814559896" sldId="331"/>
            <ac:spMk id="3" creationId="{539DD5CB-09EF-453E-A776-2D38A6C78538}"/>
          </ac:spMkLst>
        </pc:spChg>
      </pc:sldChg>
      <pc:sldChg chg="modSp new mod">
        <pc:chgData name="Phipps, Michael" userId="22b19e64-ae93-4d74-aed7-bbb364ca0772" providerId="ADAL" clId="{304220CE-4082-4CCF-A8A4-74BC9783ACAB}" dt="2021-08-27T18:28:12.814" v="2134" actId="20577"/>
        <pc:sldMkLst>
          <pc:docMk/>
          <pc:sldMk cId="387408441" sldId="332"/>
        </pc:sldMkLst>
        <pc:spChg chg="mod">
          <ac:chgData name="Phipps, Michael" userId="22b19e64-ae93-4d74-aed7-bbb364ca0772" providerId="ADAL" clId="{304220CE-4082-4CCF-A8A4-74BC9783ACAB}" dt="2021-08-27T18:27:26.199" v="2059" actId="20577"/>
          <ac:spMkLst>
            <pc:docMk/>
            <pc:sldMk cId="387408441" sldId="332"/>
            <ac:spMk id="2" creationId="{14B6915E-6402-455E-A83C-810142F8177D}"/>
          </ac:spMkLst>
        </pc:spChg>
        <pc:spChg chg="mod">
          <ac:chgData name="Phipps, Michael" userId="22b19e64-ae93-4d74-aed7-bbb364ca0772" providerId="ADAL" clId="{304220CE-4082-4CCF-A8A4-74BC9783ACAB}" dt="2021-08-27T18:28:12.814" v="2134" actId="20577"/>
          <ac:spMkLst>
            <pc:docMk/>
            <pc:sldMk cId="387408441" sldId="332"/>
            <ac:spMk id="3" creationId="{4D7D08A2-087C-4991-BC4F-B4C92B98B616}"/>
          </ac:spMkLst>
        </pc:spChg>
      </pc:sldChg>
      <pc:sldChg chg="addSp delSp modSp new mod">
        <pc:chgData name="Phipps, Michael" userId="22b19e64-ae93-4d74-aed7-bbb364ca0772" providerId="ADAL" clId="{304220CE-4082-4CCF-A8A4-74BC9783ACAB}" dt="2021-08-27T19:08:45.233" v="3887" actId="20577"/>
        <pc:sldMkLst>
          <pc:docMk/>
          <pc:sldMk cId="339113658" sldId="333"/>
        </pc:sldMkLst>
        <pc:spChg chg="mod">
          <ac:chgData name="Phipps, Michael" userId="22b19e64-ae93-4d74-aed7-bbb364ca0772" providerId="ADAL" clId="{304220CE-4082-4CCF-A8A4-74BC9783ACAB}" dt="2021-08-27T18:29:19.233" v="2290" actId="5793"/>
          <ac:spMkLst>
            <pc:docMk/>
            <pc:sldMk cId="339113658" sldId="333"/>
            <ac:spMk id="2" creationId="{DBB47758-B92F-48FF-ACB8-AE1E6CF1D6B2}"/>
          </ac:spMkLst>
        </pc:spChg>
        <pc:spChg chg="mod">
          <ac:chgData name="Phipps, Michael" userId="22b19e64-ae93-4d74-aed7-bbb364ca0772" providerId="ADAL" clId="{304220CE-4082-4CCF-A8A4-74BC9783ACAB}" dt="2021-08-27T19:08:45.233" v="3887" actId="20577"/>
          <ac:spMkLst>
            <pc:docMk/>
            <pc:sldMk cId="339113658" sldId="333"/>
            <ac:spMk id="3" creationId="{746082F9-E28A-4CFB-9454-89FF81A4B298}"/>
          </ac:spMkLst>
        </pc:spChg>
        <pc:spChg chg="add del">
          <ac:chgData name="Phipps, Michael" userId="22b19e64-ae93-4d74-aed7-bbb364ca0772" providerId="ADAL" clId="{304220CE-4082-4CCF-A8A4-74BC9783ACAB}" dt="2021-08-27T18:26:31.892" v="1987" actId="22"/>
          <ac:spMkLst>
            <pc:docMk/>
            <pc:sldMk cId="339113658" sldId="333"/>
            <ac:spMk id="5" creationId="{92F896C7-2379-4B73-92C4-93658FADE210}"/>
          </ac:spMkLst>
        </pc:spChg>
      </pc:sldChg>
      <pc:sldChg chg="modSp new mod">
        <pc:chgData name="Phipps, Michael" userId="22b19e64-ae93-4d74-aed7-bbb364ca0772" providerId="ADAL" clId="{304220CE-4082-4CCF-A8A4-74BC9783ACAB}" dt="2021-08-27T18:46:40.422" v="3070" actId="6549"/>
        <pc:sldMkLst>
          <pc:docMk/>
          <pc:sldMk cId="968787436" sldId="334"/>
        </pc:sldMkLst>
        <pc:spChg chg="mod">
          <ac:chgData name="Phipps, Michael" userId="22b19e64-ae93-4d74-aed7-bbb364ca0772" providerId="ADAL" clId="{304220CE-4082-4CCF-A8A4-74BC9783ACAB}" dt="2021-08-27T18:35:35.298" v="2307" actId="20577"/>
          <ac:spMkLst>
            <pc:docMk/>
            <pc:sldMk cId="968787436" sldId="334"/>
            <ac:spMk id="2" creationId="{C660D55D-A23C-424B-8783-B45DD33DFE69}"/>
          </ac:spMkLst>
        </pc:spChg>
        <pc:spChg chg="mod">
          <ac:chgData name="Phipps, Michael" userId="22b19e64-ae93-4d74-aed7-bbb364ca0772" providerId="ADAL" clId="{304220CE-4082-4CCF-A8A4-74BC9783ACAB}" dt="2021-08-27T18:46:40.422" v="3070" actId="6549"/>
          <ac:spMkLst>
            <pc:docMk/>
            <pc:sldMk cId="968787436" sldId="334"/>
            <ac:spMk id="3" creationId="{EA658577-5BB7-475D-9016-719F2660E085}"/>
          </ac:spMkLst>
        </pc:spChg>
      </pc:sldChg>
      <pc:sldChg chg="modSp new mod">
        <pc:chgData name="Phipps, Michael" userId="22b19e64-ae93-4d74-aed7-bbb364ca0772" providerId="ADAL" clId="{304220CE-4082-4CCF-A8A4-74BC9783ACAB}" dt="2021-08-27T19:10:22.713" v="3895" actId="33524"/>
        <pc:sldMkLst>
          <pc:docMk/>
          <pc:sldMk cId="2477029267" sldId="335"/>
        </pc:sldMkLst>
        <pc:spChg chg="mod">
          <ac:chgData name="Phipps, Michael" userId="22b19e64-ae93-4d74-aed7-bbb364ca0772" providerId="ADAL" clId="{304220CE-4082-4CCF-A8A4-74BC9783ACAB}" dt="2021-08-27T18:56:54.880" v="3260" actId="5793"/>
          <ac:spMkLst>
            <pc:docMk/>
            <pc:sldMk cId="2477029267" sldId="335"/>
            <ac:spMk id="2" creationId="{C8A15596-39B9-47BF-9775-21FE0E2AA524}"/>
          </ac:spMkLst>
        </pc:spChg>
        <pc:spChg chg="mod">
          <ac:chgData name="Phipps, Michael" userId="22b19e64-ae93-4d74-aed7-bbb364ca0772" providerId="ADAL" clId="{304220CE-4082-4CCF-A8A4-74BC9783ACAB}" dt="2021-08-27T19:10:22.713" v="3895" actId="33524"/>
          <ac:spMkLst>
            <pc:docMk/>
            <pc:sldMk cId="2477029267" sldId="335"/>
            <ac:spMk id="3" creationId="{AD1472FA-BE24-45CB-B7F0-D1DD6313C493}"/>
          </ac:spMkLst>
        </pc:spChg>
      </pc:sldChg>
      <pc:sldChg chg="addSp delSp modSp new mod modClrScheme chgLayout">
        <pc:chgData name="Phipps, Michael" userId="22b19e64-ae93-4d74-aed7-bbb364ca0772" providerId="ADAL" clId="{304220CE-4082-4CCF-A8A4-74BC9783ACAB}" dt="2021-08-27T19:06:52.658" v="3886" actId="255"/>
        <pc:sldMkLst>
          <pc:docMk/>
          <pc:sldMk cId="2509442658" sldId="336"/>
        </pc:sldMkLst>
        <pc:spChg chg="del mod ord">
          <ac:chgData name="Phipps, Michael" userId="22b19e64-ae93-4d74-aed7-bbb364ca0772" providerId="ADAL" clId="{304220CE-4082-4CCF-A8A4-74BC9783ACAB}" dt="2021-08-27T18:59:33.410" v="3668" actId="700"/>
          <ac:spMkLst>
            <pc:docMk/>
            <pc:sldMk cId="2509442658" sldId="336"/>
            <ac:spMk id="2" creationId="{ADED7EDD-BAED-40CF-A957-760F38967EC7}"/>
          </ac:spMkLst>
        </pc:spChg>
        <pc:spChg chg="del mod ord">
          <ac:chgData name="Phipps, Michael" userId="22b19e64-ae93-4d74-aed7-bbb364ca0772" providerId="ADAL" clId="{304220CE-4082-4CCF-A8A4-74BC9783ACAB}" dt="2021-08-27T18:59:33.410" v="3668" actId="700"/>
          <ac:spMkLst>
            <pc:docMk/>
            <pc:sldMk cId="2509442658" sldId="336"/>
            <ac:spMk id="3" creationId="{4CDE9998-08D8-47DA-A58F-316B04C1D472}"/>
          </ac:spMkLst>
        </pc:spChg>
        <pc:spChg chg="add del mod ord">
          <ac:chgData name="Phipps, Michael" userId="22b19e64-ae93-4d74-aed7-bbb364ca0772" providerId="ADAL" clId="{304220CE-4082-4CCF-A8A4-74BC9783ACAB}" dt="2021-08-27T18:59:40.814" v="3669" actId="478"/>
          <ac:spMkLst>
            <pc:docMk/>
            <pc:sldMk cId="2509442658" sldId="336"/>
            <ac:spMk id="4" creationId="{47BE02CD-4FB5-4FEA-8ED3-1467F4BE5F20}"/>
          </ac:spMkLst>
        </pc:spChg>
        <pc:spChg chg="add mod ord">
          <ac:chgData name="Phipps, Michael" userId="22b19e64-ae93-4d74-aed7-bbb364ca0772" providerId="ADAL" clId="{304220CE-4082-4CCF-A8A4-74BC9783ACAB}" dt="2021-08-27T19:01:02.503" v="3687" actId="20577"/>
          <ac:spMkLst>
            <pc:docMk/>
            <pc:sldMk cId="2509442658" sldId="336"/>
            <ac:spMk id="5" creationId="{01993D4A-2AB4-4336-AB73-4361A18BEA39}"/>
          </ac:spMkLst>
        </pc:spChg>
        <pc:spChg chg="add del mod ord">
          <ac:chgData name="Phipps, Michael" userId="22b19e64-ae93-4d74-aed7-bbb364ca0772" providerId="ADAL" clId="{304220CE-4082-4CCF-A8A4-74BC9783ACAB}" dt="2021-08-27T19:06:45.605" v="3885" actId="255"/>
          <ac:spMkLst>
            <pc:docMk/>
            <pc:sldMk cId="2509442658" sldId="336"/>
            <ac:spMk id="6" creationId="{662C0474-C47E-41B1-B824-F1D6509C181A}"/>
          </ac:spMkLst>
        </pc:spChg>
        <pc:spChg chg="add del mod ord">
          <ac:chgData name="Phipps, Michael" userId="22b19e64-ae93-4d74-aed7-bbb364ca0772" providerId="ADAL" clId="{304220CE-4082-4CCF-A8A4-74BC9783ACAB}" dt="2021-08-27T19:00:00.519" v="3673" actId="478"/>
          <ac:spMkLst>
            <pc:docMk/>
            <pc:sldMk cId="2509442658" sldId="336"/>
            <ac:spMk id="7" creationId="{BBB442C0-38D2-4791-85F9-3CB3F540A296}"/>
          </ac:spMkLst>
        </pc:spChg>
        <pc:spChg chg="add del mod ord">
          <ac:chgData name="Phipps, Michael" userId="22b19e64-ae93-4d74-aed7-bbb364ca0772" providerId="ADAL" clId="{304220CE-4082-4CCF-A8A4-74BC9783ACAB}" dt="2021-08-27T19:00:00.519" v="3673" actId="478"/>
          <ac:spMkLst>
            <pc:docMk/>
            <pc:sldMk cId="2509442658" sldId="336"/>
            <ac:spMk id="8" creationId="{21D538CB-0BA6-4021-9B8B-6B1EC36EB81A}"/>
          </ac:spMkLst>
        </pc:spChg>
        <pc:spChg chg="add mod">
          <ac:chgData name="Phipps, Michael" userId="22b19e64-ae93-4d74-aed7-bbb364ca0772" providerId="ADAL" clId="{304220CE-4082-4CCF-A8A4-74BC9783ACAB}" dt="2021-08-27T19:00:43.954" v="3676" actId="1076"/>
          <ac:spMkLst>
            <pc:docMk/>
            <pc:sldMk cId="2509442658" sldId="336"/>
            <ac:spMk id="9" creationId="{FDCB43BD-D4A2-4C3A-8419-AF24DD88EC7C}"/>
          </ac:spMkLst>
        </pc:spChg>
        <pc:spChg chg="add mod">
          <ac:chgData name="Phipps, Michael" userId="22b19e64-ae93-4d74-aed7-bbb364ca0772" providerId="ADAL" clId="{304220CE-4082-4CCF-A8A4-74BC9783ACAB}" dt="2021-08-27T19:00:43.954" v="3676" actId="1076"/>
          <ac:spMkLst>
            <pc:docMk/>
            <pc:sldMk cId="2509442658" sldId="336"/>
            <ac:spMk id="10" creationId="{4BBA61BE-A070-4715-ACF4-0B351BFD0462}"/>
          </ac:spMkLst>
        </pc:spChg>
        <pc:spChg chg="add mod">
          <ac:chgData name="Phipps, Michael" userId="22b19e64-ae93-4d74-aed7-bbb364ca0772" providerId="ADAL" clId="{304220CE-4082-4CCF-A8A4-74BC9783ACAB}" dt="2021-08-27T19:01:35.736" v="3724" actId="20577"/>
          <ac:spMkLst>
            <pc:docMk/>
            <pc:sldMk cId="2509442658" sldId="336"/>
            <ac:spMk id="11" creationId="{9C934211-5398-4F40-B071-AA67C56BB721}"/>
          </ac:spMkLst>
        </pc:spChg>
        <pc:spChg chg="add mod">
          <ac:chgData name="Phipps, Michael" userId="22b19e64-ae93-4d74-aed7-bbb364ca0772" providerId="ADAL" clId="{304220CE-4082-4CCF-A8A4-74BC9783ACAB}" dt="2021-08-27T19:06:52.658" v="3886" actId="255"/>
          <ac:spMkLst>
            <pc:docMk/>
            <pc:sldMk cId="2509442658" sldId="336"/>
            <ac:spMk id="12" creationId="{71F32EA6-9D06-440B-85C6-62A8B9C4B97B}"/>
          </ac:spMkLst>
        </pc:spChg>
        <pc:picChg chg="add del mod ord">
          <ac:chgData name="Phipps, Michael" userId="22b19e64-ae93-4d74-aed7-bbb364ca0772" providerId="ADAL" clId="{304220CE-4082-4CCF-A8A4-74BC9783ACAB}" dt="2021-08-27T19:01:47.221" v="3728" actId="22"/>
          <ac:picMkLst>
            <pc:docMk/>
            <pc:sldMk cId="2509442658" sldId="336"/>
            <ac:picMk id="14" creationId="{6182A64E-CF5E-41CA-BF73-ED99018928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4921-290B-482D-A887-091539D66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99DEB-71A7-4D4E-AF37-94A6A96DD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284E7-BC88-4F81-A336-B4C0A44B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CE97-D3C8-45AA-AEBD-F3DD9512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B2D2A-A50F-4969-B88D-347BF2E1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C74F-86F8-4DAC-A5D4-991D5EF6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7219-14A2-44C7-B0D8-1AE8D9DDA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2010-6960-487E-9B02-3C203D80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0997A-07BD-43C4-91D1-DB316553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EC585-486A-4F6D-8217-D19C13CC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0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437C-19EC-4F5C-BD21-89FBB77D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ACC56-B255-4DF8-8F5E-1619529F0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44638-132F-449E-B1BC-01FB804E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009CE-A065-43E2-AEA7-A3ECF553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FD2D-D005-4E9C-A33F-B50DD63DB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6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0E4D-C06F-4808-9A01-0A4F5444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7C8AC-3D9A-48D7-AA2E-02141B331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55969-719D-474D-BAAB-CFBC4E950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48550-2E3B-4231-A7EA-8A1D31F9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43F13-6CF8-4A27-8DCF-67A7BB05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DE37E-20F4-462F-828A-76EFF732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8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23044-B305-4226-BF6C-892B4824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2C3D6-A92D-4A89-A2E8-9A4EE8546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23DD5-DCF6-4919-A0FB-F8DC37DE2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0928F-8EC5-46AD-B028-D52A2CE52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FA906-5CC3-4390-B29E-476A5973B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18DBE-637D-4631-9BA4-C6EF1447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02E2A-150F-4CF7-B2C4-B7955397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FAE24-D1F4-4187-9DD0-CF66F49D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5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77D9-6CA9-42A2-808E-C33278F4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95A25-35DB-4C99-9C71-05B70CDB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4908C-EAB4-47DD-B2E4-F477721C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65D58-F490-437A-BF18-E38641F1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2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6FD14-7469-4EB0-AD96-F681A3E3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54A6C-3EFE-4F1B-97BB-044E7032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E6D01-E465-4C4F-9EB5-930BAAFA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6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20728-5D60-4125-BBA7-0935F408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7174-21B1-4252-9EFC-5A648DFA1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BBDEB-6964-4457-95E1-1EDB54FF3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AF875-F27A-4033-9C92-C57362F7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E9B79-5448-49FA-90F8-79B08300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C28FD-708B-4136-A247-75F73EA1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0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6863-AD20-494D-8807-B4C29804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B57A3F-EE0B-4408-A8A1-6F1713C01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24DB1-F2D5-4F4F-B328-8A81197AF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3043-FA69-4C16-A59D-3A8C0171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4DFEB-9DF8-47AD-A5FE-E4CB309E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D1B35-5EAB-4C5A-A6AF-D029BD35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2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F51B-392F-4BFE-A642-757BBF1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08A60-DEFB-49F0-8854-C12413695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D1351-A5A1-43FF-B47B-07E926BB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B50C-BD03-4E4D-A3F6-C257AC0F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E6B94-2B13-45B1-BA9D-889EF5C8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7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DFA25-E32C-4315-B532-3E580914AE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652E6-D68A-47FC-93EF-9D22663A1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109AC-3459-417C-A444-3E98C063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0CF62-2E37-4D7E-92EE-410C6AAD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9D727-099D-48AE-949D-D9C027FB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8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1BA2A6-ABDE-442D-BCE1-413B4A85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DDD5B-70E1-4724-89FB-409B40C31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D6581-E33E-424B-A8D8-989E383C8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A533-D819-401D-8FF0-3398D570354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CEC70-2153-42EB-9E12-3D88FF385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41C96-A8B3-49E7-860E-DB63462E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7668-01F7-4A30-8067-D37C64EDE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1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713C-A62B-449B-9E58-8E3D9E021D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Amdahl’s Law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87956-5C6D-469E-94A2-472D9D1DB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7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453BE-B0C2-43E7-8359-64488F75C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0" y="171450"/>
            <a:ext cx="5258637" cy="6486525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Gene Myron Amdahl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Born November 16, 1922</a:t>
            </a:r>
          </a:p>
          <a:p>
            <a:pPr lvl="1"/>
            <a:r>
              <a:rPr lang="en-US" sz="2000" dirty="0"/>
              <a:t>Norwegian American </a:t>
            </a:r>
          </a:p>
          <a:p>
            <a:pPr lvl="1"/>
            <a:r>
              <a:rPr lang="en-US" sz="2000" dirty="0"/>
              <a:t>known for his work on mainframe computers at IBM and later Amdahl Corporation. </a:t>
            </a:r>
          </a:p>
          <a:p>
            <a:pPr lvl="1"/>
            <a:r>
              <a:rPr lang="en-US" sz="2000" dirty="0"/>
              <a:t>Worked on the IBM 704, the IBM 709, and the basis for the IBM 7030. He later worked on the System/360 family architecture.</a:t>
            </a:r>
          </a:p>
          <a:p>
            <a:pPr lvl="1"/>
            <a:r>
              <a:rPr lang="en-US" sz="2000" dirty="0"/>
              <a:t>Became an IBM Fellow in 1965, and head of the ACS Laboratory in Menlo Park, California. </a:t>
            </a:r>
          </a:p>
          <a:p>
            <a:pPr lvl="1"/>
            <a:r>
              <a:rPr lang="en-US" sz="2000" dirty="0"/>
              <a:t>In September 1970, he started Amdahl Corporation in Sunnyvale, with aid from Fujitsu.  </a:t>
            </a:r>
          </a:p>
          <a:p>
            <a:pPr lvl="1"/>
            <a:r>
              <a:rPr lang="en-US" sz="2000" dirty="0"/>
              <a:t>He is a Fellow of the National Academy of Engineering and the IEEE and a Distinguished Fellow of the British Computer Society (1979).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E05AE-3997-47E6-8C65-7495FD2AC0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2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0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CE0C-63D5-4140-AA62-C32F2EC4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7DCDD-0C76-46DE-8358-94AF9224D9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40143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Common sense definition – the </a:t>
                </a:r>
                <a:r>
                  <a:rPr lang="en-US" u="sng" dirty="0"/>
                  <a:t>maximum</a:t>
                </a:r>
                <a:r>
                  <a:rPr lang="en-US" dirty="0"/>
                  <a:t> speedup of a whole program that you can get from a change is directly proportional to the amount that change is used.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 = Percentage of problem you are impacting</a:t>
                </a:r>
              </a:p>
              <a:p>
                <a:pPr marL="0" indent="0">
                  <a:buNone/>
                </a:pPr>
                <a:r>
                  <a:rPr lang="en-US" dirty="0"/>
                  <a:t>S = Number of times faster your implementation 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7DCDD-0C76-46DE-8358-94AF9224D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401439"/>
              </a:xfrm>
              <a:blipFill>
                <a:blip r:embed="rId2"/>
                <a:stretch>
                  <a:fillRect l="-1217" t="-2216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494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7153-2779-40B3-AC89-3E11A5F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43946-D21B-40D8-907E-F61F3D93B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Before doing work to make a feature better/faster, we can do a bit of quick math to figure out the theoretical </a:t>
            </a:r>
            <a:r>
              <a:rPr lang="en-US" b="1" u="sng" dirty="0"/>
              <a:t>maximum</a:t>
            </a:r>
            <a:r>
              <a:rPr lang="en-US" dirty="0"/>
              <a:t> difference it will make </a:t>
            </a:r>
            <a:r>
              <a:rPr lang="en-US" b="1" u="sng" dirty="0"/>
              <a:t>overall</a:t>
            </a:r>
            <a:r>
              <a:rPr lang="en-US" i="1" dirty="0"/>
              <a:t>.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In computer architecture, we can use this to determine how valuable accelerating a particular operation is.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computer system performance, we can use Amdahl’s to determine the acceleration of the whole system due to accelerating one part.</a:t>
            </a:r>
          </a:p>
        </p:txBody>
      </p:sp>
    </p:spTree>
    <p:extLst>
      <p:ext uri="{BB962C8B-B14F-4D97-AF65-F5344CB8AC3E}">
        <p14:creationId xmlns:p14="http://schemas.microsoft.com/office/powerpoint/2010/main" val="403515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0D55D-A23C-424B-8783-B45DD33D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speedup?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58577-5BB7-475D-9016-719F2660E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1629"/>
                <a:ext cx="10515600" cy="467533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Speedup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𝑃𝑒𝑟𝑓𝑜𝑟𝑚𝑎𝑛𝑐𝑒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𝑡𝑎𝑠𝑘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𝑢𝑠𝑖𝑛𝑔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𝑒𝑛h𝑎𝑛𝑐𝑒𝑚𝑒𝑛𝑡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𝑃𝑒𝑟𝑓𝑜𝑟𝑚𝑎𝑛𝑐𝑒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𝑡𝑎𝑠𝑘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𝑤𝑖𝑡h𝑜𝑢𝑡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𝑒𝑛h𝑎𝑛𝑐𝑒𝑚𝑒𝑛𝑡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“problem” with this definition is how to measure performance?</a:t>
                </a:r>
              </a:p>
              <a:p>
                <a:pPr marL="0" indent="0">
                  <a:buNone/>
                </a:pPr>
                <a:r>
                  <a:rPr lang="en-US" dirty="0"/>
                  <a:t>Often, this is a metric like records processed / second.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Another answer is execution time. Because we want a lower execution time, the ratio is inverted when measuring by execution time:</a:t>
                </a:r>
              </a:p>
              <a:p>
                <a:pPr marL="0" indent="0">
                  <a:buNone/>
                </a:pPr>
                <a:r>
                  <a:rPr lang="en-US" dirty="0"/>
                  <a:t>Speedup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𝐸𝑥𝑒𝑐𝑢𝑡𝑖𝑜𝑛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𝑡𝑎𝑠𝑘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𝑤𝑖𝑡h𝑜𝑢𝑡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𝑒𝑛h𝑎𝑛𝑐𝑒𝑚𝑒𝑛𝑡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𝐸𝑥𝑒𝑐𝑢𝑡𝑖𝑜𝑛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𝑡𝑖𝑚𝑒𝑓𝑜𝑟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𝑡𝑎𝑠𝑘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𝑤𝑖𝑡h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𝑒𝑛h𝑎𝑛𝑐𝑒𝑚𝑒𝑛𝑡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58577-5BB7-475D-9016-719F2660E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1629"/>
                <a:ext cx="10515600" cy="4675334"/>
              </a:xfrm>
              <a:blipFill>
                <a:blip r:embed="rId2"/>
                <a:stretch>
                  <a:fillRect l="-1217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78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C9-922C-412E-8CAB-30A9A949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871B-FD45-4D4E-87D0-8B212F1D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are considering improving your processor for web serving.</a:t>
            </a:r>
          </a:p>
          <a:p>
            <a:pPr marL="0" indent="0">
              <a:buNone/>
            </a:pPr>
            <a:r>
              <a:rPr lang="en-US" dirty="0"/>
              <a:t>You have measured that you can make computation 10 times faster and that computation is about 40% of the runtime of your code (the rest is waiting for I/O).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03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C9-922C-412E-8CAB-30A9A949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7871B-FD45-4D4E-87D0-8B212F1D2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You are considering improving your processor for web serving.</a:t>
                </a:r>
              </a:p>
              <a:p>
                <a:pPr marL="0" indent="0">
                  <a:buNone/>
                </a:pPr>
                <a:r>
                  <a:rPr lang="en-US" dirty="0"/>
                  <a:t>You have measured that you can make computation 10 times faster and that computation is about 40% of the runtime of your code (the rest is waiting for I/O).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 = Percentage of problem you are impacting = .4 (40%)</a:t>
                </a:r>
              </a:p>
              <a:p>
                <a:pPr marL="0" indent="0">
                  <a:buNone/>
                </a:pPr>
                <a:r>
                  <a:rPr lang="en-US" dirty="0"/>
                  <a:t>S = Number of times faster your implementation is = 10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7871B-FD45-4D4E-87D0-8B212F1D2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57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C9-922C-412E-8CAB-30A9A949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7871B-FD45-4D4E-87D0-8B212F1D2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 = Percentage of problem you are impacting = .4 (40%)</a:t>
                </a:r>
              </a:p>
              <a:p>
                <a:pPr marL="0" indent="0">
                  <a:buNone/>
                </a:pPr>
                <a:r>
                  <a:rPr lang="en-US" dirty="0"/>
                  <a:t>S = Number of times faster your implementation is = 10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1−.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7871B-FD45-4D4E-87D0-8B212F1D2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20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7C9-922C-412E-8CAB-30A9A949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Amdahl's law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871B-FD45-4D4E-87D0-8B212F1D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Speedup = 1/(1-.40) + (.4/10) = 1/(.6 + .04) = 1/.64 = 1.56X speedup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Hint – the speedup is </a:t>
            </a:r>
            <a:r>
              <a:rPr lang="en-US" b="1" u="sng" dirty="0"/>
              <a:t>far</a:t>
            </a:r>
            <a:r>
              <a:rPr lang="en-US" dirty="0"/>
              <a:t> less important than the frequency of use</a:t>
            </a:r>
          </a:p>
        </p:txBody>
      </p:sp>
    </p:spTree>
    <p:extLst>
      <p:ext uri="{BB962C8B-B14F-4D97-AF65-F5344CB8AC3E}">
        <p14:creationId xmlns:p14="http://schemas.microsoft.com/office/powerpoint/2010/main" val="1210769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5596-39B9-47BF-9775-21FE0E2A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two different options…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72FA-BE24-45CB-B7F0-D1DD6313C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You manage a team that builds the floating-point unit for a CPU. You have a certain silicon “budget”, and your team has brought you two different ways to allocate those transistors: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1) Square root is about 20% of execution time and the team can make it 10X faster.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2) Make all floating-point instructions 1.6X faster. They are about ½ of the instructions run.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do you choose?  </a:t>
            </a:r>
          </a:p>
        </p:txBody>
      </p:sp>
    </p:spTree>
    <p:extLst>
      <p:ext uri="{BB962C8B-B14F-4D97-AF65-F5344CB8AC3E}">
        <p14:creationId xmlns:p14="http://schemas.microsoft.com/office/powerpoint/2010/main" val="2477029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993D4A-2AB4-4336-AB73-4361A18BE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20117"/>
            <a:ext cx="5157787" cy="629175"/>
          </a:xfrm>
        </p:spPr>
        <p:txBody>
          <a:bodyPr/>
          <a:lstStyle/>
          <a:p>
            <a:r>
              <a:rPr lang="en-US" dirty="0"/>
              <a:t>Square Root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62C0474-C47E-41B1-B824-F1D6509C181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43950" y="1241571"/>
                <a:ext cx="5653626" cy="4973259"/>
              </a:xfrm>
            </p:spPr>
            <p:txBody>
              <a:bodyPr/>
              <a:lstStyle/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sz="24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2400" b="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sz="2400" b="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sz="2400" b="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b="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sz="2400" dirty="0">
                  <a:effectLst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P = Percentage of problem you are impacting = .2 (20%)</a:t>
                </a:r>
                <a:endParaRPr lang="en-US" sz="2400" dirty="0">
                  <a:effectLst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S = Number of times faster your implementation is = 10</a:t>
                </a: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.2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.2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.82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Speedup = 1.22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62C0474-C47E-41B1-B824-F1D6509C1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43950" y="1241571"/>
                <a:ext cx="5653626" cy="4973259"/>
              </a:xfrm>
              <a:blipFill>
                <a:blip r:embed="rId2"/>
                <a:stretch>
                  <a:fillRect l="-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DCB43BD-D4A2-4C3A-8419-AF24DD88EC7C}"/>
              </a:ext>
            </a:extLst>
          </p:cNvPr>
          <p:cNvSpPr txBox="1">
            <a:spLocks/>
          </p:cNvSpPr>
          <p:nvPr/>
        </p:nvSpPr>
        <p:spPr>
          <a:xfrm>
            <a:off x="6537311" y="520117"/>
            <a:ext cx="5157787" cy="6291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BBA61BE-A070-4715-ACF4-0B351BFD0462}"/>
              </a:ext>
            </a:extLst>
          </p:cNvPr>
          <p:cNvSpPr txBox="1">
            <a:spLocks/>
          </p:cNvSpPr>
          <p:nvPr/>
        </p:nvSpPr>
        <p:spPr>
          <a:xfrm>
            <a:off x="6537311" y="1241571"/>
            <a:ext cx="5157787" cy="4973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C934211-5398-4F40-B071-AA67C56BB721}"/>
              </a:ext>
            </a:extLst>
          </p:cNvPr>
          <p:cNvSpPr txBox="1">
            <a:spLocks/>
          </p:cNvSpPr>
          <p:nvPr/>
        </p:nvSpPr>
        <p:spPr>
          <a:xfrm>
            <a:off x="6194427" y="520117"/>
            <a:ext cx="5157787" cy="6291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Overall improvement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71F32EA6-9D06-440B-85C6-62A8B9C4B9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4427" y="1241571"/>
                <a:ext cx="5653623" cy="49732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P = Percentage of problem you are impacting = .5 (50%)</a:t>
                </a: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S = Number of times faster your implementation is = 1.6</a:t>
                </a: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.5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1.6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.8125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l" rtl="0" eaLnBrk="1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Speedup = 1.23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71F32EA6-9D06-440B-85C6-62A8B9C4B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427" y="1241571"/>
                <a:ext cx="5653623" cy="4973259"/>
              </a:xfrm>
              <a:prstGeom prst="rect">
                <a:avLst/>
              </a:prstGeom>
              <a:blipFill>
                <a:blip r:embed="rId3"/>
                <a:stretch>
                  <a:fillRect l="-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442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F047-2C16-41CB-9DF3-A54E5361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Amdahl’s Law and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26868-1F76-4653-93F3-9A81C3936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same law applies to making your code run in parallel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your code has some portion that can NOT be parallelized (startup, accessing common resources), the P will be the percentage of code that CAN be parallelized, and the speedup will be the number of threads you can use.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Keep in mind – Amdahl’s is theoretical MAXIMUM. It’s not a guarantee of that number. Only testing will give you that.</a:t>
            </a:r>
          </a:p>
        </p:txBody>
      </p:sp>
    </p:spTree>
    <p:extLst>
      <p:ext uri="{BB962C8B-B14F-4D97-AF65-F5344CB8AC3E}">
        <p14:creationId xmlns:p14="http://schemas.microsoft.com/office/powerpoint/2010/main" val="3462487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4E07-809A-4F02-8BD5-8C8CABB5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FFDF-17C7-4286-A9C1-835906D6A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have a program that loads 2 matrices from disk and them multiplies them, writing the result to disk. The pseudo code looks like this:</a:t>
            </a:r>
          </a:p>
          <a:p>
            <a:pPr marL="0" indent="0">
              <a:buNone/>
            </a:pPr>
            <a:r>
              <a:rPr lang="en-US" dirty="0"/>
              <a:t>	m1 = Load(filename1)</a:t>
            </a:r>
          </a:p>
          <a:p>
            <a:pPr marL="0" indent="0">
              <a:buNone/>
            </a:pPr>
            <a:r>
              <a:rPr lang="en-US" dirty="0"/>
              <a:t>	m2 = Load(filename2)</a:t>
            </a:r>
          </a:p>
          <a:p>
            <a:pPr marL="0" indent="0">
              <a:buNone/>
            </a:pPr>
            <a:r>
              <a:rPr lang="en-US" dirty="0"/>
              <a:t>	for (r = 0 to m1.rows)</a:t>
            </a:r>
          </a:p>
          <a:p>
            <a:pPr marL="0" indent="0">
              <a:buNone/>
            </a:pPr>
            <a:r>
              <a:rPr lang="en-US" dirty="0"/>
              <a:t>		for (c1 = 0 to m2.cols)</a:t>
            </a:r>
          </a:p>
          <a:p>
            <a:pPr marL="0" indent="0">
              <a:buNone/>
            </a:pPr>
            <a:r>
              <a:rPr lang="en-US" dirty="0"/>
              <a:t>			for (c2 = 0 to m1.cols)</a:t>
            </a:r>
          </a:p>
          <a:p>
            <a:pPr marL="0" indent="0">
              <a:buNone/>
            </a:pPr>
            <a:r>
              <a:rPr lang="en-US" dirty="0"/>
              <a:t>				m3[r][c1] += m1[r][c2] * m2[c2][c1]</a:t>
            </a:r>
          </a:p>
          <a:p>
            <a:pPr marL="0" indent="0">
              <a:buNone/>
            </a:pPr>
            <a:r>
              <a:rPr lang="en-US" dirty="0"/>
              <a:t>	Save(filename3, m3)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5DC8E-0587-4172-9D00-934497F045F0}"/>
              </a:ext>
            </a:extLst>
          </p:cNvPr>
          <p:cNvSpPr txBox="1"/>
          <p:nvPr/>
        </p:nvSpPr>
        <p:spPr>
          <a:xfrm>
            <a:off x="7886700" y="209550"/>
            <a:ext cx="4135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What are our dependencies?</a:t>
            </a:r>
          </a:p>
          <a:p>
            <a:r>
              <a:rPr lang="en-US" b="1" u="sng" dirty="0"/>
              <a:t>What are our parallel opportunities?</a:t>
            </a:r>
          </a:p>
        </p:txBody>
      </p:sp>
    </p:spTree>
    <p:extLst>
      <p:ext uri="{BB962C8B-B14F-4D97-AF65-F5344CB8AC3E}">
        <p14:creationId xmlns:p14="http://schemas.microsoft.com/office/powerpoint/2010/main" val="2521720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1BBF-05D7-4FE1-9089-E50594E1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Example – One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D9FF9-C584-4055-A59E-C2CC09FB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thread – load m1</a:t>
            </a:r>
          </a:p>
          <a:p>
            <a:pPr marL="0" indent="0">
              <a:buNone/>
            </a:pPr>
            <a:r>
              <a:rPr lang="en-US" dirty="0"/>
              <a:t>Create thread – load m2 (these 2 threads run in parallel)</a:t>
            </a:r>
          </a:p>
          <a:p>
            <a:pPr marL="0" indent="0">
              <a:buNone/>
            </a:pPr>
            <a:r>
              <a:rPr lang="en-US" dirty="0"/>
              <a:t>Join (wait until both threads end)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let’s look at the matrix multiply: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04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EB8C-F66E-465E-82CD-66753B5C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Example – One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0E1F-B028-47B8-87DC-399E1AF75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for (r = 0 to m1.rows)</a:t>
            </a:r>
          </a:p>
          <a:p>
            <a:pPr marL="0" indent="0">
              <a:buNone/>
            </a:pPr>
            <a:r>
              <a:rPr lang="en-US" dirty="0"/>
              <a:t>		for (c1 = 0 to m2.cols)</a:t>
            </a:r>
          </a:p>
          <a:p>
            <a:pPr marL="0" indent="0">
              <a:buNone/>
            </a:pPr>
            <a:r>
              <a:rPr lang="en-US" dirty="0"/>
              <a:t>			for (c2 = 0 to m1.cols)</a:t>
            </a:r>
          </a:p>
          <a:p>
            <a:pPr marL="0" indent="0">
              <a:buNone/>
            </a:pPr>
            <a:r>
              <a:rPr lang="en-US" dirty="0"/>
              <a:t>				m3[r][c1] += m1[r][c2] * m2[c2][c1]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read and write to m3 can be done by “r” different threads without worrying about them interfering with each other!</a:t>
            </a:r>
          </a:p>
        </p:txBody>
      </p:sp>
    </p:spTree>
    <p:extLst>
      <p:ext uri="{BB962C8B-B14F-4D97-AF65-F5344CB8AC3E}">
        <p14:creationId xmlns:p14="http://schemas.microsoft.com/office/powerpoint/2010/main" val="3705436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EB8C-F66E-465E-82CD-66753B5C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Example – One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0E1F-B028-47B8-87DC-399E1AF7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825625"/>
            <a:ext cx="111156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a thread for each row</a:t>
            </a:r>
          </a:p>
          <a:p>
            <a:pPr marL="0" indent="0">
              <a:buNone/>
            </a:pPr>
            <a:r>
              <a:rPr lang="en-US" dirty="0"/>
              <a:t>	for (c1 = 0 to m2.cols)</a:t>
            </a:r>
          </a:p>
          <a:p>
            <a:pPr marL="0" indent="0">
              <a:buNone/>
            </a:pPr>
            <a:r>
              <a:rPr lang="en-US" dirty="0"/>
              <a:t>		for (c2 = 0 to m1.cols)</a:t>
            </a:r>
          </a:p>
          <a:p>
            <a:pPr marL="0" indent="0">
              <a:buNone/>
            </a:pPr>
            <a:r>
              <a:rPr lang="en-US" dirty="0"/>
              <a:t>			m3[</a:t>
            </a:r>
            <a:r>
              <a:rPr lang="en-US" dirty="0" err="1"/>
              <a:t>myRow</a:t>
            </a:r>
            <a:r>
              <a:rPr lang="en-US" dirty="0"/>
              <a:t>#][c1] += m1[</a:t>
            </a:r>
            <a:r>
              <a:rPr lang="en-US" dirty="0" err="1"/>
              <a:t>myRow</a:t>
            </a:r>
            <a:r>
              <a:rPr lang="en-US" dirty="0"/>
              <a:t>#][c2] * m2[c2][c1]</a:t>
            </a:r>
          </a:p>
          <a:p>
            <a:pPr marL="0" indent="0">
              <a:buNone/>
            </a:pPr>
            <a:r>
              <a:rPr lang="en-US" dirty="0"/>
              <a:t>join (wait) for all threads to complete</a:t>
            </a:r>
          </a:p>
          <a:p>
            <a:pPr marL="0" indent="0">
              <a:buNone/>
            </a:pPr>
            <a:r>
              <a:rPr lang="en-US" dirty="0"/>
              <a:t>Save(filename3, m3) </a:t>
            </a:r>
          </a:p>
        </p:txBody>
      </p:sp>
    </p:spTree>
    <p:extLst>
      <p:ext uri="{BB962C8B-B14F-4D97-AF65-F5344CB8AC3E}">
        <p14:creationId xmlns:p14="http://schemas.microsoft.com/office/powerpoint/2010/main" val="264865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3196-E815-4118-8805-761E81CF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difference will this make?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233ED-5F8E-4C46-B604-2897DCDF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assume that for some particular matrices:</a:t>
            </a:r>
          </a:p>
          <a:p>
            <a:pPr marL="0" indent="0">
              <a:buNone/>
            </a:pPr>
            <a:r>
              <a:rPr lang="en-US" dirty="0"/>
              <a:t>Load or Save takes 5 seconds</a:t>
            </a:r>
          </a:p>
          <a:p>
            <a:pPr marL="0" indent="0">
              <a:buNone/>
            </a:pPr>
            <a:r>
              <a:rPr lang="en-US" dirty="0"/>
              <a:t>There are 32 cores on our computer</a:t>
            </a:r>
          </a:p>
          <a:p>
            <a:pPr marL="0" indent="0">
              <a:buNone/>
            </a:pPr>
            <a:r>
              <a:rPr lang="en-US" dirty="0"/>
              <a:t>The matrix multiply took 300 seconds (5 minutes)</a:t>
            </a:r>
          </a:p>
        </p:txBody>
      </p:sp>
    </p:spTree>
    <p:extLst>
      <p:ext uri="{BB962C8B-B14F-4D97-AF65-F5344CB8AC3E}">
        <p14:creationId xmlns:p14="http://schemas.microsoft.com/office/powerpoint/2010/main" val="1075920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3196-E815-4118-8805-761E81CF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difference will this make?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assume that for some particular matrices:</a:t>
                </a:r>
              </a:p>
              <a:p>
                <a:pPr marL="0" indent="0">
                  <a:buNone/>
                </a:pPr>
                <a:r>
                  <a:rPr lang="en-US" b="1" dirty="0"/>
                  <a:t>Load or Save takes 5 seconds</a:t>
                </a:r>
              </a:p>
              <a:p>
                <a:pPr marL="0" indent="0">
                  <a:buNone/>
                </a:pPr>
                <a:r>
                  <a:rPr lang="en-US" dirty="0"/>
                  <a:t>There are 32 cores on our computer</a:t>
                </a:r>
              </a:p>
              <a:p>
                <a:pPr marL="0" indent="0">
                  <a:buNone/>
                </a:pPr>
                <a:r>
                  <a:rPr lang="en-US" dirty="0"/>
                  <a:t>The matrix multiply took 300 seconds (5 minutes)</a:t>
                </a:r>
              </a:p>
              <a:p>
                <a:pPr marL="0" indent="0">
                  <a:buNone/>
                </a:pPr>
                <a:r>
                  <a:rPr lang="en-US" dirty="0"/>
                  <a:t>The whole process took 5+5+300+5 = 315 seconds. We parallelized the loads: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 = Percentage of problem you are impacting = 10/315</a:t>
                </a:r>
              </a:p>
              <a:p>
                <a:pPr marL="0" indent="0">
                  <a:buNone/>
                </a:pPr>
                <a:r>
                  <a:rPr lang="en-US" dirty="0"/>
                  <a:t>S = Number of times faster your implementation is = 2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  <a:blipFill>
                <a:blip r:embed="rId2"/>
                <a:stretch>
                  <a:fillRect l="-1043" t="-2036" r="-638" b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035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3196-E815-4118-8805-761E81CF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difference will this make?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Let’s assume that for some particular matrices:</a:t>
                </a:r>
              </a:p>
              <a:p>
                <a:pPr marL="0" indent="0">
                  <a:buNone/>
                </a:pPr>
                <a:r>
                  <a:rPr lang="en-US" b="1" dirty="0"/>
                  <a:t>Load or Save takes 5 seconds</a:t>
                </a:r>
              </a:p>
              <a:p>
                <a:pPr marL="0" indent="0">
                  <a:buNone/>
                </a:pPr>
                <a:r>
                  <a:rPr lang="en-US" dirty="0"/>
                  <a:t>There are 32 cores on our computer</a:t>
                </a:r>
              </a:p>
              <a:p>
                <a:pPr marL="0" indent="0">
                  <a:buNone/>
                </a:pPr>
                <a:r>
                  <a:rPr lang="en-US" dirty="0"/>
                  <a:t>The matrix multiply took 300 seconds (5 minutes)</a:t>
                </a:r>
              </a:p>
              <a:p>
                <a:pPr marL="0" indent="0">
                  <a:buNone/>
                </a:pPr>
                <a:r>
                  <a:rPr lang="en-US" dirty="0"/>
                  <a:t>The whole process took 5+5+300+5 = 315 seconds. We parallelized the loads: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1−.0317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.0317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Speedup = 1.01 (almost none)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  <a:blipFill>
                <a:blip r:embed="rId2"/>
                <a:stretch>
                  <a:fillRect l="-1217" t="-2163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1446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3196-E815-4118-8805-761E81CF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difference will this make?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assume that for some particular matrices:</a:t>
                </a:r>
              </a:p>
              <a:p>
                <a:pPr marL="0" indent="0">
                  <a:buNone/>
                </a:pPr>
                <a:r>
                  <a:rPr lang="en-US" dirty="0"/>
                  <a:t>Load or Save takes 5 seconds</a:t>
                </a:r>
              </a:p>
              <a:p>
                <a:pPr marL="0" indent="0">
                  <a:buNone/>
                </a:pPr>
                <a:r>
                  <a:rPr lang="en-US" b="1" dirty="0"/>
                  <a:t>There are 32 cores on our computer</a:t>
                </a:r>
              </a:p>
              <a:p>
                <a:pPr marL="0" indent="0">
                  <a:buNone/>
                </a:pPr>
                <a:r>
                  <a:rPr lang="en-US" dirty="0"/>
                  <a:t>The matrix multiply took 300 seconds (5 minutes)</a:t>
                </a:r>
              </a:p>
              <a:p>
                <a:pPr marL="0" indent="0">
                  <a:buNone/>
                </a:pPr>
                <a:r>
                  <a:rPr lang="en-US" dirty="0"/>
                  <a:t>The whole process took 5+5+300+5 = 315 seconds. We parallelized the loads: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 = Percentage of problem you are impacting = 300/315</a:t>
                </a:r>
              </a:p>
              <a:p>
                <a:pPr marL="0" indent="0">
                  <a:buNone/>
                </a:pPr>
                <a:r>
                  <a:rPr lang="en-US" dirty="0"/>
                  <a:t>S = Number of times faster your implementation is = 32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  <a:blipFill>
                <a:blip r:embed="rId2"/>
                <a:stretch>
                  <a:fillRect l="-1043" t="-2036" r="-638" b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495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3196-E815-4118-8805-761E81CF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difference will this make?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Let’s assume that for some particular matrices:</a:t>
                </a:r>
              </a:p>
              <a:p>
                <a:pPr marL="0" indent="0">
                  <a:buNone/>
                </a:pPr>
                <a:r>
                  <a:rPr lang="en-US" dirty="0"/>
                  <a:t>Load or Save takes 5 seconds</a:t>
                </a:r>
              </a:p>
              <a:p>
                <a:pPr marL="0" indent="0">
                  <a:buNone/>
                </a:pPr>
                <a:r>
                  <a:rPr lang="en-US" b="1" dirty="0"/>
                  <a:t>There are 32 cores on our computer</a:t>
                </a:r>
              </a:p>
              <a:p>
                <a:pPr marL="0" indent="0">
                  <a:buNone/>
                </a:pPr>
                <a:r>
                  <a:rPr lang="en-US" dirty="0"/>
                  <a:t>The matrix multiply took 300 seconds (5 minutes)</a:t>
                </a:r>
              </a:p>
              <a:p>
                <a:pPr marL="0" indent="0">
                  <a:buNone/>
                </a:pPr>
                <a:r>
                  <a:rPr lang="en-US" dirty="0"/>
                  <a:t>The whole process took 5+5+300+5 = 315 seconds. We parallelized the loads: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𝑆𝑝𝑒𝑒𝑑𝑢𝑝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Speedup = 12.92 (about 13 times faster!)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A233ED-5F8E-4C46-B604-2897DCDF2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1125"/>
                <a:ext cx="10515600" cy="4795838"/>
              </a:xfrm>
              <a:blipFill>
                <a:blip r:embed="rId2"/>
                <a:stretch>
                  <a:fillRect l="-1217" t="-2163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92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D11A-D17B-4365-87B6-D192EA85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13X? For 32 threads?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1BE00-E50E-48DF-9A6B-697BF298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Those 15 seconds of load/save really make a difference!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illustrates the law of diminishing returns – adding even </a:t>
            </a:r>
            <a:r>
              <a:rPr lang="en-US" b="1" dirty="0"/>
              <a:t>more</a:t>
            </a:r>
            <a:r>
              <a:rPr lang="en-US" dirty="0"/>
              <a:t> threads won’t make (much of) any difference because the limiting factor is how much time is spent in the accelerated section.</a:t>
            </a:r>
          </a:p>
        </p:txBody>
      </p:sp>
    </p:spTree>
    <p:extLst>
      <p:ext uri="{BB962C8B-B14F-4D97-AF65-F5344CB8AC3E}">
        <p14:creationId xmlns:p14="http://schemas.microsoft.com/office/powerpoint/2010/main" val="2485649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15FE-96FF-4C8D-8583-DFD09ECE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uses of Amdahl’s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560FF-A66E-463A-94D4-A7291D35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have found Amdahl’s to be a great “guide” for many optimization problems. For example:</a:t>
            </a:r>
          </a:p>
          <a:p>
            <a:pPr marL="0" indent="0">
              <a:buNone/>
            </a:pPr>
            <a:r>
              <a:rPr lang="en-US" dirty="0"/>
              <a:t>When attempting to make code faster, it is important to see which part of the code is slow. Spending a long time optimizing some portion of the code that only takes 5% of the run time is not really very helpful.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need to tighten your (household) budget, you should start with the items in the budget that are the biggest. It’s “helpful” to cut your $1/week candy bar out of the budget, but it’s less helpful than saving 15% on your rent!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46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030C-B391-46E7-B28A-62D2EE217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in Computer Design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DDE6AE-878F-4A72-8A39-98DDBB5A3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When every component in a system must work for the system to function, the way that we calculate failure rate for a system is: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Failure rate=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𝑞𝑢𝑎𝑛𝑡𝑖𝑡𝑦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𝑐𝑜𝑚𝑝𝑜𝑛𝑒𝑛𝑡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𝑎𝑣𝑒𝑟𝑎𝑔𝑒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h𝑜𝑢𝑟𝑠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𝑏𝑒𝑓𝑜𝑟𝑒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𝑓𝑎𝑖𝑙𝑢𝑟𝑒</m:t>
                            </m:r>
                          </m:den>
                        </m:f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can use Amdahl’s Law to determine the improvement of failure rate when we improve some component!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DDE6AE-878F-4A72-8A39-98DDBB5A3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828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9DD5CB-09EF-453E-A776-2D38A6C785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7839"/>
                <a:ext cx="10515600" cy="57491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Assume a disk subsystem with the following components and MTTF:</a:t>
                </a:r>
                <a:br>
                  <a:rPr lang="en-US" dirty="0"/>
                </a:br>
                <a:r>
                  <a:rPr lang="en-US" dirty="0"/>
                  <a:t>■ 10 disks, each rated at 1,000,000-hour MTTF</a:t>
                </a:r>
                <a:br>
                  <a:rPr lang="en-US" dirty="0"/>
                </a:br>
                <a:r>
                  <a:rPr lang="en-US" dirty="0"/>
                  <a:t>■ 1 ATA controller, 500,000-hour MTTF</a:t>
                </a:r>
                <a:br>
                  <a:rPr lang="en-US" dirty="0"/>
                </a:br>
                <a:r>
                  <a:rPr lang="en-US" dirty="0"/>
                  <a:t>■ 1 power supply, 200,000-hour MTTF</a:t>
                </a:r>
                <a:br>
                  <a:rPr lang="en-US" dirty="0"/>
                </a:br>
                <a:r>
                  <a:rPr lang="en-US" dirty="0"/>
                  <a:t>■ 1 fan, 200,000-hour MTTF</a:t>
                </a:r>
                <a:br>
                  <a:rPr lang="en-US" dirty="0"/>
                </a:br>
                <a:r>
                  <a:rPr lang="en-US" dirty="0"/>
                  <a:t>■ 1 ATA cable, 1,000,000-hour MTTF</a:t>
                </a:r>
                <a:br>
                  <a:rPr lang="en-US" dirty="0"/>
                </a:br>
                <a:r>
                  <a:rPr lang="en-US" dirty="0"/>
                  <a:t>Using the simplifying assumptions that the lifetimes are exponentially distributed and that failures are independent, compute the MTTF of the system as a whole.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Failure Rate = 10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/>
                          <m:t>1,000,000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/>
                          <m:t>5</m:t>
                        </m:r>
                        <m:r>
                          <a:rPr lang="en-US"/>
                          <m:t>00,000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/>
                          <m:t>2</m:t>
                        </m:r>
                        <m:r>
                          <a:rPr lang="en-US"/>
                          <m:t>00,000</m:t>
                        </m:r>
                      </m:den>
                    </m:f>
                    <m:r>
                      <a:rPr lang="en-US"/>
                      <m:t>+</m:t>
                    </m:r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/>
                          <m:t>2</m:t>
                        </m:r>
                        <m:r>
                          <a:rPr lang="en-US"/>
                          <m:t>00,000</m:t>
                        </m:r>
                      </m:den>
                    </m:f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/>
                        </m:ctrlPr>
                      </m:fPr>
                      <m:num>
                        <m:r>
                          <a:rPr lang="en-US"/>
                          <m:t>1</m:t>
                        </m:r>
                      </m:num>
                      <m:den>
                        <m:r>
                          <a:rPr lang="en-US"/>
                          <m:t>1,000,000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Failure 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1,000,000</m:t>
                        </m:r>
                        <m:r>
                          <a:rPr lang="en-US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242021"/>
                            </a:solidFill>
                            <a:effectLst/>
                            <a:latin typeface="Cambria Math" panose="02040503050406030204" pitchFamily="18" charset="0"/>
                          </a:rPr>
                          <m:t>h𝑜𝑢𝑟𝑠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9DD5CB-09EF-453E-A776-2D38A6C78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7839"/>
                <a:ext cx="10515600" cy="5749124"/>
              </a:xfrm>
              <a:blipFill>
                <a:blip r:embed="rId2"/>
                <a:stretch>
                  <a:fillRect l="-1217" t="-1697" b="-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559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915E-6402-455E-A83C-810142F8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improve one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D08A2-087C-4991-BC4F-B4C92B98B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had this: 1 power supply, 200,000-hour MTTF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if we put a much better power supply in? One that fails in 1/830,000,000 hours? How would that improve our failure rate?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power supply was 1/200,000 hours or 5/1,000,000 hours. The whole system was 23/1,000,000 hours, so it is 22% of failures.</a:t>
            </a:r>
          </a:p>
        </p:txBody>
      </p:sp>
    </p:spTree>
    <p:extLst>
      <p:ext uri="{BB962C8B-B14F-4D97-AF65-F5344CB8AC3E}">
        <p14:creationId xmlns:p14="http://schemas.microsoft.com/office/powerpoint/2010/main" val="387408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7758-B92F-48FF-ACB8-AE1E6CF1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some Amdahl magic…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082F9-E28A-4CFB-9454-89FF81A4B2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8840" y="1825625"/>
                <a:ext cx="1077496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𝐼𝑚𝑝𝑟𝑜𝑣𝑒𝑚𝑒𝑛𝑡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box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 = Percentage of problem you are impacting = .22</a:t>
                </a:r>
              </a:p>
              <a:p>
                <a:pPr marL="0" indent="0">
                  <a:buNone/>
                </a:pPr>
                <a:r>
                  <a:rPr lang="en-US" dirty="0"/>
                  <a:t>S = Number of times faster your implementation is = 4,150X better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Improvement is 1.28. For a 4,150X better component!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082F9-E28A-4CFB-9454-89FF81A4B2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8840" y="1825625"/>
                <a:ext cx="10774960" cy="4351338"/>
              </a:xfrm>
              <a:blipFill>
                <a:blip r:embed="rId2"/>
                <a:stretch>
                  <a:fillRect l="-1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13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1825</Words>
  <Application>Microsoft Office PowerPoint</Application>
  <PresentationFormat>Widescreen</PresentationFormat>
  <Paragraphs>180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Amdahl’s Law</vt:lpstr>
      <vt:lpstr>PowerPoint Presentation</vt:lpstr>
      <vt:lpstr>Amdahl's law</vt:lpstr>
      <vt:lpstr>Relevance?</vt:lpstr>
      <vt:lpstr>What is speedup?</vt:lpstr>
      <vt:lpstr>Amdahl's law example</vt:lpstr>
      <vt:lpstr>Amdahl's law example</vt:lpstr>
      <vt:lpstr>Amdahl's law example</vt:lpstr>
      <vt:lpstr>Amdahl's law example</vt:lpstr>
      <vt:lpstr>Consider two different options…</vt:lpstr>
      <vt:lpstr>PowerPoint Presentation</vt:lpstr>
      <vt:lpstr>Amdahl’s Law and Parallelism</vt:lpstr>
      <vt:lpstr>Parallelism Example</vt:lpstr>
      <vt:lpstr>Parallelism Example – One Solution</vt:lpstr>
      <vt:lpstr>Parallelism Example – One Solution</vt:lpstr>
      <vt:lpstr>Parallelism Example – One Solution</vt:lpstr>
      <vt:lpstr>How much difference will this make?</vt:lpstr>
      <vt:lpstr>How much difference will this make?</vt:lpstr>
      <vt:lpstr>How much difference will this make?</vt:lpstr>
      <vt:lpstr>How much difference will this make?</vt:lpstr>
      <vt:lpstr>How much difference will this make?</vt:lpstr>
      <vt:lpstr>13X? For 32 threads?</vt:lpstr>
      <vt:lpstr>Other uses of Amdahl’s law</vt:lpstr>
      <vt:lpstr>Use in Computer Design</vt:lpstr>
      <vt:lpstr>PowerPoint Presentation</vt:lpstr>
      <vt:lpstr>What if we improve one component?</vt:lpstr>
      <vt:lpstr>Use some Amdahl magic…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Amdahl’s Law</dc:title>
  <dc:creator>Phipps, Michael</dc:creator>
  <cp:lastModifiedBy>Phipps, Michael</cp:lastModifiedBy>
  <cp:revision>7</cp:revision>
  <dcterms:created xsi:type="dcterms:W3CDTF">2021-08-25T17:30:27Z</dcterms:created>
  <dcterms:modified xsi:type="dcterms:W3CDTF">2021-08-27T19:13:26Z</dcterms:modified>
</cp:coreProperties>
</file>