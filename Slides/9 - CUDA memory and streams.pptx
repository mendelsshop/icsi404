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31" r:id="rId3"/>
    <p:sldId id="333" r:id="rId4"/>
    <p:sldId id="334" r:id="rId5"/>
    <p:sldId id="335" r:id="rId6"/>
    <p:sldId id="336" r:id="rId7"/>
    <p:sldId id="338" r:id="rId8"/>
    <p:sldId id="337" r:id="rId9"/>
    <p:sldId id="342" r:id="rId10"/>
    <p:sldId id="348" r:id="rId11"/>
    <p:sldId id="349" r:id="rId12"/>
    <p:sldId id="350" r:id="rId13"/>
    <p:sldId id="339" r:id="rId14"/>
    <p:sldId id="340" r:id="rId15"/>
    <p:sldId id="341" r:id="rId16"/>
    <p:sldId id="351" r:id="rId17"/>
    <p:sldId id="352" r:id="rId18"/>
    <p:sldId id="353" r:id="rId19"/>
    <p:sldId id="354" r:id="rId20"/>
    <p:sldId id="355" r:id="rId21"/>
    <p:sldId id="356" r:id="rId22"/>
    <p:sldId id="357" r:id="rId23"/>
    <p:sldId id="358" r:id="rId24"/>
    <p:sldId id="359" r:id="rId25"/>
    <p:sldId id="360" r:id="rId26"/>
    <p:sldId id="375" r:id="rId27"/>
    <p:sldId id="361" r:id="rId28"/>
    <p:sldId id="362" r:id="rId29"/>
    <p:sldId id="363" r:id="rId30"/>
    <p:sldId id="364" r:id="rId31"/>
    <p:sldId id="365" r:id="rId32"/>
    <p:sldId id="366" r:id="rId33"/>
    <p:sldId id="367" r:id="rId34"/>
    <p:sldId id="368" r:id="rId35"/>
    <p:sldId id="369" r:id="rId36"/>
    <p:sldId id="370" r:id="rId37"/>
    <p:sldId id="371" r:id="rId38"/>
    <p:sldId id="372" r:id="rId39"/>
    <p:sldId id="373" r:id="rId40"/>
    <p:sldId id="374"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991D"/>
    <a:srgbClr val="6DC069"/>
    <a:srgbClr val="F6F96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804871-180E-46FE-863F-14380C5ECD45}" v="63" dt="2021-11-25T20:14:03.3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382" autoAdjust="0"/>
    <p:restoredTop sz="94660"/>
  </p:normalViewPr>
  <p:slideViewPr>
    <p:cSldViewPr snapToGrid="0">
      <p:cViewPr varScale="1">
        <p:scale>
          <a:sx n="71" d="100"/>
          <a:sy n="71" d="100"/>
        </p:scale>
        <p:origin x="52" y="5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ipps, Michael" userId="22b19e64-ae93-4d74-aed7-bbb364ca0772" providerId="ADAL" clId="{BC804871-180E-46FE-863F-14380C5ECD45}"/>
    <pc:docChg chg="undo custSel addSld delSld modSld sldOrd">
      <pc:chgData name="Phipps, Michael" userId="22b19e64-ae93-4d74-aed7-bbb364ca0772" providerId="ADAL" clId="{BC804871-180E-46FE-863F-14380C5ECD45}" dt="2021-11-25T20:23:08.064" v="11240" actId="20577"/>
      <pc:docMkLst>
        <pc:docMk/>
      </pc:docMkLst>
      <pc:sldChg chg="modSp add del mod">
        <pc:chgData name="Phipps, Michael" userId="22b19e64-ae93-4d74-aed7-bbb364ca0772" providerId="ADAL" clId="{BC804871-180E-46FE-863F-14380C5ECD45}" dt="2021-11-25T17:00:35.198" v="3482" actId="47"/>
        <pc:sldMkLst>
          <pc:docMk/>
          <pc:sldMk cId="224746039" sldId="256"/>
        </pc:sldMkLst>
        <pc:spChg chg="mod">
          <ac:chgData name="Phipps, Michael" userId="22b19e64-ae93-4d74-aed7-bbb364ca0772" providerId="ADAL" clId="{BC804871-180E-46FE-863F-14380C5ECD45}" dt="2021-11-24T18:40:38.794" v="22" actId="20577"/>
          <ac:spMkLst>
            <pc:docMk/>
            <pc:sldMk cId="224746039" sldId="256"/>
            <ac:spMk id="2" creationId="{63F065CA-4615-45F4-8573-8DDBBC5C3A4C}"/>
          </ac:spMkLst>
        </pc:spChg>
        <pc:spChg chg="mod">
          <ac:chgData name="Phipps, Michael" userId="22b19e64-ae93-4d74-aed7-bbb364ca0772" providerId="ADAL" clId="{BC804871-180E-46FE-863F-14380C5ECD45}" dt="2021-11-24T18:40:44.933" v="47" actId="20577"/>
          <ac:spMkLst>
            <pc:docMk/>
            <pc:sldMk cId="224746039" sldId="256"/>
            <ac:spMk id="3" creationId="{18E18C59-52E1-4C84-ABFE-19CCDC846A2B}"/>
          </ac:spMkLst>
        </pc:spChg>
      </pc:sldChg>
      <pc:sldChg chg="add del">
        <pc:chgData name="Phipps, Michael" userId="22b19e64-ae93-4d74-aed7-bbb364ca0772" providerId="ADAL" clId="{BC804871-180E-46FE-863F-14380C5ECD45}" dt="2021-11-24T20:14:16.899" v="48" actId="47"/>
        <pc:sldMkLst>
          <pc:docMk/>
          <pc:sldMk cId="1956526491" sldId="323"/>
        </pc:sldMkLst>
      </pc:sldChg>
      <pc:sldChg chg="add del">
        <pc:chgData name="Phipps, Michael" userId="22b19e64-ae93-4d74-aed7-bbb364ca0772" providerId="ADAL" clId="{BC804871-180E-46FE-863F-14380C5ECD45}" dt="2021-11-24T20:14:16.899" v="48" actId="47"/>
        <pc:sldMkLst>
          <pc:docMk/>
          <pc:sldMk cId="4249120630" sldId="324"/>
        </pc:sldMkLst>
      </pc:sldChg>
      <pc:sldChg chg="modSp add del mod">
        <pc:chgData name="Phipps, Michael" userId="22b19e64-ae93-4d74-aed7-bbb364ca0772" providerId="ADAL" clId="{BC804871-180E-46FE-863F-14380C5ECD45}" dt="2021-11-25T17:00:35.198" v="3482" actId="47"/>
        <pc:sldMkLst>
          <pc:docMk/>
          <pc:sldMk cId="1585823034" sldId="331"/>
        </pc:sldMkLst>
        <pc:spChg chg="mod">
          <ac:chgData name="Phipps, Michael" userId="22b19e64-ae93-4d74-aed7-bbb364ca0772" providerId="ADAL" clId="{BC804871-180E-46FE-863F-14380C5ECD45}" dt="2021-11-24T20:38:28.849" v="49" actId="33524"/>
          <ac:spMkLst>
            <pc:docMk/>
            <pc:sldMk cId="1585823034" sldId="331"/>
            <ac:spMk id="3" creationId="{70C13D89-DCD0-4A3D-94E8-62309353A5CC}"/>
          </ac:spMkLst>
        </pc:spChg>
      </pc:sldChg>
      <pc:sldChg chg="modSp add del mod">
        <pc:chgData name="Phipps, Michael" userId="22b19e64-ae93-4d74-aed7-bbb364ca0772" providerId="ADAL" clId="{BC804871-180E-46FE-863F-14380C5ECD45}" dt="2021-11-25T17:00:35.198" v="3482" actId="47"/>
        <pc:sldMkLst>
          <pc:docMk/>
          <pc:sldMk cId="3276257332" sldId="333"/>
        </pc:sldMkLst>
        <pc:spChg chg="mod">
          <ac:chgData name="Phipps, Michael" userId="22b19e64-ae93-4d74-aed7-bbb364ca0772" providerId="ADAL" clId="{BC804871-180E-46FE-863F-14380C5ECD45}" dt="2021-11-24T20:38:35.655" v="50" actId="33524"/>
          <ac:spMkLst>
            <pc:docMk/>
            <pc:sldMk cId="3276257332" sldId="333"/>
            <ac:spMk id="3" creationId="{065D1313-3243-40F6-BFB0-7DAA5B369D14}"/>
          </ac:spMkLst>
        </pc:spChg>
      </pc:sldChg>
      <pc:sldChg chg="add del">
        <pc:chgData name="Phipps, Michael" userId="22b19e64-ae93-4d74-aed7-bbb364ca0772" providerId="ADAL" clId="{BC804871-180E-46FE-863F-14380C5ECD45}" dt="2021-11-25T17:00:35.198" v="3482" actId="47"/>
        <pc:sldMkLst>
          <pc:docMk/>
          <pc:sldMk cId="3680596290" sldId="334"/>
        </pc:sldMkLst>
      </pc:sldChg>
      <pc:sldChg chg="add del">
        <pc:chgData name="Phipps, Michael" userId="22b19e64-ae93-4d74-aed7-bbb364ca0772" providerId="ADAL" clId="{BC804871-180E-46FE-863F-14380C5ECD45}" dt="2021-11-25T17:00:35.198" v="3482" actId="47"/>
        <pc:sldMkLst>
          <pc:docMk/>
          <pc:sldMk cId="1053040831" sldId="335"/>
        </pc:sldMkLst>
      </pc:sldChg>
      <pc:sldChg chg="add del">
        <pc:chgData name="Phipps, Michael" userId="22b19e64-ae93-4d74-aed7-bbb364ca0772" providerId="ADAL" clId="{BC804871-180E-46FE-863F-14380C5ECD45}" dt="2021-11-25T17:00:35.198" v="3482" actId="47"/>
        <pc:sldMkLst>
          <pc:docMk/>
          <pc:sldMk cId="2339500688" sldId="336"/>
        </pc:sldMkLst>
      </pc:sldChg>
      <pc:sldChg chg="addSp delSp modSp add del mod">
        <pc:chgData name="Phipps, Michael" userId="22b19e64-ae93-4d74-aed7-bbb364ca0772" providerId="ADAL" clId="{BC804871-180E-46FE-863F-14380C5ECD45}" dt="2021-11-25T17:00:35.198" v="3482" actId="47"/>
        <pc:sldMkLst>
          <pc:docMk/>
          <pc:sldMk cId="141947882" sldId="337"/>
        </pc:sldMkLst>
        <pc:graphicFrameChg chg="mod modGraphic">
          <ac:chgData name="Phipps, Michael" userId="22b19e64-ae93-4d74-aed7-bbb364ca0772" providerId="ADAL" clId="{BC804871-180E-46FE-863F-14380C5ECD45}" dt="2021-11-24T21:16:56.641" v="2510" actId="1076"/>
          <ac:graphicFrameMkLst>
            <pc:docMk/>
            <pc:sldMk cId="141947882" sldId="337"/>
            <ac:graphicFrameMk id="4" creationId="{101817B4-BAA7-4277-9825-686ED2621AD1}"/>
          </ac:graphicFrameMkLst>
        </pc:graphicFrameChg>
        <pc:picChg chg="add del mod">
          <ac:chgData name="Phipps, Michael" userId="22b19e64-ae93-4d74-aed7-bbb364ca0772" providerId="ADAL" clId="{BC804871-180E-46FE-863F-14380C5ECD45}" dt="2021-11-24T21:17:31.024" v="2514" actId="478"/>
          <ac:picMkLst>
            <pc:docMk/>
            <pc:sldMk cId="141947882" sldId="337"/>
            <ac:picMk id="5" creationId="{92908E7E-2D34-418D-90FA-76293BDE0AC4}"/>
          </ac:picMkLst>
        </pc:picChg>
        <pc:picChg chg="add mod">
          <ac:chgData name="Phipps, Michael" userId="22b19e64-ae93-4d74-aed7-bbb364ca0772" providerId="ADAL" clId="{BC804871-180E-46FE-863F-14380C5ECD45}" dt="2021-11-24T21:18:04.015" v="2520" actId="1076"/>
          <ac:picMkLst>
            <pc:docMk/>
            <pc:sldMk cId="141947882" sldId="337"/>
            <ac:picMk id="7" creationId="{72336308-6823-465D-847F-4D9D8C77A51A}"/>
          </ac:picMkLst>
        </pc:picChg>
      </pc:sldChg>
      <pc:sldChg chg="modSp new add del mod">
        <pc:chgData name="Phipps, Michael" userId="22b19e64-ae93-4d74-aed7-bbb364ca0772" providerId="ADAL" clId="{BC804871-180E-46FE-863F-14380C5ECD45}" dt="2021-11-25T20:06:10.992" v="10300" actId="20577"/>
        <pc:sldMkLst>
          <pc:docMk/>
          <pc:sldMk cId="177670030" sldId="338"/>
        </pc:sldMkLst>
        <pc:spChg chg="mod">
          <ac:chgData name="Phipps, Michael" userId="22b19e64-ae93-4d74-aed7-bbb364ca0772" providerId="ADAL" clId="{BC804871-180E-46FE-863F-14380C5ECD45}" dt="2021-11-24T20:43:02.940" v="75" actId="20577"/>
          <ac:spMkLst>
            <pc:docMk/>
            <pc:sldMk cId="177670030" sldId="338"/>
            <ac:spMk id="2" creationId="{8ECBCC1E-0064-4EA5-8ADE-4D2B59EF66B4}"/>
          </ac:spMkLst>
        </pc:spChg>
        <pc:spChg chg="mod">
          <ac:chgData name="Phipps, Michael" userId="22b19e64-ae93-4d74-aed7-bbb364ca0772" providerId="ADAL" clId="{BC804871-180E-46FE-863F-14380C5ECD45}" dt="2021-11-25T20:06:10.992" v="10300" actId="20577"/>
          <ac:spMkLst>
            <pc:docMk/>
            <pc:sldMk cId="177670030" sldId="338"/>
            <ac:spMk id="3" creationId="{84949973-69B8-40AC-BCB7-8088F877A33B}"/>
          </ac:spMkLst>
        </pc:spChg>
      </pc:sldChg>
      <pc:sldChg chg="modSp new add del mod">
        <pc:chgData name="Phipps, Michael" userId="22b19e64-ae93-4d74-aed7-bbb364ca0772" providerId="ADAL" clId="{BC804871-180E-46FE-863F-14380C5ECD45}" dt="2021-11-25T17:00:35.198" v="3482" actId="47"/>
        <pc:sldMkLst>
          <pc:docMk/>
          <pc:sldMk cId="241366905" sldId="339"/>
        </pc:sldMkLst>
        <pc:spChg chg="mod">
          <ac:chgData name="Phipps, Michael" userId="22b19e64-ae93-4d74-aed7-bbb364ca0772" providerId="ADAL" clId="{BC804871-180E-46FE-863F-14380C5ECD45}" dt="2021-11-24T20:48:57.682" v="350" actId="20577"/>
          <ac:spMkLst>
            <pc:docMk/>
            <pc:sldMk cId="241366905" sldId="339"/>
            <ac:spMk id="2" creationId="{D4F2071F-842F-486C-A478-E6D15976FC77}"/>
          </ac:spMkLst>
        </pc:spChg>
        <pc:spChg chg="mod">
          <ac:chgData name="Phipps, Michael" userId="22b19e64-ae93-4d74-aed7-bbb364ca0772" providerId="ADAL" clId="{BC804871-180E-46FE-863F-14380C5ECD45}" dt="2021-11-24T20:52:43.178" v="821" actId="20577"/>
          <ac:spMkLst>
            <pc:docMk/>
            <pc:sldMk cId="241366905" sldId="339"/>
            <ac:spMk id="3" creationId="{5AC826D9-C65A-4CF9-8AB3-669AA141C1FD}"/>
          </ac:spMkLst>
        </pc:spChg>
      </pc:sldChg>
      <pc:sldChg chg="modSp new add del mod">
        <pc:chgData name="Phipps, Michael" userId="22b19e64-ae93-4d74-aed7-bbb364ca0772" providerId="ADAL" clId="{BC804871-180E-46FE-863F-14380C5ECD45}" dt="2021-11-25T20:06:28.395" v="10302" actId="20577"/>
        <pc:sldMkLst>
          <pc:docMk/>
          <pc:sldMk cId="117126730" sldId="340"/>
        </pc:sldMkLst>
        <pc:spChg chg="mod">
          <ac:chgData name="Phipps, Michael" userId="22b19e64-ae93-4d74-aed7-bbb364ca0772" providerId="ADAL" clId="{BC804871-180E-46FE-863F-14380C5ECD45}" dt="2021-11-24T20:57:45.290" v="1380" actId="1076"/>
          <ac:spMkLst>
            <pc:docMk/>
            <pc:sldMk cId="117126730" sldId="340"/>
            <ac:spMk id="2" creationId="{6F2C47FC-5DCF-4400-A736-D83E165E0AB5}"/>
          </ac:spMkLst>
        </pc:spChg>
        <pc:spChg chg="mod">
          <ac:chgData name="Phipps, Michael" userId="22b19e64-ae93-4d74-aed7-bbb364ca0772" providerId="ADAL" clId="{BC804871-180E-46FE-863F-14380C5ECD45}" dt="2021-11-25T20:06:28.395" v="10302" actId="20577"/>
          <ac:spMkLst>
            <pc:docMk/>
            <pc:sldMk cId="117126730" sldId="340"/>
            <ac:spMk id="3" creationId="{30E2465D-A17E-484A-AAED-E75F2A628FFB}"/>
          </ac:spMkLst>
        </pc:spChg>
      </pc:sldChg>
      <pc:sldChg chg="modSp new add del mod">
        <pc:chgData name="Phipps, Michael" userId="22b19e64-ae93-4d74-aed7-bbb364ca0772" providerId="ADAL" clId="{BC804871-180E-46FE-863F-14380C5ECD45}" dt="2021-11-25T20:06:38.888" v="10310" actId="20577"/>
        <pc:sldMkLst>
          <pc:docMk/>
          <pc:sldMk cId="949868765" sldId="341"/>
        </pc:sldMkLst>
        <pc:spChg chg="mod">
          <ac:chgData name="Phipps, Michael" userId="22b19e64-ae93-4d74-aed7-bbb364ca0772" providerId="ADAL" clId="{BC804871-180E-46FE-863F-14380C5ECD45}" dt="2021-11-24T20:59:14.663" v="1423" actId="20577"/>
          <ac:spMkLst>
            <pc:docMk/>
            <pc:sldMk cId="949868765" sldId="341"/>
            <ac:spMk id="2" creationId="{0C7B8AB1-DE6C-45FE-9DAB-EE94973C38F8}"/>
          </ac:spMkLst>
        </pc:spChg>
        <pc:spChg chg="mod">
          <ac:chgData name="Phipps, Michael" userId="22b19e64-ae93-4d74-aed7-bbb364ca0772" providerId="ADAL" clId="{BC804871-180E-46FE-863F-14380C5ECD45}" dt="2021-11-25T20:06:38.888" v="10310" actId="20577"/>
          <ac:spMkLst>
            <pc:docMk/>
            <pc:sldMk cId="949868765" sldId="341"/>
            <ac:spMk id="3" creationId="{2BE3FBF2-6AAE-4667-8CC1-F0A71B71FBC3}"/>
          </ac:spMkLst>
        </pc:spChg>
      </pc:sldChg>
      <pc:sldChg chg="modSp new add del mod ord">
        <pc:chgData name="Phipps, Michael" userId="22b19e64-ae93-4d74-aed7-bbb364ca0772" providerId="ADAL" clId="{BC804871-180E-46FE-863F-14380C5ECD45}" dt="2021-11-25T17:00:35.198" v="3482" actId="47"/>
        <pc:sldMkLst>
          <pc:docMk/>
          <pc:sldMk cId="4221797330" sldId="342"/>
        </pc:sldMkLst>
        <pc:spChg chg="mod">
          <ac:chgData name="Phipps, Michael" userId="22b19e64-ae93-4d74-aed7-bbb364ca0772" providerId="ADAL" clId="{BC804871-180E-46FE-863F-14380C5ECD45}" dt="2021-11-24T21:07:35.993" v="2096" actId="20577"/>
          <ac:spMkLst>
            <pc:docMk/>
            <pc:sldMk cId="4221797330" sldId="342"/>
            <ac:spMk id="2" creationId="{172B82FF-73D2-4357-BAC5-536BB78DD82D}"/>
          </ac:spMkLst>
        </pc:spChg>
        <pc:spChg chg="mod">
          <ac:chgData name="Phipps, Michael" userId="22b19e64-ae93-4d74-aed7-bbb364ca0772" providerId="ADAL" clId="{BC804871-180E-46FE-863F-14380C5ECD45}" dt="2021-11-24T21:08:48.200" v="2315" actId="20577"/>
          <ac:spMkLst>
            <pc:docMk/>
            <pc:sldMk cId="4221797330" sldId="342"/>
            <ac:spMk id="3" creationId="{24618319-318F-4BB3-9FE3-95D1A2DDF0E9}"/>
          </ac:spMkLst>
        </pc:spChg>
      </pc:sldChg>
      <pc:sldChg chg="modSp add del mod ord">
        <pc:chgData name="Phipps, Michael" userId="22b19e64-ae93-4d74-aed7-bbb364ca0772" providerId="ADAL" clId="{BC804871-180E-46FE-863F-14380C5ECD45}" dt="2021-11-25T17:00:35.198" v="3482" actId="47"/>
        <pc:sldMkLst>
          <pc:docMk/>
          <pc:sldMk cId="4065995070" sldId="348"/>
        </pc:sldMkLst>
        <pc:spChg chg="mod">
          <ac:chgData name="Phipps, Michael" userId="22b19e64-ae93-4d74-aed7-bbb364ca0772" providerId="ADAL" clId="{BC804871-180E-46FE-863F-14380C5ECD45}" dt="2021-11-24T21:09:33.574" v="2336" actId="20577"/>
          <ac:spMkLst>
            <pc:docMk/>
            <pc:sldMk cId="4065995070" sldId="348"/>
            <ac:spMk id="2" creationId="{F4813713-B0BF-4FAC-86F9-40D2003AD3CC}"/>
          </ac:spMkLst>
        </pc:spChg>
      </pc:sldChg>
      <pc:sldChg chg="addSp delSp modSp new add del mod ord">
        <pc:chgData name="Phipps, Michael" userId="22b19e64-ae93-4d74-aed7-bbb364ca0772" providerId="ADAL" clId="{BC804871-180E-46FE-863F-14380C5ECD45}" dt="2021-11-25T17:00:35.198" v="3482" actId="47"/>
        <pc:sldMkLst>
          <pc:docMk/>
          <pc:sldMk cId="3295999030" sldId="349"/>
        </pc:sldMkLst>
        <pc:spChg chg="mod">
          <ac:chgData name="Phipps, Michael" userId="22b19e64-ae93-4d74-aed7-bbb364ca0772" providerId="ADAL" clId="{BC804871-180E-46FE-863F-14380C5ECD45}" dt="2021-11-24T21:10:52.122" v="2362" actId="20577"/>
          <ac:spMkLst>
            <pc:docMk/>
            <pc:sldMk cId="3295999030" sldId="349"/>
            <ac:spMk id="2" creationId="{0A522A0F-D29E-45DE-9E22-7F05FB61C53B}"/>
          </ac:spMkLst>
        </pc:spChg>
        <pc:spChg chg="del">
          <ac:chgData name="Phipps, Michael" userId="22b19e64-ae93-4d74-aed7-bbb364ca0772" providerId="ADAL" clId="{BC804871-180E-46FE-863F-14380C5ECD45}" dt="2021-11-24T21:10:41.970" v="2339" actId="478"/>
          <ac:spMkLst>
            <pc:docMk/>
            <pc:sldMk cId="3295999030" sldId="349"/>
            <ac:spMk id="3" creationId="{FB603D92-4887-4650-892A-8DB8B579A581}"/>
          </ac:spMkLst>
        </pc:spChg>
        <pc:spChg chg="add mod">
          <ac:chgData name="Phipps, Michael" userId="22b19e64-ae93-4d74-aed7-bbb364ca0772" providerId="ADAL" clId="{BC804871-180E-46FE-863F-14380C5ECD45}" dt="2021-11-24T21:14:12.314" v="2496" actId="1076"/>
          <ac:spMkLst>
            <pc:docMk/>
            <pc:sldMk cId="3295999030" sldId="349"/>
            <ac:spMk id="5" creationId="{0F81A1F3-B0DD-4AD5-ACAA-CCEA256D3DBD}"/>
          </ac:spMkLst>
        </pc:spChg>
      </pc:sldChg>
      <pc:sldChg chg="modSp new add del mod">
        <pc:chgData name="Phipps, Michael" userId="22b19e64-ae93-4d74-aed7-bbb364ca0772" providerId="ADAL" clId="{BC804871-180E-46FE-863F-14380C5ECD45}" dt="2021-11-25T17:00:35.198" v="3482" actId="47"/>
        <pc:sldMkLst>
          <pc:docMk/>
          <pc:sldMk cId="2084990398" sldId="350"/>
        </pc:sldMkLst>
        <pc:spChg chg="mod">
          <ac:chgData name="Phipps, Michael" userId="22b19e64-ae93-4d74-aed7-bbb364ca0772" providerId="ADAL" clId="{BC804871-180E-46FE-863F-14380C5ECD45}" dt="2021-11-24T21:20:27.661" v="2559" actId="20577"/>
          <ac:spMkLst>
            <pc:docMk/>
            <pc:sldMk cId="2084990398" sldId="350"/>
            <ac:spMk id="2" creationId="{8046D65F-F266-475C-A39C-4ECE2CE6A8C0}"/>
          </ac:spMkLst>
        </pc:spChg>
        <pc:spChg chg="mod">
          <ac:chgData name="Phipps, Michael" userId="22b19e64-ae93-4d74-aed7-bbb364ca0772" providerId="ADAL" clId="{BC804871-180E-46FE-863F-14380C5ECD45}" dt="2021-11-24T21:22:59.473" v="3018" actId="20577"/>
          <ac:spMkLst>
            <pc:docMk/>
            <pc:sldMk cId="2084990398" sldId="350"/>
            <ac:spMk id="3" creationId="{D1852020-469A-4872-930B-59D8D55F135A}"/>
          </ac:spMkLst>
        </pc:spChg>
      </pc:sldChg>
      <pc:sldChg chg="modSp new add del mod">
        <pc:chgData name="Phipps, Michael" userId="22b19e64-ae93-4d74-aed7-bbb364ca0772" providerId="ADAL" clId="{BC804871-180E-46FE-863F-14380C5ECD45}" dt="2021-11-25T17:00:35.198" v="3482" actId="47"/>
        <pc:sldMkLst>
          <pc:docMk/>
          <pc:sldMk cId="491512906" sldId="351"/>
        </pc:sldMkLst>
        <pc:spChg chg="mod">
          <ac:chgData name="Phipps, Michael" userId="22b19e64-ae93-4d74-aed7-bbb364ca0772" providerId="ADAL" clId="{BC804871-180E-46FE-863F-14380C5ECD45}" dt="2021-11-24T21:33:43.415" v="3038" actId="20577"/>
          <ac:spMkLst>
            <pc:docMk/>
            <pc:sldMk cId="491512906" sldId="351"/>
            <ac:spMk id="2" creationId="{A6BF3575-4EBB-48F5-8645-1CC0E60230CE}"/>
          </ac:spMkLst>
        </pc:spChg>
        <pc:spChg chg="mod">
          <ac:chgData name="Phipps, Michael" userId="22b19e64-ae93-4d74-aed7-bbb364ca0772" providerId="ADAL" clId="{BC804871-180E-46FE-863F-14380C5ECD45}" dt="2021-11-24T21:36:09.425" v="3479" actId="20577"/>
          <ac:spMkLst>
            <pc:docMk/>
            <pc:sldMk cId="491512906" sldId="351"/>
            <ac:spMk id="3" creationId="{9C3B780F-6CA8-4A14-B454-735603423A36}"/>
          </ac:spMkLst>
        </pc:spChg>
      </pc:sldChg>
      <pc:sldChg chg="addSp delSp modSp new add del mod ord">
        <pc:chgData name="Phipps, Michael" userId="22b19e64-ae93-4d74-aed7-bbb364ca0772" providerId="ADAL" clId="{BC804871-180E-46FE-863F-14380C5ECD45}" dt="2021-11-25T18:13:45.268" v="4825" actId="14100"/>
        <pc:sldMkLst>
          <pc:docMk/>
          <pc:sldMk cId="3454764035" sldId="352"/>
        </pc:sldMkLst>
        <pc:spChg chg="del">
          <ac:chgData name="Phipps, Michael" userId="22b19e64-ae93-4d74-aed7-bbb364ca0772" providerId="ADAL" clId="{BC804871-180E-46FE-863F-14380C5ECD45}" dt="2021-11-25T17:00:38.090" v="3483" actId="478"/>
          <ac:spMkLst>
            <pc:docMk/>
            <pc:sldMk cId="3454764035" sldId="352"/>
            <ac:spMk id="2" creationId="{4CA28A4E-AC18-46D0-8507-BECF4350F251}"/>
          </ac:spMkLst>
        </pc:spChg>
        <pc:spChg chg="del">
          <ac:chgData name="Phipps, Michael" userId="22b19e64-ae93-4d74-aed7-bbb364ca0772" providerId="ADAL" clId="{BC804871-180E-46FE-863F-14380C5ECD45}" dt="2021-11-25T17:00:38.090" v="3483" actId="478"/>
          <ac:spMkLst>
            <pc:docMk/>
            <pc:sldMk cId="3454764035" sldId="352"/>
            <ac:spMk id="3" creationId="{43080BD8-D21E-48D6-9077-55A7AA0641C3}"/>
          </ac:spMkLst>
        </pc:spChg>
        <pc:spChg chg="add mod">
          <ac:chgData name="Phipps, Michael" userId="22b19e64-ae93-4d74-aed7-bbb364ca0772" providerId="ADAL" clId="{BC804871-180E-46FE-863F-14380C5ECD45}" dt="2021-11-25T17:16:50.501" v="3511" actId="164"/>
          <ac:spMkLst>
            <pc:docMk/>
            <pc:sldMk cId="3454764035" sldId="352"/>
            <ac:spMk id="4" creationId="{35ED5A1D-A1E6-46B1-A77E-DD69A09EDFF9}"/>
          </ac:spMkLst>
        </pc:spChg>
        <pc:spChg chg="add mod">
          <ac:chgData name="Phipps, Michael" userId="22b19e64-ae93-4d74-aed7-bbb364ca0772" providerId="ADAL" clId="{BC804871-180E-46FE-863F-14380C5ECD45}" dt="2021-11-25T17:16:50.501" v="3511" actId="164"/>
          <ac:spMkLst>
            <pc:docMk/>
            <pc:sldMk cId="3454764035" sldId="352"/>
            <ac:spMk id="5" creationId="{63EA4DB1-939F-4E19-9C36-162AB751A571}"/>
          </ac:spMkLst>
        </pc:spChg>
        <pc:spChg chg="add mod">
          <ac:chgData name="Phipps, Michael" userId="22b19e64-ae93-4d74-aed7-bbb364ca0772" providerId="ADAL" clId="{BC804871-180E-46FE-863F-14380C5ECD45}" dt="2021-11-25T17:18:23.621" v="3537" actId="164"/>
          <ac:spMkLst>
            <pc:docMk/>
            <pc:sldMk cId="3454764035" sldId="352"/>
            <ac:spMk id="6" creationId="{AF589119-794D-43B7-984B-E7C8784A02DA}"/>
          </ac:spMkLst>
        </pc:spChg>
        <pc:spChg chg="add mod">
          <ac:chgData name="Phipps, Michael" userId="22b19e64-ae93-4d74-aed7-bbb364ca0772" providerId="ADAL" clId="{BC804871-180E-46FE-863F-14380C5ECD45}" dt="2021-11-25T17:18:23.621" v="3537" actId="164"/>
          <ac:spMkLst>
            <pc:docMk/>
            <pc:sldMk cId="3454764035" sldId="352"/>
            <ac:spMk id="8" creationId="{CC6EE42F-DF6A-4782-B0C4-5783E1F1331C}"/>
          </ac:spMkLst>
        </pc:spChg>
        <pc:spChg chg="add mod">
          <ac:chgData name="Phipps, Michael" userId="22b19e64-ae93-4d74-aed7-bbb364ca0772" providerId="ADAL" clId="{BC804871-180E-46FE-863F-14380C5ECD45}" dt="2021-11-25T17:18:15.814" v="3535" actId="164"/>
          <ac:spMkLst>
            <pc:docMk/>
            <pc:sldMk cId="3454764035" sldId="352"/>
            <ac:spMk id="9" creationId="{D2D93764-AABB-4865-AF84-BAE93C800220}"/>
          </ac:spMkLst>
        </pc:spChg>
        <pc:spChg chg="add mod">
          <ac:chgData name="Phipps, Michael" userId="22b19e64-ae93-4d74-aed7-bbb364ca0772" providerId="ADAL" clId="{BC804871-180E-46FE-863F-14380C5ECD45}" dt="2021-11-25T17:18:15.814" v="3535" actId="164"/>
          <ac:spMkLst>
            <pc:docMk/>
            <pc:sldMk cId="3454764035" sldId="352"/>
            <ac:spMk id="10" creationId="{BA062613-0BEB-4149-9658-520796240C8C}"/>
          </ac:spMkLst>
        </pc:spChg>
        <pc:spChg chg="mod">
          <ac:chgData name="Phipps, Michael" userId="22b19e64-ae93-4d74-aed7-bbb364ca0772" providerId="ADAL" clId="{BC804871-180E-46FE-863F-14380C5ECD45}" dt="2021-11-25T17:18:27.865" v="3539"/>
          <ac:spMkLst>
            <pc:docMk/>
            <pc:sldMk cId="3454764035" sldId="352"/>
            <ac:spMk id="14" creationId="{4AFB97C1-6377-4C12-A53A-C4208F79543D}"/>
          </ac:spMkLst>
        </pc:spChg>
        <pc:spChg chg="mod">
          <ac:chgData name="Phipps, Michael" userId="22b19e64-ae93-4d74-aed7-bbb364ca0772" providerId="ADAL" clId="{BC804871-180E-46FE-863F-14380C5ECD45}" dt="2021-11-25T17:18:27.865" v="3539"/>
          <ac:spMkLst>
            <pc:docMk/>
            <pc:sldMk cId="3454764035" sldId="352"/>
            <ac:spMk id="15" creationId="{C2270167-FD20-46AB-B41C-09BB68CB6DB2}"/>
          </ac:spMkLst>
        </pc:spChg>
        <pc:spChg chg="mod">
          <ac:chgData name="Phipps, Michael" userId="22b19e64-ae93-4d74-aed7-bbb364ca0772" providerId="ADAL" clId="{BC804871-180E-46FE-863F-14380C5ECD45}" dt="2021-11-25T17:18:31.667" v="3541"/>
          <ac:spMkLst>
            <pc:docMk/>
            <pc:sldMk cId="3454764035" sldId="352"/>
            <ac:spMk id="17" creationId="{67CEF336-DD28-48D6-8DA6-E4CB00507E60}"/>
          </ac:spMkLst>
        </pc:spChg>
        <pc:spChg chg="mod">
          <ac:chgData name="Phipps, Michael" userId="22b19e64-ae93-4d74-aed7-bbb364ca0772" providerId="ADAL" clId="{BC804871-180E-46FE-863F-14380C5ECD45}" dt="2021-11-25T17:18:31.667" v="3541"/>
          <ac:spMkLst>
            <pc:docMk/>
            <pc:sldMk cId="3454764035" sldId="352"/>
            <ac:spMk id="18" creationId="{5C953C22-CF72-4EC4-A760-4AEDD8C537B4}"/>
          </ac:spMkLst>
        </pc:spChg>
        <pc:spChg chg="mod">
          <ac:chgData name="Phipps, Michael" userId="22b19e64-ae93-4d74-aed7-bbb364ca0772" providerId="ADAL" clId="{BC804871-180E-46FE-863F-14380C5ECD45}" dt="2021-11-25T17:18:35.323" v="3543"/>
          <ac:spMkLst>
            <pc:docMk/>
            <pc:sldMk cId="3454764035" sldId="352"/>
            <ac:spMk id="20" creationId="{CF54E98A-9D40-41D4-9F13-5E909C7CD3B3}"/>
          </ac:spMkLst>
        </pc:spChg>
        <pc:spChg chg="mod">
          <ac:chgData name="Phipps, Michael" userId="22b19e64-ae93-4d74-aed7-bbb364ca0772" providerId="ADAL" clId="{BC804871-180E-46FE-863F-14380C5ECD45}" dt="2021-11-25T17:18:35.323" v="3543"/>
          <ac:spMkLst>
            <pc:docMk/>
            <pc:sldMk cId="3454764035" sldId="352"/>
            <ac:spMk id="21" creationId="{8F716657-D6BA-4705-8BE9-9CCCCB48FB6C}"/>
          </ac:spMkLst>
        </pc:spChg>
        <pc:spChg chg="mod">
          <ac:chgData name="Phipps, Michael" userId="22b19e64-ae93-4d74-aed7-bbb364ca0772" providerId="ADAL" clId="{BC804871-180E-46FE-863F-14380C5ECD45}" dt="2021-11-25T17:19:03.705" v="3547"/>
          <ac:spMkLst>
            <pc:docMk/>
            <pc:sldMk cId="3454764035" sldId="352"/>
            <ac:spMk id="23" creationId="{9B0D9EFB-9AC6-46FA-84D4-EE7F1B87A036}"/>
          </ac:spMkLst>
        </pc:spChg>
        <pc:spChg chg="mod">
          <ac:chgData name="Phipps, Michael" userId="22b19e64-ae93-4d74-aed7-bbb364ca0772" providerId="ADAL" clId="{BC804871-180E-46FE-863F-14380C5ECD45}" dt="2021-11-25T17:19:03.705" v="3547"/>
          <ac:spMkLst>
            <pc:docMk/>
            <pc:sldMk cId="3454764035" sldId="352"/>
            <ac:spMk id="24" creationId="{1E37E21D-90BF-451D-BDE9-F95FCEB20F12}"/>
          </ac:spMkLst>
        </pc:spChg>
        <pc:spChg chg="mod">
          <ac:chgData name="Phipps, Michael" userId="22b19e64-ae93-4d74-aed7-bbb364ca0772" providerId="ADAL" clId="{BC804871-180E-46FE-863F-14380C5ECD45}" dt="2021-11-25T17:19:03.705" v="3547"/>
          <ac:spMkLst>
            <pc:docMk/>
            <pc:sldMk cId="3454764035" sldId="352"/>
            <ac:spMk id="26" creationId="{A0516D66-0782-45DB-ABCB-E25291D98816}"/>
          </ac:spMkLst>
        </pc:spChg>
        <pc:spChg chg="mod">
          <ac:chgData name="Phipps, Michael" userId="22b19e64-ae93-4d74-aed7-bbb364ca0772" providerId="ADAL" clId="{BC804871-180E-46FE-863F-14380C5ECD45}" dt="2021-11-25T17:19:03.705" v="3547"/>
          <ac:spMkLst>
            <pc:docMk/>
            <pc:sldMk cId="3454764035" sldId="352"/>
            <ac:spMk id="27" creationId="{A3CD9B41-78B4-4787-AAD2-537A826AA889}"/>
          </ac:spMkLst>
        </pc:spChg>
        <pc:spChg chg="mod">
          <ac:chgData name="Phipps, Michael" userId="22b19e64-ae93-4d74-aed7-bbb364ca0772" providerId="ADAL" clId="{BC804871-180E-46FE-863F-14380C5ECD45}" dt="2021-11-25T17:19:36.810" v="3552"/>
          <ac:spMkLst>
            <pc:docMk/>
            <pc:sldMk cId="3454764035" sldId="352"/>
            <ac:spMk id="37" creationId="{FB373B16-1272-438A-BAEB-58036945EC43}"/>
          </ac:spMkLst>
        </pc:spChg>
        <pc:spChg chg="mod">
          <ac:chgData name="Phipps, Michael" userId="22b19e64-ae93-4d74-aed7-bbb364ca0772" providerId="ADAL" clId="{BC804871-180E-46FE-863F-14380C5ECD45}" dt="2021-11-25T17:19:36.810" v="3552"/>
          <ac:spMkLst>
            <pc:docMk/>
            <pc:sldMk cId="3454764035" sldId="352"/>
            <ac:spMk id="38" creationId="{98F6FD8A-4D7D-4D0B-85B6-B07BE398B773}"/>
          </ac:spMkLst>
        </pc:spChg>
        <pc:spChg chg="mod">
          <ac:chgData name="Phipps, Michael" userId="22b19e64-ae93-4d74-aed7-bbb364ca0772" providerId="ADAL" clId="{BC804871-180E-46FE-863F-14380C5ECD45}" dt="2021-11-25T17:19:36.810" v="3552"/>
          <ac:spMkLst>
            <pc:docMk/>
            <pc:sldMk cId="3454764035" sldId="352"/>
            <ac:spMk id="39" creationId="{7520D8DA-C9FE-43DA-A7B7-8C8354E4E54F}"/>
          </ac:spMkLst>
        </pc:spChg>
        <pc:spChg chg="mod">
          <ac:chgData name="Phipps, Michael" userId="22b19e64-ae93-4d74-aed7-bbb364ca0772" providerId="ADAL" clId="{BC804871-180E-46FE-863F-14380C5ECD45}" dt="2021-11-25T17:19:36.810" v="3552"/>
          <ac:spMkLst>
            <pc:docMk/>
            <pc:sldMk cId="3454764035" sldId="352"/>
            <ac:spMk id="40" creationId="{D428FB6A-358C-4164-90EA-FA602217AA88}"/>
          </ac:spMkLst>
        </pc:spChg>
        <pc:spChg chg="mod">
          <ac:chgData name="Phipps, Michael" userId="22b19e64-ae93-4d74-aed7-bbb364ca0772" providerId="ADAL" clId="{BC804871-180E-46FE-863F-14380C5ECD45}" dt="2021-11-25T17:19:36.810" v="3552"/>
          <ac:spMkLst>
            <pc:docMk/>
            <pc:sldMk cId="3454764035" sldId="352"/>
            <ac:spMk id="41" creationId="{C148D1CE-1A7D-4547-855B-4D4A205F2DD2}"/>
          </ac:spMkLst>
        </pc:spChg>
        <pc:spChg chg="mod">
          <ac:chgData name="Phipps, Michael" userId="22b19e64-ae93-4d74-aed7-bbb364ca0772" providerId="ADAL" clId="{BC804871-180E-46FE-863F-14380C5ECD45}" dt="2021-11-25T17:19:36.810" v="3552"/>
          <ac:spMkLst>
            <pc:docMk/>
            <pc:sldMk cId="3454764035" sldId="352"/>
            <ac:spMk id="42" creationId="{394FE35C-9376-4FB1-902F-4F20BE4C29A7}"/>
          </ac:spMkLst>
        </pc:spChg>
        <pc:spChg chg="mod">
          <ac:chgData name="Phipps, Michael" userId="22b19e64-ae93-4d74-aed7-bbb364ca0772" providerId="ADAL" clId="{BC804871-180E-46FE-863F-14380C5ECD45}" dt="2021-11-25T17:19:36.810" v="3552"/>
          <ac:spMkLst>
            <pc:docMk/>
            <pc:sldMk cId="3454764035" sldId="352"/>
            <ac:spMk id="43" creationId="{41341AC7-DDB3-445A-B97A-2B1D706953F1}"/>
          </ac:spMkLst>
        </pc:spChg>
        <pc:spChg chg="mod">
          <ac:chgData name="Phipps, Michael" userId="22b19e64-ae93-4d74-aed7-bbb364ca0772" providerId="ADAL" clId="{BC804871-180E-46FE-863F-14380C5ECD45}" dt="2021-11-25T17:19:36.810" v="3552"/>
          <ac:spMkLst>
            <pc:docMk/>
            <pc:sldMk cId="3454764035" sldId="352"/>
            <ac:spMk id="44" creationId="{92BF08FF-15EB-4414-BA7F-6E717B742FDC}"/>
          </ac:spMkLst>
        </pc:spChg>
        <pc:spChg chg="mod">
          <ac:chgData name="Phipps, Michael" userId="22b19e64-ae93-4d74-aed7-bbb364ca0772" providerId="ADAL" clId="{BC804871-180E-46FE-863F-14380C5ECD45}" dt="2021-11-25T17:19:36.810" v="3552"/>
          <ac:spMkLst>
            <pc:docMk/>
            <pc:sldMk cId="3454764035" sldId="352"/>
            <ac:spMk id="45" creationId="{AC0865E3-A850-4611-B98F-45176F0E6198}"/>
          </ac:spMkLst>
        </pc:spChg>
        <pc:spChg chg="mod">
          <ac:chgData name="Phipps, Michael" userId="22b19e64-ae93-4d74-aed7-bbb364ca0772" providerId="ADAL" clId="{BC804871-180E-46FE-863F-14380C5ECD45}" dt="2021-11-25T17:19:36.810" v="3552"/>
          <ac:spMkLst>
            <pc:docMk/>
            <pc:sldMk cId="3454764035" sldId="352"/>
            <ac:spMk id="46" creationId="{BD5A2608-6460-4F04-B558-354595AAF866}"/>
          </ac:spMkLst>
        </pc:spChg>
        <pc:spChg chg="mod">
          <ac:chgData name="Phipps, Michael" userId="22b19e64-ae93-4d74-aed7-bbb364ca0772" providerId="ADAL" clId="{BC804871-180E-46FE-863F-14380C5ECD45}" dt="2021-11-25T17:19:36.810" v="3552"/>
          <ac:spMkLst>
            <pc:docMk/>
            <pc:sldMk cId="3454764035" sldId="352"/>
            <ac:spMk id="47" creationId="{186E60BD-0D65-425E-AC3E-9D848D15D011}"/>
          </ac:spMkLst>
        </pc:spChg>
        <pc:spChg chg="mod">
          <ac:chgData name="Phipps, Michael" userId="22b19e64-ae93-4d74-aed7-bbb364ca0772" providerId="ADAL" clId="{BC804871-180E-46FE-863F-14380C5ECD45}" dt="2021-11-25T17:19:36.810" v="3552"/>
          <ac:spMkLst>
            <pc:docMk/>
            <pc:sldMk cId="3454764035" sldId="352"/>
            <ac:spMk id="48" creationId="{B7020433-0339-46B1-A0C0-DEAE2CD6906E}"/>
          </ac:spMkLst>
        </pc:spChg>
        <pc:spChg chg="mod">
          <ac:chgData name="Phipps, Michael" userId="22b19e64-ae93-4d74-aed7-bbb364ca0772" providerId="ADAL" clId="{BC804871-180E-46FE-863F-14380C5ECD45}" dt="2021-11-25T17:19:36.810" v="3552"/>
          <ac:spMkLst>
            <pc:docMk/>
            <pc:sldMk cId="3454764035" sldId="352"/>
            <ac:spMk id="49" creationId="{6F2BE5D0-DC58-4BF9-B651-A0C022BFAE87}"/>
          </ac:spMkLst>
        </pc:spChg>
        <pc:spChg chg="mod">
          <ac:chgData name="Phipps, Michael" userId="22b19e64-ae93-4d74-aed7-bbb364ca0772" providerId="ADAL" clId="{BC804871-180E-46FE-863F-14380C5ECD45}" dt="2021-11-25T17:19:36.810" v="3552"/>
          <ac:spMkLst>
            <pc:docMk/>
            <pc:sldMk cId="3454764035" sldId="352"/>
            <ac:spMk id="50" creationId="{247A38C7-B71C-4D27-9332-F9225A11CAB1}"/>
          </ac:spMkLst>
        </pc:spChg>
        <pc:spChg chg="mod">
          <ac:chgData name="Phipps, Michael" userId="22b19e64-ae93-4d74-aed7-bbb364ca0772" providerId="ADAL" clId="{BC804871-180E-46FE-863F-14380C5ECD45}" dt="2021-11-25T17:20:01.077" v="3559" actId="113"/>
          <ac:spMkLst>
            <pc:docMk/>
            <pc:sldMk cId="3454764035" sldId="352"/>
            <ac:spMk id="59" creationId="{D8609B12-1B3F-423E-8203-F238EF75A7D1}"/>
          </ac:spMkLst>
        </pc:spChg>
        <pc:spChg chg="mod">
          <ac:chgData name="Phipps, Michael" userId="22b19e64-ae93-4d74-aed7-bbb364ca0772" providerId="ADAL" clId="{BC804871-180E-46FE-863F-14380C5ECD45}" dt="2021-11-25T17:20:01.077" v="3559" actId="113"/>
          <ac:spMkLst>
            <pc:docMk/>
            <pc:sldMk cId="3454764035" sldId="352"/>
            <ac:spMk id="60" creationId="{6770AC5E-0B7C-4FCB-9E29-F7B7D412CFC6}"/>
          </ac:spMkLst>
        </pc:spChg>
        <pc:spChg chg="mod">
          <ac:chgData name="Phipps, Michael" userId="22b19e64-ae93-4d74-aed7-bbb364ca0772" providerId="ADAL" clId="{BC804871-180E-46FE-863F-14380C5ECD45}" dt="2021-11-25T17:20:01.077" v="3559" actId="113"/>
          <ac:spMkLst>
            <pc:docMk/>
            <pc:sldMk cId="3454764035" sldId="352"/>
            <ac:spMk id="61" creationId="{013128F3-5801-463A-A0C9-F90E7B36A97C}"/>
          </ac:spMkLst>
        </pc:spChg>
        <pc:spChg chg="mod">
          <ac:chgData name="Phipps, Michael" userId="22b19e64-ae93-4d74-aed7-bbb364ca0772" providerId="ADAL" clId="{BC804871-180E-46FE-863F-14380C5ECD45}" dt="2021-11-25T17:20:01.077" v="3559" actId="113"/>
          <ac:spMkLst>
            <pc:docMk/>
            <pc:sldMk cId="3454764035" sldId="352"/>
            <ac:spMk id="62" creationId="{5B474C70-CC95-4E6F-AABA-0EB9953D90E8}"/>
          </ac:spMkLst>
        </pc:spChg>
        <pc:spChg chg="mod">
          <ac:chgData name="Phipps, Michael" userId="22b19e64-ae93-4d74-aed7-bbb364ca0772" providerId="ADAL" clId="{BC804871-180E-46FE-863F-14380C5ECD45}" dt="2021-11-25T17:20:01.077" v="3559" actId="113"/>
          <ac:spMkLst>
            <pc:docMk/>
            <pc:sldMk cId="3454764035" sldId="352"/>
            <ac:spMk id="63" creationId="{7DEA6B25-2488-4163-B90D-51FF92C11D9C}"/>
          </ac:spMkLst>
        </pc:spChg>
        <pc:spChg chg="mod">
          <ac:chgData name="Phipps, Michael" userId="22b19e64-ae93-4d74-aed7-bbb364ca0772" providerId="ADAL" clId="{BC804871-180E-46FE-863F-14380C5ECD45}" dt="2021-11-25T17:20:01.077" v="3559" actId="113"/>
          <ac:spMkLst>
            <pc:docMk/>
            <pc:sldMk cId="3454764035" sldId="352"/>
            <ac:spMk id="64" creationId="{6747380D-B1F9-4D2E-A708-B8646135AB1B}"/>
          </ac:spMkLst>
        </pc:spChg>
        <pc:spChg chg="mod">
          <ac:chgData name="Phipps, Michael" userId="22b19e64-ae93-4d74-aed7-bbb364ca0772" providerId="ADAL" clId="{BC804871-180E-46FE-863F-14380C5ECD45}" dt="2021-11-25T17:20:01.077" v="3559" actId="113"/>
          <ac:spMkLst>
            <pc:docMk/>
            <pc:sldMk cId="3454764035" sldId="352"/>
            <ac:spMk id="65" creationId="{9F25D48D-09CE-464B-9CA7-ECD95210D3DC}"/>
          </ac:spMkLst>
        </pc:spChg>
        <pc:spChg chg="mod">
          <ac:chgData name="Phipps, Michael" userId="22b19e64-ae93-4d74-aed7-bbb364ca0772" providerId="ADAL" clId="{BC804871-180E-46FE-863F-14380C5ECD45}" dt="2021-11-25T17:20:01.077" v="3559" actId="113"/>
          <ac:spMkLst>
            <pc:docMk/>
            <pc:sldMk cId="3454764035" sldId="352"/>
            <ac:spMk id="66" creationId="{49E83D5C-7B8B-4C77-9772-3017BE42C680}"/>
          </ac:spMkLst>
        </pc:spChg>
        <pc:spChg chg="mod">
          <ac:chgData name="Phipps, Michael" userId="22b19e64-ae93-4d74-aed7-bbb364ca0772" providerId="ADAL" clId="{BC804871-180E-46FE-863F-14380C5ECD45}" dt="2021-11-25T17:20:01.077" v="3559" actId="113"/>
          <ac:spMkLst>
            <pc:docMk/>
            <pc:sldMk cId="3454764035" sldId="352"/>
            <ac:spMk id="67" creationId="{A0C493AA-A4DF-4FC3-82DC-5DAE344F2749}"/>
          </ac:spMkLst>
        </pc:spChg>
        <pc:spChg chg="mod">
          <ac:chgData name="Phipps, Michael" userId="22b19e64-ae93-4d74-aed7-bbb364ca0772" providerId="ADAL" clId="{BC804871-180E-46FE-863F-14380C5ECD45}" dt="2021-11-25T17:20:01.077" v="3559" actId="113"/>
          <ac:spMkLst>
            <pc:docMk/>
            <pc:sldMk cId="3454764035" sldId="352"/>
            <ac:spMk id="68" creationId="{86E6D3A2-A503-4C70-9B9F-9C768AAC658C}"/>
          </ac:spMkLst>
        </pc:spChg>
        <pc:spChg chg="mod">
          <ac:chgData name="Phipps, Michael" userId="22b19e64-ae93-4d74-aed7-bbb364ca0772" providerId="ADAL" clId="{BC804871-180E-46FE-863F-14380C5ECD45}" dt="2021-11-25T17:20:01.077" v="3559" actId="113"/>
          <ac:spMkLst>
            <pc:docMk/>
            <pc:sldMk cId="3454764035" sldId="352"/>
            <ac:spMk id="69" creationId="{D8CE3EB5-6B9B-49A5-AD44-4922BEDEC957}"/>
          </ac:spMkLst>
        </pc:spChg>
        <pc:spChg chg="mod">
          <ac:chgData name="Phipps, Michael" userId="22b19e64-ae93-4d74-aed7-bbb364ca0772" providerId="ADAL" clId="{BC804871-180E-46FE-863F-14380C5ECD45}" dt="2021-11-25T17:20:01.077" v="3559" actId="113"/>
          <ac:spMkLst>
            <pc:docMk/>
            <pc:sldMk cId="3454764035" sldId="352"/>
            <ac:spMk id="70" creationId="{6A0C0C61-4842-44CC-BF11-61460CC15C7D}"/>
          </ac:spMkLst>
        </pc:spChg>
        <pc:spChg chg="mod">
          <ac:chgData name="Phipps, Michael" userId="22b19e64-ae93-4d74-aed7-bbb364ca0772" providerId="ADAL" clId="{BC804871-180E-46FE-863F-14380C5ECD45}" dt="2021-11-25T17:20:01.077" v="3559" actId="113"/>
          <ac:spMkLst>
            <pc:docMk/>
            <pc:sldMk cId="3454764035" sldId="352"/>
            <ac:spMk id="71" creationId="{606A0EEB-D395-42F9-AC7E-3BEF45C07AC1}"/>
          </ac:spMkLst>
        </pc:spChg>
        <pc:spChg chg="mod">
          <ac:chgData name="Phipps, Michael" userId="22b19e64-ae93-4d74-aed7-bbb364ca0772" providerId="ADAL" clId="{BC804871-180E-46FE-863F-14380C5ECD45}" dt="2021-11-25T17:20:01.077" v="3559" actId="113"/>
          <ac:spMkLst>
            <pc:docMk/>
            <pc:sldMk cId="3454764035" sldId="352"/>
            <ac:spMk id="72" creationId="{F965A5D5-99E7-45A1-B5D3-3735AA0D2C6A}"/>
          </ac:spMkLst>
        </pc:spChg>
        <pc:spChg chg="mod">
          <ac:chgData name="Phipps, Michael" userId="22b19e64-ae93-4d74-aed7-bbb364ca0772" providerId="ADAL" clId="{BC804871-180E-46FE-863F-14380C5ECD45}" dt="2021-11-25T17:20:01.077" v="3559" actId="113"/>
          <ac:spMkLst>
            <pc:docMk/>
            <pc:sldMk cId="3454764035" sldId="352"/>
            <ac:spMk id="81" creationId="{EF7A2A89-0864-4F16-BAF7-6A3DD218351D}"/>
          </ac:spMkLst>
        </pc:spChg>
        <pc:spChg chg="mod">
          <ac:chgData name="Phipps, Michael" userId="22b19e64-ae93-4d74-aed7-bbb364ca0772" providerId="ADAL" clId="{BC804871-180E-46FE-863F-14380C5ECD45}" dt="2021-11-25T17:20:01.077" v="3559" actId="113"/>
          <ac:spMkLst>
            <pc:docMk/>
            <pc:sldMk cId="3454764035" sldId="352"/>
            <ac:spMk id="82" creationId="{DD024865-E84E-41FD-9342-D5FFD7E6C91D}"/>
          </ac:spMkLst>
        </pc:spChg>
        <pc:spChg chg="mod">
          <ac:chgData name="Phipps, Michael" userId="22b19e64-ae93-4d74-aed7-bbb364ca0772" providerId="ADAL" clId="{BC804871-180E-46FE-863F-14380C5ECD45}" dt="2021-11-25T17:20:01.077" v="3559" actId="113"/>
          <ac:spMkLst>
            <pc:docMk/>
            <pc:sldMk cId="3454764035" sldId="352"/>
            <ac:spMk id="83" creationId="{7183CA09-7626-483B-BB8F-3AD5BCEF69A4}"/>
          </ac:spMkLst>
        </pc:spChg>
        <pc:spChg chg="mod">
          <ac:chgData name="Phipps, Michael" userId="22b19e64-ae93-4d74-aed7-bbb364ca0772" providerId="ADAL" clId="{BC804871-180E-46FE-863F-14380C5ECD45}" dt="2021-11-25T17:20:01.077" v="3559" actId="113"/>
          <ac:spMkLst>
            <pc:docMk/>
            <pc:sldMk cId="3454764035" sldId="352"/>
            <ac:spMk id="84" creationId="{D1389373-63C4-455D-B1CF-4B29816A1AF9}"/>
          </ac:spMkLst>
        </pc:spChg>
        <pc:spChg chg="mod">
          <ac:chgData name="Phipps, Michael" userId="22b19e64-ae93-4d74-aed7-bbb364ca0772" providerId="ADAL" clId="{BC804871-180E-46FE-863F-14380C5ECD45}" dt="2021-11-25T17:20:01.077" v="3559" actId="113"/>
          <ac:spMkLst>
            <pc:docMk/>
            <pc:sldMk cId="3454764035" sldId="352"/>
            <ac:spMk id="85" creationId="{5D367354-4501-4D42-8E2B-964F29B03D2E}"/>
          </ac:spMkLst>
        </pc:spChg>
        <pc:spChg chg="mod">
          <ac:chgData name="Phipps, Michael" userId="22b19e64-ae93-4d74-aed7-bbb364ca0772" providerId="ADAL" clId="{BC804871-180E-46FE-863F-14380C5ECD45}" dt="2021-11-25T17:20:01.077" v="3559" actId="113"/>
          <ac:spMkLst>
            <pc:docMk/>
            <pc:sldMk cId="3454764035" sldId="352"/>
            <ac:spMk id="86" creationId="{37BEB102-C380-4182-8B65-C90FC7B1319C}"/>
          </ac:spMkLst>
        </pc:spChg>
        <pc:spChg chg="mod">
          <ac:chgData name="Phipps, Michael" userId="22b19e64-ae93-4d74-aed7-bbb364ca0772" providerId="ADAL" clId="{BC804871-180E-46FE-863F-14380C5ECD45}" dt="2021-11-25T17:20:01.077" v="3559" actId="113"/>
          <ac:spMkLst>
            <pc:docMk/>
            <pc:sldMk cId="3454764035" sldId="352"/>
            <ac:spMk id="87" creationId="{A73F5CFE-CC3E-47E4-897A-6C2768DE28F3}"/>
          </ac:spMkLst>
        </pc:spChg>
        <pc:spChg chg="mod">
          <ac:chgData name="Phipps, Michael" userId="22b19e64-ae93-4d74-aed7-bbb364ca0772" providerId="ADAL" clId="{BC804871-180E-46FE-863F-14380C5ECD45}" dt="2021-11-25T17:20:01.077" v="3559" actId="113"/>
          <ac:spMkLst>
            <pc:docMk/>
            <pc:sldMk cId="3454764035" sldId="352"/>
            <ac:spMk id="88" creationId="{393BF1CE-E743-48E8-A14E-E44ED955C7BD}"/>
          </ac:spMkLst>
        </pc:spChg>
        <pc:spChg chg="mod">
          <ac:chgData name="Phipps, Michael" userId="22b19e64-ae93-4d74-aed7-bbb364ca0772" providerId="ADAL" clId="{BC804871-180E-46FE-863F-14380C5ECD45}" dt="2021-11-25T17:20:01.077" v="3559" actId="113"/>
          <ac:spMkLst>
            <pc:docMk/>
            <pc:sldMk cId="3454764035" sldId="352"/>
            <ac:spMk id="89" creationId="{1E4B5F90-64D5-4C55-9938-203C1102E518}"/>
          </ac:spMkLst>
        </pc:spChg>
        <pc:spChg chg="mod">
          <ac:chgData name="Phipps, Michael" userId="22b19e64-ae93-4d74-aed7-bbb364ca0772" providerId="ADAL" clId="{BC804871-180E-46FE-863F-14380C5ECD45}" dt="2021-11-25T17:20:01.077" v="3559" actId="113"/>
          <ac:spMkLst>
            <pc:docMk/>
            <pc:sldMk cId="3454764035" sldId="352"/>
            <ac:spMk id="90" creationId="{D1D995A6-7896-4CD4-B103-65604B61C6D9}"/>
          </ac:spMkLst>
        </pc:spChg>
        <pc:spChg chg="mod">
          <ac:chgData name="Phipps, Michael" userId="22b19e64-ae93-4d74-aed7-bbb364ca0772" providerId="ADAL" clId="{BC804871-180E-46FE-863F-14380C5ECD45}" dt="2021-11-25T17:20:01.077" v="3559" actId="113"/>
          <ac:spMkLst>
            <pc:docMk/>
            <pc:sldMk cId="3454764035" sldId="352"/>
            <ac:spMk id="91" creationId="{6D34D979-78F4-43AF-BEEE-B8A698A1FAEA}"/>
          </ac:spMkLst>
        </pc:spChg>
        <pc:spChg chg="mod">
          <ac:chgData name="Phipps, Michael" userId="22b19e64-ae93-4d74-aed7-bbb364ca0772" providerId="ADAL" clId="{BC804871-180E-46FE-863F-14380C5ECD45}" dt="2021-11-25T17:20:01.077" v="3559" actId="113"/>
          <ac:spMkLst>
            <pc:docMk/>
            <pc:sldMk cId="3454764035" sldId="352"/>
            <ac:spMk id="92" creationId="{9A24E875-4745-414C-B911-0EF11187FF73}"/>
          </ac:spMkLst>
        </pc:spChg>
        <pc:spChg chg="mod">
          <ac:chgData name="Phipps, Michael" userId="22b19e64-ae93-4d74-aed7-bbb364ca0772" providerId="ADAL" clId="{BC804871-180E-46FE-863F-14380C5ECD45}" dt="2021-11-25T17:20:01.077" v="3559" actId="113"/>
          <ac:spMkLst>
            <pc:docMk/>
            <pc:sldMk cId="3454764035" sldId="352"/>
            <ac:spMk id="93" creationId="{8B93E12C-C0A9-4ECB-B9DB-2BF8D6C3CB22}"/>
          </ac:spMkLst>
        </pc:spChg>
        <pc:spChg chg="mod">
          <ac:chgData name="Phipps, Michael" userId="22b19e64-ae93-4d74-aed7-bbb364ca0772" providerId="ADAL" clId="{BC804871-180E-46FE-863F-14380C5ECD45}" dt="2021-11-25T17:20:01.077" v="3559" actId="113"/>
          <ac:spMkLst>
            <pc:docMk/>
            <pc:sldMk cId="3454764035" sldId="352"/>
            <ac:spMk id="94" creationId="{6F2D3521-066A-4CB7-AAF7-BF63146FF6AB}"/>
          </ac:spMkLst>
        </pc:spChg>
        <pc:spChg chg="add mod">
          <ac:chgData name="Phipps, Michael" userId="22b19e64-ae93-4d74-aed7-bbb364ca0772" providerId="ADAL" clId="{BC804871-180E-46FE-863F-14380C5ECD45}" dt="2021-11-25T17:40:07.792" v="3737" actId="1076"/>
          <ac:spMkLst>
            <pc:docMk/>
            <pc:sldMk cId="3454764035" sldId="352"/>
            <ac:spMk id="97" creationId="{C49C15A9-74D2-4052-900A-C3DB818C4AAC}"/>
          </ac:spMkLst>
        </pc:spChg>
        <pc:spChg chg="add mod">
          <ac:chgData name="Phipps, Michael" userId="22b19e64-ae93-4d74-aed7-bbb364ca0772" providerId="ADAL" clId="{BC804871-180E-46FE-863F-14380C5ECD45}" dt="2021-11-25T17:40:11.785" v="3738" actId="1076"/>
          <ac:spMkLst>
            <pc:docMk/>
            <pc:sldMk cId="3454764035" sldId="352"/>
            <ac:spMk id="98" creationId="{BC154822-75F4-4C74-A6F2-40E1D629FB0F}"/>
          </ac:spMkLst>
        </pc:spChg>
        <pc:spChg chg="add mod">
          <ac:chgData name="Phipps, Michael" userId="22b19e64-ae93-4d74-aed7-bbb364ca0772" providerId="ADAL" clId="{BC804871-180E-46FE-863F-14380C5ECD45}" dt="2021-11-25T17:42:41.583" v="3803" actId="1076"/>
          <ac:spMkLst>
            <pc:docMk/>
            <pc:sldMk cId="3454764035" sldId="352"/>
            <ac:spMk id="99" creationId="{4D9E3C6F-B74A-4235-B7EB-F8F3C3A81DB4}"/>
          </ac:spMkLst>
        </pc:spChg>
        <pc:spChg chg="add mod">
          <ac:chgData name="Phipps, Michael" userId="22b19e64-ae93-4d74-aed7-bbb364ca0772" providerId="ADAL" clId="{BC804871-180E-46FE-863F-14380C5ECD45}" dt="2021-11-25T17:40:46.377" v="3742" actId="14100"/>
          <ac:spMkLst>
            <pc:docMk/>
            <pc:sldMk cId="3454764035" sldId="352"/>
            <ac:spMk id="102" creationId="{193C1A47-6B18-42BD-AB12-B3FF9096C230}"/>
          </ac:spMkLst>
        </pc:spChg>
        <pc:spChg chg="add del">
          <ac:chgData name="Phipps, Michael" userId="22b19e64-ae93-4d74-aed7-bbb364ca0772" providerId="ADAL" clId="{BC804871-180E-46FE-863F-14380C5ECD45}" dt="2021-11-25T17:32:04.211" v="3688" actId="478"/>
          <ac:spMkLst>
            <pc:docMk/>
            <pc:sldMk cId="3454764035" sldId="352"/>
            <ac:spMk id="104" creationId="{022429DB-9F29-4E12-948D-1DEFC9EE139E}"/>
          </ac:spMkLst>
        </pc:spChg>
        <pc:spChg chg="add del mod">
          <ac:chgData name="Phipps, Michael" userId="22b19e64-ae93-4d74-aed7-bbb364ca0772" providerId="ADAL" clId="{BC804871-180E-46FE-863F-14380C5ECD45}" dt="2021-11-25T17:32:02.046" v="3687" actId="478"/>
          <ac:spMkLst>
            <pc:docMk/>
            <pc:sldMk cId="3454764035" sldId="352"/>
            <ac:spMk id="105" creationId="{3AA55FC2-B34B-43E3-A84A-2E04A83A114F}"/>
          </ac:spMkLst>
        </pc:spChg>
        <pc:spChg chg="mod">
          <ac:chgData name="Phipps, Michael" userId="22b19e64-ae93-4d74-aed7-bbb364ca0772" providerId="ADAL" clId="{BC804871-180E-46FE-863F-14380C5ECD45}" dt="2021-11-25T17:39:40.183" v="3730"/>
          <ac:spMkLst>
            <pc:docMk/>
            <pc:sldMk cId="3454764035" sldId="352"/>
            <ac:spMk id="128" creationId="{96F14F44-2B50-4908-8F90-B0AF3B194651}"/>
          </ac:spMkLst>
        </pc:spChg>
        <pc:spChg chg="mod">
          <ac:chgData name="Phipps, Michael" userId="22b19e64-ae93-4d74-aed7-bbb364ca0772" providerId="ADAL" clId="{BC804871-180E-46FE-863F-14380C5ECD45}" dt="2021-11-25T17:39:40.183" v="3730"/>
          <ac:spMkLst>
            <pc:docMk/>
            <pc:sldMk cId="3454764035" sldId="352"/>
            <ac:spMk id="129" creationId="{CD01DB5B-2029-4552-A9F7-E90B67DB71AC}"/>
          </ac:spMkLst>
        </pc:spChg>
        <pc:spChg chg="mod">
          <ac:chgData name="Phipps, Michael" userId="22b19e64-ae93-4d74-aed7-bbb364ca0772" providerId="ADAL" clId="{BC804871-180E-46FE-863F-14380C5ECD45}" dt="2021-11-25T17:39:40.183" v="3730"/>
          <ac:spMkLst>
            <pc:docMk/>
            <pc:sldMk cId="3454764035" sldId="352"/>
            <ac:spMk id="130" creationId="{847D62B2-0D92-42D4-BAEB-5B563C33A55F}"/>
          </ac:spMkLst>
        </pc:spChg>
        <pc:spChg chg="mod">
          <ac:chgData name="Phipps, Michael" userId="22b19e64-ae93-4d74-aed7-bbb364ca0772" providerId="ADAL" clId="{BC804871-180E-46FE-863F-14380C5ECD45}" dt="2021-11-25T17:39:40.183" v="3730"/>
          <ac:spMkLst>
            <pc:docMk/>
            <pc:sldMk cId="3454764035" sldId="352"/>
            <ac:spMk id="131" creationId="{BFFBE31F-4F8C-4001-9434-93F1A07B3B1A}"/>
          </ac:spMkLst>
        </pc:spChg>
        <pc:spChg chg="mod">
          <ac:chgData name="Phipps, Michael" userId="22b19e64-ae93-4d74-aed7-bbb364ca0772" providerId="ADAL" clId="{BC804871-180E-46FE-863F-14380C5ECD45}" dt="2021-11-25T17:39:40.183" v="3730"/>
          <ac:spMkLst>
            <pc:docMk/>
            <pc:sldMk cId="3454764035" sldId="352"/>
            <ac:spMk id="132" creationId="{2B3A204F-04EA-4C55-B673-710D34F8B72A}"/>
          </ac:spMkLst>
        </pc:spChg>
        <pc:spChg chg="mod">
          <ac:chgData name="Phipps, Michael" userId="22b19e64-ae93-4d74-aed7-bbb364ca0772" providerId="ADAL" clId="{BC804871-180E-46FE-863F-14380C5ECD45}" dt="2021-11-25T17:39:40.183" v="3730"/>
          <ac:spMkLst>
            <pc:docMk/>
            <pc:sldMk cId="3454764035" sldId="352"/>
            <ac:spMk id="133" creationId="{A6DE9BED-B5A5-4291-ADB3-451448BAF19C}"/>
          </ac:spMkLst>
        </pc:spChg>
        <pc:spChg chg="mod">
          <ac:chgData name="Phipps, Michael" userId="22b19e64-ae93-4d74-aed7-bbb364ca0772" providerId="ADAL" clId="{BC804871-180E-46FE-863F-14380C5ECD45}" dt="2021-11-25T17:39:40.183" v="3730"/>
          <ac:spMkLst>
            <pc:docMk/>
            <pc:sldMk cId="3454764035" sldId="352"/>
            <ac:spMk id="134" creationId="{F47174A3-638A-4589-A4CB-A8A12085B5E6}"/>
          </ac:spMkLst>
        </pc:spChg>
        <pc:spChg chg="mod">
          <ac:chgData name="Phipps, Michael" userId="22b19e64-ae93-4d74-aed7-bbb364ca0772" providerId="ADAL" clId="{BC804871-180E-46FE-863F-14380C5ECD45}" dt="2021-11-25T17:39:40.183" v="3730"/>
          <ac:spMkLst>
            <pc:docMk/>
            <pc:sldMk cId="3454764035" sldId="352"/>
            <ac:spMk id="135" creationId="{00A69132-8AF4-40F0-AD8D-1B9ABE6238AB}"/>
          </ac:spMkLst>
        </pc:spChg>
        <pc:spChg chg="mod">
          <ac:chgData name="Phipps, Michael" userId="22b19e64-ae93-4d74-aed7-bbb364ca0772" providerId="ADAL" clId="{BC804871-180E-46FE-863F-14380C5ECD45}" dt="2021-11-25T17:39:40.183" v="3730"/>
          <ac:spMkLst>
            <pc:docMk/>
            <pc:sldMk cId="3454764035" sldId="352"/>
            <ac:spMk id="136" creationId="{101F69CD-AAE6-4504-8769-2147EF8546DB}"/>
          </ac:spMkLst>
        </pc:spChg>
        <pc:spChg chg="mod">
          <ac:chgData name="Phipps, Michael" userId="22b19e64-ae93-4d74-aed7-bbb364ca0772" providerId="ADAL" clId="{BC804871-180E-46FE-863F-14380C5ECD45}" dt="2021-11-25T17:39:40.183" v="3730"/>
          <ac:spMkLst>
            <pc:docMk/>
            <pc:sldMk cId="3454764035" sldId="352"/>
            <ac:spMk id="137" creationId="{3B108124-A74E-4C08-8AFE-05746965EC55}"/>
          </ac:spMkLst>
        </pc:spChg>
        <pc:spChg chg="mod">
          <ac:chgData name="Phipps, Michael" userId="22b19e64-ae93-4d74-aed7-bbb364ca0772" providerId="ADAL" clId="{BC804871-180E-46FE-863F-14380C5ECD45}" dt="2021-11-25T17:39:40.183" v="3730"/>
          <ac:spMkLst>
            <pc:docMk/>
            <pc:sldMk cId="3454764035" sldId="352"/>
            <ac:spMk id="138" creationId="{01DFB779-F917-4FF4-896A-4EE9E0D906A9}"/>
          </ac:spMkLst>
        </pc:spChg>
        <pc:spChg chg="mod">
          <ac:chgData name="Phipps, Michael" userId="22b19e64-ae93-4d74-aed7-bbb364ca0772" providerId="ADAL" clId="{BC804871-180E-46FE-863F-14380C5ECD45}" dt="2021-11-25T17:39:40.183" v="3730"/>
          <ac:spMkLst>
            <pc:docMk/>
            <pc:sldMk cId="3454764035" sldId="352"/>
            <ac:spMk id="139" creationId="{7C1F61E7-8A56-4ADF-A132-87A4D5439713}"/>
          </ac:spMkLst>
        </pc:spChg>
        <pc:spChg chg="mod">
          <ac:chgData name="Phipps, Michael" userId="22b19e64-ae93-4d74-aed7-bbb364ca0772" providerId="ADAL" clId="{BC804871-180E-46FE-863F-14380C5ECD45}" dt="2021-11-25T17:39:40.183" v="3730"/>
          <ac:spMkLst>
            <pc:docMk/>
            <pc:sldMk cId="3454764035" sldId="352"/>
            <ac:spMk id="140" creationId="{AF9B6580-440F-4A8F-8D8B-613ACD17AB2A}"/>
          </ac:spMkLst>
        </pc:spChg>
        <pc:spChg chg="mod">
          <ac:chgData name="Phipps, Michael" userId="22b19e64-ae93-4d74-aed7-bbb364ca0772" providerId="ADAL" clId="{BC804871-180E-46FE-863F-14380C5ECD45}" dt="2021-11-25T17:39:40.183" v="3730"/>
          <ac:spMkLst>
            <pc:docMk/>
            <pc:sldMk cId="3454764035" sldId="352"/>
            <ac:spMk id="141" creationId="{E7C37B5F-CA22-4795-99FE-8E6E11D0372C}"/>
          </ac:spMkLst>
        </pc:spChg>
        <pc:spChg chg="mod">
          <ac:chgData name="Phipps, Michael" userId="22b19e64-ae93-4d74-aed7-bbb364ca0772" providerId="ADAL" clId="{BC804871-180E-46FE-863F-14380C5ECD45}" dt="2021-11-25T17:39:40.183" v="3730"/>
          <ac:spMkLst>
            <pc:docMk/>
            <pc:sldMk cId="3454764035" sldId="352"/>
            <ac:spMk id="149" creationId="{8CF19283-C613-4946-98D4-AB3D0608FB57}"/>
          </ac:spMkLst>
        </pc:spChg>
        <pc:spChg chg="mod">
          <ac:chgData name="Phipps, Michael" userId="22b19e64-ae93-4d74-aed7-bbb364ca0772" providerId="ADAL" clId="{BC804871-180E-46FE-863F-14380C5ECD45}" dt="2021-11-25T17:39:40.183" v="3730"/>
          <ac:spMkLst>
            <pc:docMk/>
            <pc:sldMk cId="3454764035" sldId="352"/>
            <ac:spMk id="150" creationId="{6D3E65C9-6E7C-4364-AB4B-321830CE07C5}"/>
          </ac:spMkLst>
        </pc:spChg>
        <pc:spChg chg="mod">
          <ac:chgData name="Phipps, Michael" userId="22b19e64-ae93-4d74-aed7-bbb364ca0772" providerId="ADAL" clId="{BC804871-180E-46FE-863F-14380C5ECD45}" dt="2021-11-25T17:39:40.183" v="3730"/>
          <ac:spMkLst>
            <pc:docMk/>
            <pc:sldMk cId="3454764035" sldId="352"/>
            <ac:spMk id="151" creationId="{7D1AC090-A2C8-48E7-ABF4-420BF414F1D7}"/>
          </ac:spMkLst>
        </pc:spChg>
        <pc:spChg chg="mod">
          <ac:chgData name="Phipps, Michael" userId="22b19e64-ae93-4d74-aed7-bbb364ca0772" providerId="ADAL" clId="{BC804871-180E-46FE-863F-14380C5ECD45}" dt="2021-11-25T17:39:40.183" v="3730"/>
          <ac:spMkLst>
            <pc:docMk/>
            <pc:sldMk cId="3454764035" sldId="352"/>
            <ac:spMk id="152" creationId="{159A31B2-2605-49C9-8E0A-1808675FF133}"/>
          </ac:spMkLst>
        </pc:spChg>
        <pc:spChg chg="mod">
          <ac:chgData name="Phipps, Michael" userId="22b19e64-ae93-4d74-aed7-bbb364ca0772" providerId="ADAL" clId="{BC804871-180E-46FE-863F-14380C5ECD45}" dt="2021-11-25T17:39:40.183" v="3730"/>
          <ac:spMkLst>
            <pc:docMk/>
            <pc:sldMk cId="3454764035" sldId="352"/>
            <ac:spMk id="153" creationId="{F4D658D7-7E7B-4DC3-8672-4A85A42DB923}"/>
          </ac:spMkLst>
        </pc:spChg>
        <pc:spChg chg="mod">
          <ac:chgData name="Phipps, Michael" userId="22b19e64-ae93-4d74-aed7-bbb364ca0772" providerId="ADAL" clId="{BC804871-180E-46FE-863F-14380C5ECD45}" dt="2021-11-25T17:39:40.183" v="3730"/>
          <ac:spMkLst>
            <pc:docMk/>
            <pc:sldMk cId="3454764035" sldId="352"/>
            <ac:spMk id="154" creationId="{5F358C08-2420-4EC2-9C29-1E535A9E409D}"/>
          </ac:spMkLst>
        </pc:spChg>
        <pc:spChg chg="mod">
          <ac:chgData name="Phipps, Michael" userId="22b19e64-ae93-4d74-aed7-bbb364ca0772" providerId="ADAL" clId="{BC804871-180E-46FE-863F-14380C5ECD45}" dt="2021-11-25T17:39:40.183" v="3730"/>
          <ac:spMkLst>
            <pc:docMk/>
            <pc:sldMk cId="3454764035" sldId="352"/>
            <ac:spMk id="155" creationId="{374B4E3D-0AB6-4622-8B91-88717A2C77E6}"/>
          </ac:spMkLst>
        </pc:spChg>
        <pc:spChg chg="mod">
          <ac:chgData name="Phipps, Michael" userId="22b19e64-ae93-4d74-aed7-bbb364ca0772" providerId="ADAL" clId="{BC804871-180E-46FE-863F-14380C5ECD45}" dt="2021-11-25T17:39:40.183" v="3730"/>
          <ac:spMkLst>
            <pc:docMk/>
            <pc:sldMk cId="3454764035" sldId="352"/>
            <ac:spMk id="156" creationId="{FD8933AF-0248-4937-B28B-A25ACA0AE73B}"/>
          </ac:spMkLst>
        </pc:spChg>
        <pc:spChg chg="mod">
          <ac:chgData name="Phipps, Michael" userId="22b19e64-ae93-4d74-aed7-bbb364ca0772" providerId="ADAL" clId="{BC804871-180E-46FE-863F-14380C5ECD45}" dt="2021-11-25T17:39:40.183" v="3730"/>
          <ac:spMkLst>
            <pc:docMk/>
            <pc:sldMk cId="3454764035" sldId="352"/>
            <ac:spMk id="157" creationId="{7971F4CF-F435-406C-9521-D8A3C52C2E50}"/>
          </ac:spMkLst>
        </pc:spChg>
        <pc:spChg chg="mod">
          <ac:chgData name="Phipps, Michael" userId="22b19e64-ae93-4d74-aed7-bbb364ca0772" providerId="ADAL" clId="{BC804871-180E-46FE-863F-14380C5ECD45}" dt="2021-11-25T17:39:40.183" v="3730"/>
          <ac:spMkLst>
            <pc:docMk/>
            <pc:sldMk cId="3454764035" sldId="352"/>
            <ac:spMk id="158" creationId="{16C17367-94F4-4A0E-B8A7-25F033BADF5E}"/>
          </ac:spMkLst>
        </pc:spChg>
        <pc:spChg chg="mod">
          <ac:chgData name="Phipps, Michael" userId="22b19e64-ae93-4d74-aed7-bbb364ca0772" providerId="ADAL" clId="{BC804871-180E-46FE-863F-14380C5ECD45}" dt="2021-11-25T17:39:40.183" v="3730"/>
          <ac:spMkLst>
            <pc:docMk/>
            <pc:sldMk cId="3454764035" sldId="352"/>
            <ac:spMk id="159" creationId="{C16DB1AD-22BF-4822-8D3E-98618554D26C}"/>
          </ac:spMkLst>
        </pc:spChg>
        <pc:spChg chg="mod">
          <ac:chgData name="Phipps, Michael" userId="22b19e64-ae93-4d74-aed7-bbb364ca0772" providerId="ADAL" clId="{BC804871-180E-46FE-863F-14380C5ECD45}" dt="2021-11-25T17:39:40.183" v="3730"/>
          <ac:spMkLst>
            <pc:docMk/>
            <pc:sldMk cId="3454764035" sldId="352"/>
            <ac:spMk id="160" creationId="{83EB9498-00C4-41E7-862E-0E182F8CDB7B}"/>
          </ac:spMkLst>
        </pc:spChg>
        <pc:spChg chg="mod">
          <ac:chgData name="Phipps, Michael" userId="22b19e64-ae93-4d74-aed7-bbb364ca0772" providerId="ADAL" clId="{BC804871-180E-46FE-863F-14380C5ECD45}" dt="2021-11-25T17:39:40.183" v="3730"/>
          <ac:spMkLst>
            <pc:docMk/>
            <pc:sldMk cId="3454764035" sldId="352"/>
            <ac:spMk id="161" creationId="{3969B4A1-5012-46CD-BCC8-C5B3640E547C}"/>
          </ac:spMkLst>
        </pc:spChg>
        <pc:spChg chg="mod">
          <ac:chgData name="Phipps, Michael" userId="22b19e64-ae93-4d74-aed7-bbb364ca0772" providerId="ADAL" clId="{BC804871-180E-46FE-863F-14380C5ECD45}" dt="2021-11-25T17:39:40.183" v="3730"/>
          <ac:spMkLst>
            <pc:docMk/>
            <pc:sldMk cId="3454764035" sldId="352"/>
            <ac:spMk id="162" creationId="{AB838983-04C2-4D07-8295-20CD48B7166F}"/>
          </ac:spMkLst>
        </pc:spChg>
        <pc:spChg chg="mod">
          <ac:chgData name="Phipps, Michael" userId="22b19e64-ae93-4d74-aed7-bbb364ca0772" providerId="ADAL" clId="{BC804871-180E-46FE-863F-14380C5ECD45}" dt="2021-11-25T17:39:40.183" v="3730"/>
          <ac:spMkLst>
            <pc:docMk/>
            <pc:sldMk cId="3454764035" sldId="352"/>
            <ac:spMk id="170" creationId="{6C7D2D20-CA7F-4695-8EE2-E62B89778CE1}"/>
          </ac:spMkLst>
        </pc:spChg>
        <pc:spChg chg="mod">
          <ac:chgData name="Phipps, Michael" userId="22b19e64-ae93-4d74-aed7-bbb364ca0772" providerId="ADAL" clId="{BC804871-180E-46FE-863F-14380C5ECD45}" dt="2021-11-25T17:39:40.183" v="3730"/>
          <ac:spMkLst>
            <pc:docMk/>
            <pc:sldMk cId="3454764035" sldId="352"/>
            <ac:spMk id="171" creationId="{8FBBD486-0825-4A41-ACF0-56EFB8D8B960}"/>
          </ac:spMkLst>
        </pc:spChg>
        <pc:spChg chg="mod">
          <ac:chgData name="Phipps, Michael" userId="22b19e64-ae93-4d74-aed7-bbb364ca0772" providerId="ADAL" clId="{BC804871-180E-46FE-863F-14380C5ECD45}" dt="2021-11-25T17:39:40.183" v="3730"/>
          <ac:spMkLst>
            <pc:docMk/>
            <pc:sldMk cId="3454764035" sldId="352"/>
            <ac:spMk id="172" creationId="{C4BFD91B-C6DE-4A9F-B62F-BDBA6286578D}"/>
          </ac:spMkLst>
        </pc:spChg>
        <pc:spChg chg="mod">
          <ac:chgData name="Phipps, Michael" userId="22b19e64-ae93-4d74-aed7-bbb364ca0772" providerId="ADAL" clId="{BC804871-180E-46FE-863F-14380C5ECD45}" dt="2021-11-25T17:39:40.183" v="3730"/>
          <ac:spMkLst>
            <pc:docMk/>
            <pc:sldMk cId="3454764035" sldId="352"/>
            <ac:spMk id="173" creationId="{FCA4F3CB-F9B4-4785-9AF5-AE9676AE12E8}"/>
          </ac:spMkLst>
        </pc:spChg>
        <pc:spChg chg="mod">
          <ac:chgData name="Phipps, Michael" userId="22b19e64-ae93-4d74-aed7-bbb364ca0772" providerId="ADAL" clId="{BC804871-180E-46FE-863F-14380C5ECD45}" dt="2021-11-25T17:39:40.183" v="3730"/>
          <ac:spMkLst>
            <pc:docMk/>
            <pc:sldMk cId="3454764035" sldId="352"/>
            <ac:spMk id="174" creationId="{3A6BA15B-CA8A-45D6-95A3-96C0CD3978A5}"/>
          </ac:spMkLst>
        </pc:spChg>
        <pc:spChg chg="mod">
          <ac:chgData name="Phipps, Michael" userId="22b19e64-ae93-4d74-aed7-bbb364ca0772" providerId="ADAL" clId="{BC804871-180E-46FE-863F-14380C5ECD45}" dt="2021-11-25T17:39:40.183" v="3730"/>
          <ac:spMkLst>
            <pc:docMk/>
            <pc:sldMk cId="3454764035" sldId="352"/>
            <ac:spMk id="175" creationId="{C0348E8F-9A96-44A3-91CD-19CDB1508444}"/>
          </ac:spMkLst>
        </pc:spChg>
        <pc:spChg chg="mod">
          <ac:chgData name="Phipps, Michael" userId="22b19e64-ae93-4d74-aed7-bbb364ca0772" providerId="ADAL" clId="{BC804871-180E-46FE-863F-14380C5ECD45}" dt="2021-11-25T17:39:40.183" v="3730"/>
          <ac:spMkLst>
            <pc:docMk/>
            <pc:sldMk cId="3454764035" sldId="352"/>
            <ac:spMk id="176" creationId="{497D9B8B-B326-48DE-83CD-F58DDD0A84C8}"/>
          </ac:spMkLst>
        </pc:spChg>
        <pc:spChg chg="mod">
          <ac:chgData name="Phipps, Michael" userId="22b19e64-ae93-4d74-aed7-bbb364ca0772" providerId="ADAL" clId="{BC804871-180E-46FE-863F-14380C5ECD45}" dt="2021-11-25T17:39:40.183" v="3730"/>
          <ac:spMkLst>
            <pc:docMk/>
            <pc:sldMk cId="3454764035" sldId="352"/>
            <ac:spMk id="177" creationId="{2E0CB64B-7409-4B7B-9688-BC5D48013A21}"/>
          </ac:spMkLst>
        </pc:spChg>
        <pc:spChg chg="mod">
          <ac:chgData name="Phipps, Michael" userId="22b19e64-ae93-4d74-aed7-bbb364ca0772" providerId="ADAL" clId="{BC804871-180E-46FE-863F-14380C5ECD45}" dt="2021-11-25T17:39:40.183" v="3730"/>
          <ac:spMkLst>
            <pc:docMk/>
            <pc:sldMk cId="3454764035" sldId="352"/>
            <ac:spMk id="178" creationId="{7E9C29EA-33C7-44B5-9E1A-10DD49D8BAEE}"/>
          </ac:spMkLst>
        </pc:spChg>
        <pc:spChg chg="mod">
          <ac:chgData name="Phipps, Michael" userId="22b19e64-ae93-4d74-aed7-bbb364ca0772" providerId="ADAL" clId="{BC804871-180E-46FE-863F-14380C5ECD45}" dt="2021-11-25T17:39:40.183" v="3730"/>
          <ac:spMkLst>
            <pc:docMk/>
            <pc:sldMk cId="3454764035" sldId="352"/>
            <ac:spMk id="179" creationId="{406B526C-99D4-41F9-A587-E63A7C563310}"/>
          </ac:spMkLst>
        </pc:spChg>
        <pc:spChg chg="mod">
          <ac:chgData name="Phipps, Michael" userId="22b19e64-ae93-4d74-aed7-bbb364ca0772" providerId="ADAL" clId="{BC804871-180E-46FE-863F-14380C5ECD45}" dt="2021-11-25T17:39:40.183" v="3730"/>
          <ac:spMkLst>
            <pc:docMk/>
            <pc:sldMk cId="3454764035" sldId="352"/>
            <ac:spMk id="180" creationId="{B0CCB277-F4A6-4EA8-9A18-2223E3F6AE0C}"/>
          </ac:spMkLst>
        </pc:spChg>
        <pc:spChg chg="mod">
          <ac:chgData name="Phipps, Michael" userId="22b19e64-ae93-4d74-aed7-bbb364ca0772" providerId="ADAL" clId="{BC804871-180E-46FE-863F-14380C5ECD45}" dt="2021-11-25T17:39:40.183" v="3730"/>
          <ac:spMkLst>
            <pc:docMk/>
            <pc:sldMk cId="3454764035" sldId="352"/>
            <ac:spMk id="181" creationId="{E8F622B0-81CF-40EE-9A76-D749BCB153EC}"/>
          </ac:spMkLst>
        </pc:spChg>
        <pc:spChg chg="mod">
          <ac:chgData name="Phipps, Michael" userId="22b19e64-ae93-4d74-aed7-bbb364ca0772" providerId="ADAL" clId="{BC804871-180E-46FE-863F-14380C5ECD45}" dt="2021-11-25T17:39:40.183" v="3730"/>
          <ac:spMkLst>
            <pc:docMk/>
            <pc:sldMk cId="3454764035" sldId="352"/>
            <ac:spMk id="182" creationId="{77EC1D76-CD20-4416-9F7E-DFD132FBDC02}"/>
          </ac:spMkLst>
        </pc:spChg>
        <pc:spChg chg="mod">
          <ac:chgData name="Phipps, Michael" userId="22b19e64-ae93-4d74-aed7-bbb364ca0772" providerId="ADAL" clId="{BC804871-180E-46FE-863F-14380C5ECD45}" dt="2021-11-25T17:39:40.183" v="3730"/>
          <ac:spMkLst>
            <pc:docMk/>
            <pc:sldMk cId="3454764035" sldId="352"/>
            <ac:spMk id="183" creationId="{3AB58F07-BA30-4170-BAF0-30A858EC3685}"/>
          </ac:spMkLst>
        </pc:spChg>
        <pc:spChg chg="mod">
          <ac:chgData name="Phipps, Michael" userId="22b19e64-ae93-4d74-aed7-bbb364ca0772" providerId="ADAL" clId="{BC804871-180E-46FE-863F-14380C5ECD45}" dt="2021-11-25T17:39:40.183" v="3730"/>
          <ac:spMkLst>
            <pc:docMk/>
            <pc:sldMk cId="3454764035" sldId="352"/>
            <ac:spMk id="191" creationId="{983E6D83-376F-496E-9BEB-DFD484D8147B}"/>
          </ac:spMkLst>
        </pc:spChg>
        <pc:spChg chg="mod">
          <ac:chgData name="Phipps, Michael" userId="22b19e64-ae93-4d74-aed7-bbb364ca0772" providerId="ADAL" clId="{BC804871-180E-46FE-863F-14380C5ECD45}" dt="2021-11-25T17:39:40.183" v="3730"/>
          <ac:spMkLst>
            <pc:docMk/>
            <pc:sldMk cId="3454764035" sldId="352"/>
            <ac:spMk id="192" creationId="{55CF0DE8-DA4D-4094-9872-AB7C1CF691B1}"/>
          </ac:spMkLst>
        </pc:spChg>
        <pc:spChg chg="mod">
          <ac:chgData name="Phipps, Michael" userId="22b19e64-ae93-4d74-aed7-bbb364ca0772" providerId="ADAL" clId="{BC804871-180E-46FE-863F-14380C5ECD45}" dt="2021-11-25T17:39:40.183" v="3730"/>
          <ac:spMkLst>
            <pc:docMk/>
            <pc:sldMk cId="3454764035" sldId="352"/>
            <ac:spMk id="193" creationId="{C6003C22-A3FF-4504-86D3-FA0F00AC3DB5}"/>
          </ac:spMkLst>
        </pc:spChg>
        <pc:spChg chg="mod">
          <ac:chgData name="Phipps, Michael" userId="22b19e64-ae93-4d74-aed7-bbb364ca0772" providerId="ADAL" clId="{BC804871-180E-46FE-863F-14380C5ECD45}" dt="2021-11-25T17:39:40.183" v="3730"/>
          <ac:spMkLst>
            <pc:docMk/>
            <pc:sldMk cId="3454764035" sldId="352"/>
            <ac:spMk id="194" creationId="{2DAB8455-800E-40D9-87AC-659471F8231F}"/>
          </ac:spMkLst>
        </pc:spChg>
        <pc:spChg chg="mod">
          <ac:chgData name="Phipps, Michael" userId="22b19e64-ae93-4d74-aed7-bbb364ca0772" providerId="ADAL" clId="{BC804871-180E-46FE-863F-14380C5ECD45}" dt="2021-11-25T17:39:40.183" v="3730"/>
          <ac:spMkLst>
            <pc:docMk/>
            <pc:sldMk cId="3454764035" sldId="352"/>
            <ac:spMk id="195" creationId="{36977AB6-C7BD-45A6-B76B-EF0E95188111}"/>
          </ac:spMkLst>
        </pc:spChg>
        <pc:spChg chg="mod">
          <ac:chgData name="Phipps, Michael" userId="22b19e64-ae93-4d74-aed7-bbb364ca0772" providerId="ADAL" clId="{BC804871-180E-46FE-863F-14380C5ECD45}" dt="2021-11-25T17:39:40.183" v="3730"/>
          <ac:spMkLst>
            <pc:docMk/>
            <pc:sldMk cId="3454764035" sldId="352"/>
            <ac:spMk id="196" creationId="{D2CF35AE-313C-4F47-8F9B-B9C46D80B5F2}"/>
          </ac:spMkLst>
        </pc:spChg>
        <pc:spChg chg="mod">
          <ac:chgData name="Phipps, Michael" userId="22b19e64-ae93-4d74-aed7-bbb364ca0772" providerId="ADAL" clId="{BC804871-180E-46FE-863F-14380C5ECD45}" dt="2021-11-25T17:39:40.183" v="3730"/>
          <ac:spMkLst>
            <pc:docMk/>
            <pc:sldMk cId="3454764035" sldId="352"/>
            <ac:spMk id="197" creationId="{EFF22FFD-D068-4C27-AF67-8D5D1233B546}"/>
          </ac:spMkLst>
        </pc:spChg>
        <pc:spChg chg="mod">
          <ac:chgData name="Phipps, Michael" userId="22b19e64-ae93-4d74-aed7-bbb364ca0772" providerId="ADAL" clId="{BC804871-180E-46FE-863F-14380C5ECD45}" dt="2021-11-25T17:39:40.183" v="3730"/>
          <ac:spMkLst>
            <pc:docMk/>
            <pc:sldMk cId="3454764035" sldId="352"/>
            <ac:spMk id="198" creationId="{C0F1891E-06CE-4DDD-A0F2-3C7850F3E790}"/>
          </ac:spMkLst>
        </pc:spChg>
        <pc:spChg chg="mod">
          <ac:chgData name="Phipps, Michael" userId="22b19e64-ae93-4d74-aed7-bbb364ca0772" providerId="ADAL" clId="{BC804871-180E-46FE-863F-14380C5ECD45}" dt="2021-11-25T17:39:40.183" v="3730"/>
          <ac:spMkLst>
            <pc:docMk/>
            <pc:sldMk cId="3454764035" sldId="352"/>
            <ac:spMk id="199" creationId="{17D3ED44-FDFF-4022-88D0-DBF08EEC0846}"/>
          </ac:spMkLst>
        </pc:spChg>
        <pc:spChg chg="mod">
          <ac:chgData name="Phipps, Michael" userId="22b19e64-ae93-4d74-aed7-bbb364ca0772" providerId="ADAL" clId="{BC804871-180E-46FE-863F-14380C5ECD45}" dt="2021-11-25T17:39:40.183" v="3730"/>
          <ac:spMkLst>
            <pc:docMk/>
            <pc:sldMk cId="3454764035" sldId="352"/>
            <ac:spMk id="200" creationId="{09BA67DA-D3AD-4CAB-A2F7-9C955077F5A6}"/>
          </ac:spMkLst>
        </pc:spChg>
        <pc:spChg chg="mod">
          <ac:chgData name="Phipps, Michael" userId="22b19e64-ae93-4d74-aed7-bbb364ca0772" providerId="ADAL" clId="{BC804871-180E-46FE-863F-14380C5ECD45}" dt="2021-11-25T17:39:40.183" v="3730"/>
          <ac:spMkLst>
            <pc:docMk/>
            <pc:sldMk cId="3454764035" sldId="352"/>
            <ac:spMk id="201" creationId="{89000F75-C817-4D5D-8505-24D088693302}"/>
          </ac:spMkLst>
        </pc:spChg>
        <pc:spChg chg="mod">
          <ac:chgData name="Phipps, Michael" userId="22b19e64-ae93-4d74-aed7-bbb364ca0772" providerId="ADAL" clId="{BC804871-180E-46FE-863F-14380C5ECD45}" dt="2021-11-25T17:39:40.183" v="3730"/>
          <ac:spMkLst>
            <pc:docMk/>
            <pc:sldMk cId="3454764035" sldId="352"/>
            <ac:spMk id="202" creationId="{11C534E2-A9BB-4CA0-A9CC-B0597EACBE7C}"/>
          </ac:spMkLst>
        </pc:spChg>
        <pc:spChg chg="mod">
          <ac:chgData name="Phipps, Michael" userId="22b19e64-ae93-4d74-aed7-bbb364ca0772" providerId="ADAL" clId="{BC804871-180E-46FE-863F-14380C5ECD45}" dt="2021-11-25T17:39:40.183" v="3730"/>
          <ac:spMkLst>
            <pc:docMk/>
            <pc:sldMk cId="3454764035" sldId="352"/>
            <ac:spMk id="203" creationId="{E98D8A67-0949-4F19-9C6D-D0448C78B4CB}"/>
          </ac:spMkLst>
        </pc:spChg>
        <pc:spChg chg="mod">
          <ac:chgData name="Phipps, Michael" userId="22b19e64-ae93-4d74-aed7-bbb364ca0772" providerId="ADAL" clId="{BC804871-180E-46FE-863F-14380C5ECD45}" dt="2021-11-25T17:39:40.183" v="3730"/>
          <ac:spMkLst>
            <pc:docMk/>
            <pc:sldMk cId="3454764035" sldId="352"/>
            <ac:spMk id="204" creationId="{36E2EE7C-0714-433A-BF35-AA29462325E7}"/>
          </ac:spMkLst>
        </pc:spChg>
        <pc:spChg chg="mod">
          <ac:chgData name="Phipps, Michael" userId="22b19e64-ae93-4d74-aed7-bbb364ca0772" providerId="ADAL" clId="{BC804871-180E-46FE-863F-14380C5ECD45}" dt="2021-11-25T17:39:40.183" v="3730"/>
          <ac:spMkLst>
            <pc:docMk/>
            <pc:sldMk cId="3454764035" sldId="352"/>
            <ac:spMk id="205" creationId="{DE2D77CF-5B92-423E-9E7A-0684D0F45984}"/>
          </ac:spMkLst>
        </pc:spChg>
        <pc:spChg chg="mod">
          <ac:chgData name="Phipps, Michael" userId="22b19e64-ae93-4d74-aed7-bbb364ca0772" providerId="ADAL" clId="{BC804871-180E-46FE-863F-14380C5ECD45}" dt="2021-11-25T17:39:40.183" v="3730"/>
          <ac:spMkLst>
            <pc:docMk/>
            <pc:sldMk cId="3454764035" sldId="352"/>
            <ac:spMk id="206" creationId="{AB830732-7A05-4442-8F7F-9F2161B323A0}"/>
          </ac:spMkLst>
        </pc:spChg>
        <pc:spChg chg="mod">
          <ac:chgData name="Phipps, Michael" userId="22b19e64-ae93-4d74-aed7-bbb364ca0772" providerId="ADAL" clId="{BC804871-180E-46FE-863F-14380C5ECD45}" dt="2021-11-25T17:39:55.800" v="3734"/>
          <ac:spMkLst>
            <pc:docMk/>
            <pc:sldMk cId="3454764035" sldId="352"/>
            <ac:spMk id="220" creationId="{383BF3A0-84FB-40B9-BEE6-897660C7B2DC}"/>
          </ac:spMkLst>
        </pc:spChg>
        <pc:spChg chg="mod">
          <ac:chgData name="Phipps, Michael" userId="22b19e64-ae93-4d74-aed7-bbb364ca0772" providerId="ADAL" clId="{BC804871-180E-46FE-863F-14380C5ECD45}" dt="2021-11-25T17:39:55.800" v="3734"/>
          <ac:spMkLst>
            <pc:docMk/>
            <pc:sldMk cId="3454764035" sldId="352"/>
            <ac:spMk id="221" creationId="{5715CD15-8097-446C-93BD-CBD3C5FB1557}"/>
          </ac:spMkLst>
        </pc:spChg>
        <pc:spChg chg="mod">
          <ac:chgData name="Phipps, Michael" userId="22b19e64-ae93-4d74-aed7-bbb364ca0772" providerId="ADAL" clId="{BC804871-180E-46FE-863F-14380C5ECD45}" dt="2021-11-25T17:39:55.800" v="3734"/>
          <ac:spMkLst>
            <pc:docMk/>
            <pc:sldMk cId="3454764035" sldId="352"/>
            <ac:spMk id="222" creationId="{C580E2E1-639B-4D62-B893-A94C712EA851}"/>
          </ac:spMkLst>
        </pc:spChg>
        <pc:spChg chg="mod">
          <ac:chgData name="Phipps, Michael" userId="22b19e64-ae93-4d74-aed7-bbb364ca0772" providerId="ADAL" clId="{BC804871-180E-46FE-863F-14380C5ECD45}" dt="2021-11-25T17:39:55.800" v="3734"/>
          <ac:spMkLst>
            <pc:docMk/>
            <pc:sldMk cId="3454764035" sldId="352"/>
            <ac:spMk id="223" creationId="{0785B154-FC56-4D32-90AF-09408D489804}"/>
          </ac:spMkLst>
        </pc:spChg>
        <pc:spChg chg="mod">
          <ac:chgData name="Phipps, Michael" userId="22b19e64-ae93-4d74-aed7-bbb364ca0772" providerId="ADAL" clId="{BC804871-180E-46FE-863F-14380C5ECD45}" dt="2021-11-25T17:39:55.800" v="3734"/>
          <ac:spMkLst>
            <pc:docMk/>
            <pc:sldMk cId="3454764035" sldId="352"/>
            <ac:spMk id="224" creationId="{4B4E3B58-8B10-44D0-B08C-383B280176C6}"/>
          </ac:spMkLst>
        </pc:spChg>
        <pc:spChg chg="mod">
          <ac:chgData name="Phipps, Michael" userId="22b19e64-ae93-4d74-aed7-bbb364ca0772" providerId="ADAL" clId="{BC804871-180E-46FE-863F-14380C5ECD45}" dt="2021-11-25T17:39:55.800" v="3734"/>
          <ac:spMkLst>
            <pc:docMk/>
            <pc:sldMk cId="3454764035" sldId="352"/>
            <ac:spMk id="225" creationId="{ECE635C9-C3F9-4FF6-8658-F43FDE05AB0E}"/>
          </ac:spMkLst>
        </pc:spChg>
        <pc:spChg chg="mod">
          <ac:chgData name="Phipps, Michael" userId="22b19e64-ae93-4d74-aed7-bbb364ca0772" providerId="ADAL" clId="{BC804871-180E-46FE-863F-14380C5ECD45}" dt="2021-11-25T17:39:55.800" v="3734"/>
          <ac:spMkLst>
            <pc:docMk/>
            <pc:sldMk cId="3454764035" sldId="352"/>
            <ac:spMk id="226" creationId="{D8514934-5676-4C12-B374-508597CA5977}"/>
          </ac:spMkLst>
        </pc:spChg>
        <pc:spChg chg="mod">
          <ac:chgData name="Phipps, Michael" userId="22b19e64-ae93-4d74-aed7-bbb364ca0772" providerId="ADAL" clId="{BC804871-180E-46FE-863F-14380C5ECD45}" dt="2021-11-25T17:39:55.800" v="3734"/>
          <ac:spMkLst>
            <pc:docMk/>
            <pc:sldMk cId="3454764035" sldId="352"/>
            <ac:spMk id="227" creationId="{BE90901F-5AA1-4B9E-8874-EC9C1488A642}"/>
          </ac:spMkLst>
        </pc:spChg>
        <pc:spChg chg="mod">
          <ac:chgData name="Phipps, Michael" userId="22b19e64-ae93-4d74-aed7-bbb364ca0772" providerId="ADAL" clId="{BC804871-180E-46FE-863F-14380C5ECD45}" dt="2021-11-25T17:39:55.800" v="3734"/>
          <ac:spMkLst>
            <pc:docMk/>
            <pc:sldMk cId="3454764035" sldId="352"/>
            <ac:spMk id="228" creationId="{90650743-6F7D-4703-827D-7502C779636C}"/>
          </ac:spMkLst>
        </pc:spChg>
        <pc:spChg chg="mod">
          <ac:chgData name="Phipps, Michael" userId="22b19e64-ae93-4d74-aed7-bbb364ca0772" providerId="ADAL" clId="{BC804871-180E-46FE-863F-14380C5ECD45}" dt="2021-11-25T17:39:55.800" v="3734"/>
          <ac:spMkLst>
            <pc:docMk/>
            <pc:sldMk cId="3454764035" sldId="352"/>
            <ac:spMk id="229" creationId="{797F7542-B45A-4AE5-9456-C8CC78437CE4}"/>
          </ac:spMkLst>
        </pc:spChg>
        <pc:spChg chg="mod">
          <ac:chgData name="Phipps, Michael" userId="22b19e64-ae93-4d74-aed7-bbb364ca0772" providerId="ADAL" clId="{BC804871-180E-46FE-863F-14380C5ECD45}" dt="2021-11-25T17:39:55.800" v="3734"/>
          <ac:spMkLst>
            <pc:docMk/>
            <pc:sldMk cId="3454764035" sldId="352"/>
            <ac:spMk id="230" creationId="{9B889BB8-4E24-4302-B776-B7AEA1A47E11}"/>
          </ac:spMkLst>
        </pc:spChg>
        <pc:spChg chg="mod">
          <ac:chgData name="Phipps, Michael" userId="22b19e64-ae93-4d74-aed7-bbb364ca0772" providerId="ADAL" clId="{BC804871-180E-46FE-863F-14380C5ECD45}" dt="2021-11-25T17:39:55.800" v="3734"/>
          <ac:spMkLst>
            <pc:docMk/>
            <pc:sldMk cId="3454764035" sldId="352"/>
            <ac:spMk id="231" creationId="{C8DF5762-18C3-4915-872D-2B94BA86A03E}"/>
          </ac:spMkLst>
        </pc:spChg>
        <pc:spChg chg="mod">
          <ac:chgData name="Phipps, Michael" userId="22b19e64-ae93-4d74-aed7-bbb364ca0772" providerId="ADAL" clId="{BC804871-180E-46FE-863F-14380C5ECD45}" dt="2021-11-25T17:39:55.800" v="3734"/>
          <ac:spMkLst>
            <pc:docMk/>
            <pc:sldMk cId="3454764035" sldId="352"/>
            <ac:spMk id="232" creationId="{961CDB51-8529-49B2-9F9E-7CF9409BB813}"/>
          </ac:spMkLst>
        </pc:spChg>
        <pc:spChg chg="mod">
          <ac:chgData name="Phipps, Michael" userId="22b19e64-ae93-4d74-aed7-bbb364ca0772" providerId="ADAL" clId="{BC804871-180E-46FE-863F-14380C5ECD45}" dt="2021-11-25T17:39:55.800" v="3734"/>
          <ac:spMkLst>
            <pc:docMk/>
            <pc:sldMk cId="3454764035" sldId="352"/>
            <ac:spMk id="233" creationId="{B5748028-F490-4709-AA42-1DC1AEC33EC1}"/>
          </ac:spMkLst>
        </pc:spChg>
        <pc:spChg chg="mod">
          <ac:chgData name="Phipps, Michael" userId="22b19e64-ae93-4d74-aed7-bbb364ca0772" providerId="ADAL" clId="{BC804871-180E-46FE-863F-14380C5ECD45}" dt="2021-11-25T17:39:55.800" v="3734"/>
          <ac:spMkLst>
            <pc:docMk/>
            <pc:sldMk cId="3454764035" sldId="352"/>
            <ac:spMk id="241" creationId="{57B30A0D-14F7-4363-810C-810AE58105EA}"/>
          </ac:spMkLst>
        </pc:spChg>
        <pc:spChg chg="mod">
          <ac:chgData name="Phipps, Michael" userId="22b19e64-ae93-4d74-aed7-bbb364ca0772" providerId="ADAL" clId="{BC804871-180E-46FE-863F-14380C5ECD45}" dt="2021-11-25T17:39:55.800" v="3734"/>
          <ac:spMkLst>
            <pc:docMk/>
            <pc:sldMk cId="3454764035" sldId="352"/>
            <ac:spMk id="242" creationId="{83909C25-FB9F-4FD8-B48A-9E3E2BEDEA61}"/>
          </ac:spMkLst>
        </pc:spChg>
        <pc:spChg chg="mod">
          <ac:chgData name="Phipps, Michael" userId="22b19e64-ae93-4d74-aed7-bbb364ca0772" providerId="ADAL" clId="{BC804871-180E-46FE-863F-14380C5ECD45}" dt="2021-11-25T17:39:55.800" v="3734"/>
          <ac:spMkLst>
            <pc:docMk/>
            <pc:sldMk cId="3454764035" sldId="352"/>
            <ac:spMk id="243" creationId="{E5010517-D322-4733-9023-28E6BBB5F885}"/>
          </ac:spMkLst>
        </pc:spChg>
        <pc:spChg chg="mod">
          <ac:chgData name="Phipps, Michael" userId="22b19e64-ae93-4d74-aed7-bbb364ca0772" providerId="ADAL" clId="{BC804871-180E-46FE-863F-14380C5ECD45}" dt="2021-11-25T17:39:55.800" v="3734"/>
          <ac:spMkLst>
            <pc:docMk/>
            <pc:sldMk cId="3454764035" sldId="352"/>
            <ac:spMk id="244" creationId="{2D5B5270-E2D8-43B0-BAE9-2EAD2F575413}"/>
          </ac:spMkLst>
        </pc:spChg>
        <pc:spChg chg="mod">
          <ac:chgData name="Phipps, Michael" userId="22b19e64-ae93-4d74-aed7-bbb364ca0772" providerId="ADAL" clId="{BC804871-180E-46FE-863F-14380C5ECD45}" dt="2021-11-25T17:39:55.800" v="3734"/>
          <ac:spMkLst>
            <pc:docMk/>
            <pc:sldMk cId="3454764035" sldId="352"/>
            <ac:spMk id="245" creationId="{951B1709-3508-45BF-A153-99BB6E44D0D1}"/>
          </ac:spMkLst>
        </pc:spChg>
        <pc:spChg chg="mod">
          <ac:chgData name="Phipps, Michael" userId="22b19e64-ae93-4d74-aed7-bbb364ca0772" providerId="ADAL" clId="{BC804871-180E-46FE-863F-14380C5ECD45}" dt="2021-11-25T17:39:55.800" v="3734"/>
          <ac:spMkLst>
            <pc:docMk/>
            <pc:sldMk cId="3454764035" sldId="352"/>
            <ac:spMk id="246" creationId="{A5CA51EE-8423-4853-A560-3EA0E7245A0B}"/>
          </ac:spMkLst>
        </pc:spChg>
        <pc:spChg chg="mod">
          <ac:chgData name="Phipps, Michael" userId="22b19e64-ae93-4d74-aed7-bbb364ca0772" providerId="ADAL" clId="{BC804871-180E-46FE-863F-14380C5ECD45}" dt="2021-11-25T17:39:55.800" v="3734"/>
          <ac:spMkLst>
            <pc:docMk/>
            <pc:sldMk cId="3454764035" sldId="352"/>
            <ac:spMk id="247" creationId="{A72BCD70-6DC5-497C-9159-5F7FA07978FD}"/>
          </ac:spMkLst>
        </pc:spChg>
        <pc:spChg chg="mod">
          <ac:chgData name="Phipps, Michael" userId="22b19e64-ae93-4d74-aed7-bbb364ca0772" providerId="ADAL" clId="{BC804871-180E-46FE-863F-14380C5ECD45}" dt="2021-11-25T17:39:55.800" v="3734"/>
          <ac:spMkLst>
            <pc:docMk/>
            <pc:sldMk cId="3454764035" sldId="352"/>
            <ac:spMk id="248" creationId="{D7264100-EF08-4C95-876E-F890E5E21906}"/>
          </ac:spMkLst>
        </pc:spChg>
        <pc:spChg chg="mod">
          <ac:chgData name="Phipps, Michael" userId="22b19e64-ae93-4d74-aed7-bbb364ca0772" providerId="ADAL" clId="{BC804871-180E-46FE-863F-14380C5ECD45}" dt="2021-11-25T17:39:55.800" v="3734"/>
          <ac:spMkLst>
            <pc:docMk/>
            <pc:sldMk cId="3454764035" sldId="352"/>
            <ac:spMk id="249" creationId="{093906B0-1F9B-42B0-829B-D4C7AA351E11}"/>
          </ac:spMkLst>
        </pc:spChg>
        <pc:spChg chg="mod">
          <ac:chgData name="Phipps, Michael" userId="22b19e64-ae93-4d74-aed7-bbb364ca0772" providerId="ADAL" clId="{BC804871-180E-46FE-863F-14380C5ECD45}" dt="2021-11-25T17:39:55.800" v="3734"/>
          <ac:spMkLst>
            <pc:docMk/>
            <pc:sldMk cId="3454764035" sldId="352"/>
            <ac:spMk id="250" creationId="{AA9054A3-F3DE-4572-BE03-22EA812A2466}"/>
          </ac:spMkLst>
        </pc:spChg>
        <pc:spChg chg="mod">
          <ac:chgData name="Phipps, Michael" userId="22b19e64-ae93-4d74-aed7-bbb364ca0772" providerId="ADAL" clId="{BC804871-180E-46FE-863F-14380C5ECD45}" dt="2021-11-25T17:39:55.800" v="3734"/>
          <ac:spMkLst>
            <pc:docMk/>
            <pc:sldMk cId="3454764035" sldId="352"/>
            <ac:spMk id="251" creationId="{54BE377A-C7AA-4297-8A54-10E941C738E2}"/>
          </ac:spMkLst>
        </pc:spChg>
        <pc:spChg chg="mod">
          <ac:chgData name="Phipps, Michael" userId="22b19e64-ae93-4d74-aed7-bbb364ca0772" providerId="ADAL" clId="{BC804871-180E-46FE-863F-14380C5ECD45}" dt="2021-11-25T17:39:55.800" v="3734"/>
          <ac:spMkLst>
            <pc:docMk/>
            <pc:sldMk cId="3454764035" sldId="352"/>
            <ac:spMk id="252" creationId="{388B289B-D5AF-46B2-915D-CF10BAA2452A}"/>
          </ac:spMkLst>
        </pc:spChg>
        <pc:spChg chg="mod">
          <ac:chgData name="Phipps, Michael" userId="22b19e64-ae93-4d74-aed7-bbb364ca0772" providerId="ADAL" clId="{BC804871-180E-46FE-863F-14380C5ECD45}" dt="2021-11-25T17:39:55.800" v="3734"/>
          <ac:spMkLst>
            <pc:docMk/>
            <pc:sldMk cId="3454764035" sldId="352"/>
            <ac:spMk id="253" creationId="{42A23C11-7059-43D4-9AAE-20E61268E3CD}"/>
          </ac:spMkLst>
        </pc:spChg>
        <pc:spChg chg="mod">
          <ac:chgData name="Phipps, Michael" userId="22b19e64-ae93-4d74-aed7-bbb364ca0772" providerId="ADAL" clId="{BC804871-180E-46FE-863F-14380C5ECD45}" dt="2021-11-25T17:39:55.800" v="3734"/>
          <ac:spMkLst>
            <pc:docMk/>
            <pc:sldMk cId="3454764035" sldId="352"/>
            <ac:spMk id="254" creationId="{C6B62540-BF2F-4119-888E-86F4962F1F2A}"/>
          </ac:spMkLst>
        </pc:spChg>
        <pc:spChg chg="mod">
          <ac:chgData name="Phipps, Michael" userId="22b19e64-ae93-4d74-aed7-bbb364ca0772" providerId="ADAL" clId="{BC804871-180E-46FE-863F-14380C5ECD45}" dt="2021-11-25T17:39:55.800" v="3734"/>
          <ac:spMkLst>
            <pc:docMk/>
            <pc:sldMk cId="3454764035" sldId="352"/>
            <ac:spMk id="262" creationId="{5D949FD1-13B4-4D3B-95F7-0944D25ADD61}"/>
          </ac:spMkLst>
        </pc:spChg>
        <pc:spChg chg="mod">
          <ac:chgData name="Phipps, Michael" userId="22b19e64-ae93-4d74-aed7-bbb364ca0772" providerId="ADAL" clId="{BC804871-180E-46FE-863F-14380C5ECD45}" dt="2021-11-25T17:39:55.800" v="3734"/>
          <ac:spMkLst>
            <pc:docMk/>
            <pc:sldMk cId="3454764035" sldId="352"/>
            <ac:spMk id="263" creationId="{5B9D174D-A420-4E76-8486-809E7268528E}"/>
          </ac:spMkLst>
        </pc:spChg>
        <pc:spChg chg="mod">
          <ac:chgData name="Phipps, Michael" userId="22b19e64-ae93-4d74-aed7-bbb364ca0772" providerId="ADAL" clId="{BC804871-180E-46FE-863F-14380C5ECD45}" dt="2021-11-25T17:39:55.800" v="3734"/>
          <ac:spMkLst>
            <pc:docMk/>
            <pc:sldMk cId="3454764035" sldId="352"/>
            <ac:spMk id="264" creationId="{2FBE1436-26A5-4552-A65A-A0858528AB53}"/>
          </ac:spMkLst>
        </pc:spChg>
        <pc:spChg chg="mod">
          <ac:chgData name="Phipps, Michael" userId="22b19e64-ae93-4d74-aed7-bbb364ca0772" providerId="ADAL" clId="{BC804871-180E-46FE-863F-14380C5ECD45}" dt="2021-11-25T17:39:55.800" v="3734"/>
          <ac:spMkLst>
            <pc:docMk/>
            <pc:sldMk cId="3454764035" sldId="352"/>
            <ac:spMk id="265" creationId="{2E9AD182-CEAF-4453-B56B-A24DA0093393}"/>
          </ac:spMkLst>
        </pc:spChg>
        <pc:spChg chg="mod">
          <ac:chgData name="Phipps, Michael" userId="22b19e64-ae93-4d74-aed7-bbb364ca0772" providerId="ADAL" clId="{BC804871-180E-46FE-863F-14380C5ECD45}" dt="2021-11-25T17:39:55.800" v="3734"/>
          <ac:spMkLst>
            <pc:docMk/>
            <pc:sldMk cId="3454764035" sldId="352"/>
            <ac:spMk id="266" creationId="{2B6E52AA-8380-4123-99F4-0DF7BFE09297}"/>
          </ac:spMkLst>
        </pc:spChg>
        <pc:spChg chg="mod">
          <ac:chgData name="Phipps, Michael" userId="22b19e64-ae93-4d74-aed7-bbb364ca0772" providerId="ADAL" clId="{BC804871-180E-46FE-863F-14380C5ECD45}" dt="2021-11-25T17:39:55.800" v="3734"/>
          <ac:spMkLst>
            <pc:docMk/>
            <pc:sldMk cId="3454764035" sldId="352"/>
            <ac:spMk id="267" creationId="{FCF76508-AB14-4672-9EAC-601BE043F405}"/>
          </ac:spMkLst>
        </pc:spChg>
        <pc:spChg chg="mod">
          <ac:chgData name="Phipps, Michael" userId="22b19e64-ae93-4d74-aed7-bbb364ca0772" providerId="ADAL" clId="{BC804871-180E-46FE-863F-14380C5ECD45}" dt="2021-11-25T17:39:55.800" v="3734"/>
          <ac:spMkLst>
            <pc:docMk/>
            <pc:sldMk cId="3454764035" sldId="352"/>
            <ac:spMk id="268" creationId="{430161D8-78B1-4750-9FAB-8F1ADBDF4663}"/>
          </ac:spMkLst>
        </pc:spChg>
        <pc:spChg chg="mod">
          <ac:chgData name="Phipps, Michael" userId="22b19e64-ae93-4d74-aed7-bbb364ca0772" providerId="ADAL" clId="{BC804871-180E-46FE-863F-14380C5ECD45}" dt="2021-11-25T17:39:55.800" v="3734"/>
          <ac:spMkLst>
            <pc:docMk/>
            <pc:sldMk cId="3454764035" sldId="352"/>
            <ac:spMk id="269" creationId="{94F72661-8714-464C-ACBD-37F2A34F6001}"/>
          </ac:spMkLst>
        </pc:spChg>
        <pc:spChg chg="mod">
          <ac:chgData name="Phipps, Michael" userId="22b19e64-ae93-4d74-aed7-bbb364ca0772" providerId="ADAL" clId="{BC804871-180E-46FE-863F-14380C5ECD45}" dt="2021-11-25T17:39:55.800" v="3734"/>
          <ac:spMkLst>
            <pc:docMk/>
            <pc:sldMk cId="3454764035" sldId="352"/>
            <ac:spMk id="270" creationId="{8E0FC52D-BD10-4F9A-8E56-49B3CBF3D4FA}"/>
          </ac:spMkLst>
        </pc:spChg>
        <pc:spChg chg="mod">
          <ac:chgData name="Phipps, Michael" userId="22b19e64-ae93-4d74-aed7-bbb364ca0772" providerId="ADAL" clId="{BC804871-180E-46FE-863F-14380C5ECD45}" dt="2021-11-25T17:39:55.800" v="3734"/>
          <ac:spMkLst>
            <pc:docMk/>
            <pc:sldMk cId="3454764035" sldId="352"/>
            <ac:spMk id="271" creationId="{D5FE3EF0-14A0-46CB-8D69-76E47CF5E949}"/>
          </ac:spMkLst>
        </pc:spChg>
        <pc:spChg chg="mod">
          <ac:chgData name="Phipps, Michael" userId="22b19e64-ae93-4d74-aed7-bbb364ca0772" providerId="ADAL" clId="{BC804871-180E-46FE-863F-14380C5ECD45}" dt="2021-11-25T17:39:55.800" v="3734"/>
          <ac:spMkLst>
            <pc:docMk/>
            <pc:sldMk cId="3454764035" sldId="352"/>
            <ac:spMk id="272" creationId="{73869E11-902F-40D9-B477-BE7B627020FD}"/>
          </ac:spMkLst>
        </pc:spChg>
        <pc:spChg chg="mod">
          <ac:chgData name="Phipps, Michael" userId="22b19e64-ae93-4d74-aed7-bbb364ca0772" providerId="ADAL" clId="{BC804871-180E-46FE-863F-14380C5ECD45}" dt="2021-11-25T17:39:55.800" v="3734"/>
          <ac:spMkLst>
            <pc:docMk/>
            <pc:sldMk cId="3454764035" sldId="352"/>
            <ac:spMk id="273" creationId="{13FBE58D-F0D3-4A29-B8C9-020914E1F622}"/>
          </ac:spMkLst>
        </pc:spChg>
        <pc:spChg chg="mod">
          <ac:chgData name="Phipps, Michael" userId="22b19e64-ae93-4d74-aed7-bbb364ca0772" providerId="ADAL" clId="{BC804871-180E-46FE-863F-14380C5ECD45}" dt="2021-11-25T17:39:55.800" v="3734"/>
          <ac:spMkLst>
            <pc:docMk/>
            <pc:sldMk cId="3454764035" sldId="352"/>
            <ac:spMk id="274" creationId="{CAD3BCF5-9D8D-4253-9F52-C10180C6779A}"/>
          </ac:spMkLst>
        </pc:spChg>
        <pc:spChg chg="mod">
          <ac:chgData name="Phipps, Michael" userId="22b19e64-ae93-4d74-aed7-bbb364ca0772" providerId="ADAL" clId="{BC804871-180E-46FE-863F-14380C5ECD45}" dt="2021-11-25T17:39:55.800" v="3734"/>
          <ac:spMkLst>
            <pc:docMk/>
            <pc:sldMk cId="3454764035" sldId="352"/>
            <ac:spMk id="275" creationId="{C4D27B57-B4E7-435D-BF85-7B7504B36437}"/>
          </ac:spMkLst>
        </pc:spChg>
        <pc:spChg chg="mod">
          <ac:chgData name="Phipps, Michael" userId="22b19e64-ae93-4d74-aed7-bbb364ca0772" providerId="ADAL" clId="{BC804871-180E-46FE-863F-14380C5ECD45}" dt="2021-11-25T17:39:55.800" v="3734"/>
          <ac:spMkLst>
            <pc:docMk/>
            <pc:sldMk cId="3454764035" sldId="352"/>
            <ac:spMk id="283" creationId="{393CA897-8701-455A-8763-41C2D64CF005}"/>
          </ac:spMkLst>
        </pc:spChg>
        <pc:spChg chg="mod">
          <ac:chgData name="Phipps, Michael" userId="22b19e64-ae93-4d74-aed7-bbb364ca0772" providerId="ADAL" clId="{BC804871-180E-46FE-863F-14380C5ECD45}" dt="2021-11-25T17:39:55.800" v="3734"/>
          <ac:spMkLst>
            <pc:docMk/>
            <pc:sldMk cId="3454764035" sldId="352"/>
            <ac:spMk id="284" creationId="{5AEA26A2-4444-4BEA-BCC9-AC82AE1145FB}"/>
          </ac:spMkLst>
        </pc:spChg>
        <pc:spChg chg="mod">
          <ac:chgData name="Phipps, Michael" userId="22b19e64-ae93-4d74-aed7-bbb364ca0772" providerId="ADAL" clId="{BC804871-180E-46FE-863F-14380C5ECD45}" dt="2021-11-25T17:39:55.800" v="3734"/>
          <ac:spMkLst>
            <pc:docMk/>
            <pc:sldMk cId="3454764035" sldId="352"/>
            <ac:spMk id="285" creationId="{573FB4D3-C6C0-4C13-AF36-05C76282A87D}"/>
          </ac:spMkLst>
        </pc:spChg>
        <pc:spChg chg="mod">
          <ac:chgData name="Phipps, Michael" userId="22b19e64-ae93-4d74-aed7-bbb364ca0772" providerId="ADAL" clId="{BC804871-180E-46FE-863F-14380C5ECD45}" dt="2021-11-25T17:39:55.800" v="3734"/>
          <ac:spMkLst>
            <pc:docMk/>
            <pc:sldMk cId="3454764035" sldId="352"/>
            <ac:spMk id="286" creationId="{A0F608A8-4FD6-4F48-977C-DAB5CB333114}"/>
          </ac:spMkLst>
        </pc:spChg>
        <pc:spChg chg="mod">
          <ac:chgData name="Phipps, Michael" userId="22b19e64-ae93-4d74-aed7-bbb364ca0772" providerId="ADAL" clId="{BC804871-180E-46FE-863F-14380C5ECD45}" dt="2021-11-25T17:39:55.800" v="3734"/>
          <ac:spMkLst>
            <pc:docMk/>
            <pc:sldMk cId="3454764035" sldId="352"/>
            <ac:spMk id="287" creationId="{D3D59227-CF97-4457-A10C-8387AE7BB5BA}"/>
          </ac:spMkLst>
        </pc:spChg>
        <pc:spChg chg="mod">
          <ac:chgData name="Phipps, Michael" userId="22b19e64-ae93-4d74-aed7-bbb364ca0772" providerId="ADAL" clId="{BC804871-180E-46FE-863F-14380C5ECD45}" dt="2021-11-25T17:39:55.800" v="3734"/>
          <ac:spMkLst>
            <pc:docMk/>
            <pc:sldMk cId="3454764035" sldId="352"/>
            <ac:spMk id="288" creationId="{C06B0DEB-9995-4F32-9CD0-038927BF0C75}"/>
          </ac:spMkLst>
        </pc:spChg>
        <pc:spChg chg="mod">
          <ac:chgData name="Phipps, Michael" userId="22b19e64-ae93-4d74-aed7-bbb364ca0772" providerId="ADAL" clId="{BC804871-180E-46FE-863F-14380C5ECD45}" dt="2021-11-25T17:39:55.800" v="3734"/>
          <ac:spMkLst>
            <pc:docMk/>
            <pc:sldMk cId="3454764035" sldId="352"/>
            <ac:spMk id="289" creationId="{EB8EF22A-30C5-4150-B666-9F1E93A45C8E}"/>
          </ac:spMkLst>
        </pc:spChg>
        <pc:spChg chg="mod">
          <ac:chgData name="Phipps, Michael" userId="22b19e64-ae93-4d74-aed7-bbb364ca0772" providerId="ADAL" clId="{BC804871-180E-46FE-863F-14380C5ECD45}" dt="2021-11-25T17:39:55.800" v="3734"/>
          <ac:spMkLst>
            <pc:docMk/>
            <pc:sldMk cId="3454764035" sldId="352"/>
            <ac:spMk id="290" creationId="{05F5FAF9-F15A-4F2C-9FDC-1E1344C645F1}"/>
          </ac:spMkLst>
        </pc:spChg>
        <pc:spChg chg="mod">
          <ac:chgData name="Phipps, Michael" userId="22b19e64-ae93-4d74-aed7-bbb364ca0772" providerId="ADAL" clId="{BC804871-180E-46FE-863F-14380C5ECD45}" dt="2021-11-25T17:39:55.800" v="3734"/>
          <ac:spMkLst>
            <pc:docMk/>
            <pc:sldMk cId="3454764035" sldId="352"/>
            <ac:spMk id="291" creationId="{A61024EA-AFD8-42D2-875A-A3C09DCF1BF9}"/>
          </ac:spMkLst>
        </pc:spChg>
        <pc:spChg chg="mod">
          <ac:chgData name="Phipps, Michael" userId="22b19e64-ae93-4d74-aed7-bbb364ca0772" providerId="ADAL" clId="{BC804871-180E-46FE-863F-14380C5ECD45}" dt="2021-11-25T17:39:55.800" v="3734"/>
          <ac:spMkLst>
            <pc:docMk/>
            <pc:sldMk cId="3454764035" sldId="352"/>
            <ac:spMk id="292" creationId="{41F681D7-A023-4564-9B82-737433641168}"/>
          </ac:spMkLst>
        </pc:spChg>
        <pc:spChg chg="mod">
          <ac:chgData name="Phipps, Michael" userId="22b19e64-ae93-4d74-aed7-bbb364ca0772" providerId="ADAL" clId="{BC804871-180E-46FE-863F-14380C5ECD45}" dt="2021-11-25T17:39:55.800" v="3734"/>
          <ac:spMkLst>
            <pc:docMk/>
            <pc:sldMk cId="3454764035" sldId="352"/>
            <ac:spMk id="293" creationId="{355D5080-EFC4-4AC8-ADFA-C1C73BB7E1B2}"/>
          </ac:spMkLst>
        </pc:spChg>
        <pc:spChg chg="mod">
          <ac:chgData name="Phipps, Michael" userId="22b19e64-ae93-4d74-aed7-bbb364ca0772" providerId="ADAL" clId="{BC804871-180E-46FE-863F-14380C5ECD45}" dt="2021-11-25T17:39:55.800" v="3734"/>
          <ac:spMkLst>
            <pc:docMk/>
            <pc:sldMk cId="3454764035" sldId="352"/>
            <ac:spMk id="294" creationId="{6D280D5A-2D32-4A73-979F-3911A6F83EBB}"/>
          </ac:spMkLst>
        </pc:spChg>
        <pc:spChg chg="mod">
          <ac:chgData name="Phipps, Michael" userId="22b19e64-ae93-4d74-aed7-bbb364ca0772" providerId="ADAL" clId="{BC804871-180E-46FE-863F-14380C5ECD45}" dt="2021-11-25T17:39:55.800" v="3734"/>
          <ac:spMkLst>
            <pc:docMk/>
            <pc:sldMk cId="3454764035" sldId="352"/>
            <ac:spMk id="295" creationId="{E56792EC-CB8E-4AE4-8165-74F698B96378}"/>
          </ac:spMkLst>
        </pc:spChg>
        <pc:spChg chg="mod">
          <ac:chgData name="Phipps, Michael" userId="22b19e64-ae93-4d74-aed7-bbb364ca0772" providerId="ADAL" clId="{BC804871-180E-46FE-863F-14380C5ECD45}" dt="2021-11-25T17:39:55.800" v="3734"/>
          <ac:spMkLst>
            <pc:docMk/>
            <pc:sldMk cId="3454764035" sldId="352"/>
            <ac:spMk id="296" creationId="{851C00A3-2F7D-4361-ABFB-BC33CB4005C1}"/>
          </ac:spMkLst>
        </pc:spChg>
        <pc:spChg chg="mod">
          <ac:chgData name="Phipps, Michael" userId="22b19e64-ae93-4d74-aed7-bbb364ca0772" providerId="ADAL" clId="{BC804871-180E-46FE-863F-14380C5ECD45}" dt="2021-11-25T17:39:55.800" v="3734"/>
          <ac:spMkLst>
            <pc:docMk/>
            <pc:sldMk cId="3454764035" sldId="352"/>
            <ac:spMk id="297" creationId="{930CAC01-9553-4EA0-A6A8-667E292C78E2}"/>
          </ac:spMkLst>
        </pc:spChg>
        <pc:spChg chg="mod">
          <ac:chgData name="Phipps, Michael" userId="22b19e64-ae93-4d74-aed7-bbb364ca0772" providerId="ADAL" clId="{BC804871-180E-46FE-863F-14380C5ECD45}" dt="2021-11-25T17:39:55.800" v="3734"/>
          <ac:spMkLst>
            <pc:docMk/>
            <pc:sldMk cId="3454764035" sldId="352"/>
            <ac:spMk id="298" creationId="{0CF3E7C6-37A4-4632-854A-7E323B3FAECF}"/>
          </ac:spMkLst>
        </pc:spChg>
        <pc:spChg chg="add mod">
          <ac:chgData name="Phipps, Michael" userId="22b19e64-ae93-4d74-aed7-bbb364ca0772" providerId="ADAL" clId="{BC804871-180E-46FE-863F-14380C5ECD45}" dt="2021-11-25T17:43:14.186" v="3814" actId="164"/>
          <ac:spMkLst>
            <pc:docMk/>
            <pc:sldMk cId="3454764035" sldId="352"/>
            <ac:spMk id="299" creationId="{554BBCE5-9106-4B2D-8B91-91504604D7C3}"/>
          </ac:spMkLst>
        </pc:spChg>
        <pc:spChg chg="add mod">
          <ac:chgData name="Phipps, Michael" userId="22b19e64-ae93-4d74-aed7-bbb364ca0772" providerId="ADAL" clId="{BC804871-180E-46FE-863F-14380C5ECD45}" dt="2021-11-25T17:43:10.853" v="3813" actId="164"/>
          <ac:spMkLst>
            <pc:docMk/>
            <pc:sldMk cId="3454764035" sldId="352"/>
            <ac:spMk id="300" creationId="{54B262AA-EE47-44F8-9371-4ED36A1158A0}"/>
          </ac:spMkLst>
        </pc:spChg>
        <pc:spChg chg="add mod">
          <ac:chgData name="Phipps, Michael" userId="22b19e64-ae93-4d74-aed7-bbb364ca0772" providerId="ADAL" clId="{BC804871-180E-46FE-863F-14380C5ECD45}" dt="2021-11-25T17:43:35.685" v="3835" actId="1076"/>
          <ac:spMkLst>
            <pc:docMk/>
            <pc:sldMk cId="3454764035" sldId="352"/>
            <ac:spMk id="303" creationId="{0BB391AF-8FC3-43AC-9D29-AE1A5B32E5D2}"/>
          </ac:spMkLst>
        </pc:spChg>
        <pc:spChg chg="add mod">
          <ac:chgData name="Phipps, Michael" userId="22b19e64-ae93-4d74-aed7-bbb364ca0772" providerId="ADAL" clId="{BC804871-180E-46FE-863F-14380C5ECD45}" dt="2021-11-25T17:44:22.173" v="3841" actId="14100"/>
          <ac:spMkLst>
            <pc:docMk/>
            <pc:sldMk cId="3454764035" sldId="352"/>
            <ac:spMk id="304" creationId="{62548418-4932-4282-96F0-CECC371E1606}"/>
          </ac:spMkLst>
        </pc:spChg>
        <pc:spChg chg="add mod">
          <ac:chgData name="Phipps, Michael" userId="22b19e64-ae93-4d74-aed7-bbb364ca0772" providerId="ADAL" clId="{BC804871-180E-46FE-863F-14380C5ECD45}" dt="2021-11-25T17:44:31.742" v="3843" actId="14100"/>
          <ac:spMkLst>
            <pc:docMk/>
            <pc:sldMk cId="3454764035" sldId="352"/>
            <ac:spMk id="305" creationId="{9F027D22-B8B5-4D12-992C-D87E72F3BB73}"/>
          </ac:spMkLst>
        </pc:spChg>
        <pc:spChg chg="add mod">
          <ac:chgData name="Phipps, Michael" userId="22b19e64-ae93-4d74-aed7-bbb364ca0772" providerId="ADAL" clId="{BC804871-180E-46FE-863F-14380C5ECD45}" dt="2021-11-25T18:13:05.685" v="4779" actId="20577"/>
          <ac:spMkLst>
            <pc:docMk/>
            <pc:sldMk cId="3454764035" sldId="352"/>
            <ac:spMk id="306" creationId="{DC75A06C-8A69-4738-B04B-2FD54BD4D491}"/>
          </ac:spMkLst>
        </pc:spChg>
        <pc:spChg chg="add mod">
          <ac:chgData name="Phipps, Michael" userId="22b19e64-ae93-4d74-aed7-bbb364ca0772" providerId="ADAL" clId="{BC804871-180E-46FE-863F-14380C5ECD45}" dt="2021-11-25T18:13:45.268" v="4825" actId="14100"/>
          <ac:spMkLst>
            <pc:docMk/>
            <pc:sldMk cId="3454764035" sldId="352"/>
            <ac:spMk id="307" creationId="{CD7E6A8E-7C09-44D3-A086-65B1A83CD038}"/>
          </ac:spMkLst>
        </pc:spChg>
        <pc:grpChg chg="add mod">
          <ac:chgData name="Phipps, Michael" userId="22b19e64-ae93-4d74-aed7-bbb364ca0772" providerId="ADAL" clId="{BC804871-180E-46FE-863F-14380C5ECD45}" dt="2021-11-25T17:29:51.154" v="3642" actId="164"/>
          <ac:grpSpMkLst>
            <pc:docMk/>
            <pc:sldMk cId="3454764035" sldId="352"/>
            <ac:grpSpMk id="7" creationId="{83D54B6C-35C3-432F-B853-65D3A10344E8}"/>
          </ac:grpSpMkLst>
        </pc:grpChg>
        <pc:grpChg chg="add mod">
          <ac:chgData name="Phipps, Michael" userId="22b19e64-ae93-4d74-aed7-bbb364ca0772" providerId="ADAL" clId="{BC804871-180E-46FE-863F-14380C5ECD45}" dt="2021-11-25T17:19:35.424" v="3551" actId="164"/>
          <ac:grpSpMkLst>
            <pc:docMk/>
            <pc:sldMk cId="3454764035" sldId="352"/>
            <ac:grpSpMk id="11" creationId="{77160806-4380-491C-8F9F-2B1AEE3F23EA}"/>
          </ac:grpSpMkLst>
        </pc:grpChg>
        <pc:grpChg chg="add mod">
          <ac:chgData name="Phipps, Michael" userId="22b19e64-ae93-4d74-aed7-bbb364ca0772" providerId="ADAL" clId="{BC804871-180E-46FE-863F-14380C5ECD45}" dt="2021-11-25T17:19:35.424" v="3551" actId="164"/>
          <ac:grpSpMkLst>
            <pc:docMk/>
            <pc:sldMk cId="3454764035" sldId="352"/>
            <ac:grpSpMk id="12" creationId="{312D1557-1426-4CFC-957C-615B2AEC7C95}"/>
          </ac:grpSpMkLst>
        </pc:grpChg>
        <pc:grpChg chg="add mod">
          <ac:chgData name="Phipps, Michael" userId="22b19e64-ae93-4d74-aed7-bbb364ca0772" providerId="ADAL" clId="{BC804871-180E-46FE-863F-14380C5ECD45}" dt="2021-11-25T17:19:35.424" v="3551" actId="164"/>
          <ac:grpSpMkLst>
            <pc:docMk/>
            <pc:sldMk cId="3454764035" sldId="352"/>
            <ac:grpSpMk id="13" creationId="{E02481D3-CAF6-41F1-B41B-B732FD0AA07C}"/>
          </ac:grpSpMkLst>
        </pc:grpChg>
        <pc:grpChg chg="add mod">
          <ac:chgData name="Phipps, Michael" userId="22b19e64-ae93-4d74-aed7-bbb364ca0772" providerId="ADAL" clId="{BC804871-180E-46FE-863F-14380C5ECD45}" dt="2021-11-25T17:19:35.424" v="3551" actId="164"/>
          <ac:grpSpMkLst>
            <pc:docMk/>
            <pc:sldMk cId="3454764035" sldId="352"/>
            <ac:grpSpMk id="16" creationId="{C9E3878F-E8DB-485E-A678-4C5FEBE98EC7}"/>
          </ac:grpSpMkLst>
        </pc:grpChg>
        <pc:grpChg chg="add mod">
          <ac:chgData name="Phipps, Michael" userId="22b19e64-ae93-4d74-aed7-bbb364ca0772" providerId="ADAL" clId="{BC804871-180E-46FE-863F-14380C5ECD45}" dt="2021-11-25T17:19:35.424" v="3551" actId="164"/>
          <ac:grpSpMkLst>
            <pc:docMk/>
            <pc:sldMk cId="3454764035" sldId="352"/>
            <ac:grpSpMk id="19" creationId="{51EB1D84-81DD-41D8-A69E-D292F786BC78}"/>
          </ac:grpSpMkLst>
        </pc:grpChg>
        <pc:grpChg chg="add mod">
          <ac:chgData name="Phipps, Michael" userId="22b19e64-ae93-4d74-aed7-bbb364ca0772" providerId="ADAL" clId="{BC804871-180E-46FE-863F-14380C5ECD45}" dt="2021-11-25T17:19:35.424" v="3551" actId="164"/>
          <ac:grpSpMkLst>
            <pc:docMk/>
            <pc:sldMk cId="3454764035" sldId="352"/>
            <ac:grpSpMk id="22" creationId="{D9A74189-698F-462C-8665-0D8786F0008D}"/>
          </ac:grpSpMkLst>
        </pc:grpChg>
        <pc:grpChg chg="add mod">
          <ac:chgData name="Phipps, Michael" userId="22b19e64-ae93-4d74-aed7-bbb364ca0772" providerId="ADAL" clId="{BC804871-180E-46FE-863F-14380C5ECD45}" dt="2021-11-25T17:19:35.424" v="3551" actId="164"/>
          <ac:grpSpMkLst>
            <pc:docMk/>
            <pc:sldMk cId="3454764035" sldId="352"/>
            <ac:grpSpMk id="25" creationId="{91E56B64-4B38-4F57-9E89-45BEFC2F5F5E}"/>
          </ac:grpSpMkLst>
        </pc:grpChg>
        <pc:grpChg chg="add mod">
          <ac:chgData name="Phipps, Michael" userId="22b19e64-ae93-4d74-aed7-bbb364ca0772" providerId="ADAL" clId="{BC804871-180E-46FE-863F-14380C5ECD45}" dt="2021-11-25T17:29:51.154" v="3642" actId="164"/>
          <ac:grpSpMkLst>
            <pc:docMk/>
            <pc:sldMk cId="3454764035" sldId="352"/>
            <ac:grpSpMk id="28" creationId="{CC9239E0-FB8A-41FD-90FB-4D473D90FBE6}"/>
          </ac:grpSpMkLst>
        </pc:grpChg>
        <pc:grpChg chg="add mod">
          <ac:chgData name="Phipps, Michael" userId="22b19e64-ae93-4d74-aed7-bbb364ca0772" providerId="ADAL" clId="{BC804871-180E-46FE-863F-14380C5ECD45}" dt="2021-11-25T17:29:51.154" v="3642" actId="164"/>
          <ac:grpSpMkLst>
            <pc:docMk/>
            <pc:sldMk cId="3454764035" sldId="352"/>
            <ac:grpSpMk id="29" creationId="{4F8D4DEE-951C-4D1C-AA27-3B9F54F84853}"/>
          </ac:grpSpMkLst>
        </pc:grpChg>
        <pc:grpChg chg="mod">
          <ac:chgData name="Phipps, Michael" userId="22b19e64-ae93-4d74-aed7-bbb364ca0772" providerId="ADAL" clId="{BC804871-180E-46FE-863F-14380C5ECD45}" dt="2021-11-25T17:19:36.810" v="3552"/>
          <ac:grpSpMkLst>
            <pc:docMk/>
            <pc:sldMk cId="3454764035" sldId="352"/>
            <ac:grpSpMk id="30" creationId="{41B7B21E-C20A-45CE-9769-8123DEF92FCF}"/>
          </ac:grpSpMkLst>
        </pc:grpChg>
        <pc:grpChg chg="mod">
          <ac:chgData name="Phipps, Michael" userId="22b19e64-ae93-4d74-aed7-bbb364ca0772" providerId="ADAL" clId="{BC804871-180E-46FE-863F-14380C5ECD45}" dt="2021-11-25T17:19:36.810" v="3552"/>
          <ac:grpSpMkLst>
            <pc:docMk/>
            <pc:sldMk cId="3454764035" sldId="352"/>
            <ac:grpSpMk id="31" creationId="{24EAA48D-0CFF-4E4F-9DAE-B06915F541C4}"/>
          </ac:grpSpMkLst>
        </pc:grpChg>
        <pc:grpChg chg="mod">
          <ac:chgData name="Phipps, Michael" userId="22b19e64-ae93-4d74-aed7-bbb364ca0772" providerId="ADAL" clId="{BC804871-180E-46FE-863F-14380C5ECD45}" dt="2021-11-25T17:19:36.810" v="3552"/>
          <ac:grpSpMkLst>
            <pc:docMk/>
            <pc:sldMk cId="3454764035" sldId="352"/>
            <ac:grpSpMk id="32" creationId="{548CCE4A-A484-4948-9631-97F4FB878A03}"/>
          </ac:grpSpMkLst>
        </pc:grpChg>
        <pc:grpChg chg="mod">
          <ac:chgData name="Phipps, Michael" userId="22b19e64-ae93-4d74-aed7-bbb364ca0772" providerId="ADAL" clId="{BC804871-180E-46FE-863F-14380C5ECD45}" dt="2021-11-25T17:19:36.810" v="3552"/>
          <ac:grpSpMkLst>
            <pc:docMk/>
            <pc:sldMk cId="3454764035" sldId="352"/>
            <ac:grpSpMk id="33" creationId="{ECB8D4BD-566B-40AE-BA84-1F03027B8EB8}"/>
          </ac:grpSpMkLst>
        </pc:grpChg>
        <pc:grpChg chg="mod">
          <ac:chgData name="Phipps, Michael" userId="22b19e64-ae93-4d74-aed7-bbb364ca0772" providerId="ADAL" clId="{BC804871-180E-46FE-863F-14380C5ECD45}" dt="2021-11-25T17:19:36.810" v="3552"/>
          <ac:grpSpMkLst>
            <pc:docMk/>
            <pc:sldMk cId="3454764035" sldId="352"/>
            <ac:grpSpMk id="34" creationId="{604A7CC0-AAAF-4D88-8E97-DC9F180F233A}"/>
          </ac:grpSpMkLst>
        </pc:grpChg>
        <pc:grpChg chg="mod">
          <ac:chgData name="Phipps, Michael" userId="22b19e64-ae93-4d74-aed7-bbb364ca0772" providerId="ADAL" clId="{BC804871-180E-46FE-863F-14380C5ECD45}" dt="2021-11-25T17:19:36.810" v="3552"/>
          <ac:grpSpMkLst>
            <pc:docMk/>
            <pc:sldMk cId="3454764035" sldId="352"/>
            <ac:grpSpMk id="35" creationId="{5C2F86BD-E291-410C-A801-576285A5F471}"/>
          </ac:grpSpMkLst>
        </pc:grpChg>
        <pc:grpChg chg="mod">
          <ac:chgData name="Phipps, Michael" userId="22b19e64-ae93-4d74-aed7-bbb364ca0772" providerId="ADAL" clId="{BC804871-180E-46FE-863F-14380C5ECD45}" dt="2021-11-25T17:19:36.810" v="3552"/>
          <ac:grpSpMkLst>
            <pc:docMk/>
            <pc:sldMk cId="3454764035" sldId="352"/>
            <ac:grpSpMk id="36" creationId="{4210EB1C-E1B8-48C3-957C-9ACB3EB9DE23}"/>
          </ac:grpSpMkLst>
        </pc:grpChg>
        <pc:grpChg chg="add mod">
          <ac:chgData name="Phipps, Michael" userId="22b19e64-ae93-4d74-aed7-bbb364ca0772" providerId="ADAL" clId="{BC804871-180E-46FE-863F-14380C5ECD45}" dt="2021-11-25T17:29:51.154" v="3642" actId="164"/>
          <ac:grpSpMkLst>
            <pc:docMk/>
            <pc:sldMk cId="3454764035" sldId="352"/>
            <ac:grpSpMk id="51" creationId="{BC0397B7-8817-48C5-927D-F8CAC2D91CE7}"/>
          </ac:grpSpMkLst>
        </pc:grpChg>
        <pc:grpChg chg="mod">
          <ac:chgData name="Phipps, Michael" userId="22b19e64-ae93-4d74-aed7-bbb364ca0772" providerId="ADAL" clId="{BC804871-180E-46FE-863F-14380C5ECD45}" dt="2021-11-25T17:19:59.715" v="3557"/>
          <ac:grpSpMkLst>
            <pc:docMk/>
            <pc:sldMk cId="3454764035" sldId="352"/>
            <ac:grpSpMk id="52" creationId="{80272192-3C71-4159-9487-3E1FCC2E2ECA}"/>
          </ac:grpSpMkLst>
        </pc:grpChg>
        <pc:grpChg chg="mod">
          <ac:chgData name="Phipps, Michael" userId="22b19e64-ae93-4d74-aed7-bbb364ca0772" providerId="ADAL" clId="{BC804871-180E-46FE-863F-14380C5ECD45}" dt="2021-11-25T17:19:59.715" v="3557"/>
          <ac:grpSpMkLst>
            <pc:docMk/>
            <pc:sldMk cId="3454764035" sldId="352"/>
            <ac:grpSpMk id="53" creationId="{70A34305-AFB4-467D-A129-A820B1873AA2}"/>
          </ac:grpSpMkLst>
        </pc:grpChg>
        <pc:grpChg chg="mod">
          <ac:chgData name="Phipps, Michael" userId="22b19e64-ae93-4d74-aed7-bbb364ca0772" providerId="ADAL" clId="{BC804871-180E-46FE-863F-14380C5ECD45}" dt="2021-11-25T17:19:59.715" v="3557"/>
          <ac:grpSpMkLst>
            <pc:docMk/>
            <pc:sldMk cId="3454764035" sldId="352"/>
            <ac:grpSpMk id="54" creationId="{2620F3A8-08C6-426F-AF77-1B1DEE68B0A1}"/>
          </ac:grpSpMkLst>
        </pc:grpChg>
        <pc:grpChg chg="mod">
          <ac:chgData name="Phipps, Michael" userId="22b19e64-ae93-4d74-aed7-bbb364ca0772" providerId="ADAL" clId="{BC804871-180E-46FE-863F-14380C5ECD45}" dt="2021-11-25T17:19:59.715" v="3557"/>
          <ac:grpSpMkLst>
            <pc:docMk/>
            <pc:sldMk cId="3454764035" sldId="352"/>
            <ac:grpSpMk id="55" creationId="{B142E086-0CA7-4C0D-8F45-E52981C66C1B}"/>
          </ac:grpSpMkLst>
        </pc:grpChg>
        <pc:grpChg chg="mod">
          <ac:chgData name="Phipps, Michael" userId="22b19e64-ae93-4d74-aed7-bbb364ca0772" providerId="ADAL" clId="{BC804871-180E-46FE-863F-14380C5ECD45}" dt="2021-11-25T17:19:59.715" v="3557"/>
          <ac:grpSpMkLst>
            <pc:docMk/>
            <pc:sldMk cId="3454764035" sldId="352"/>
            <ac:grpSpMk id="56" creationId="{ED74A086-4FE4-4EA5-988E-389EC7808E1D}"/>
          </ac:grpSpMkLst>
        </pc:grpChg>
        <pc:grpChg chg="mod">
          <ac:chgData name="Phipps, Michael" userId="22b19e64-ae93-4d74-aed7-bbb364ca0772" providerId="ADAL" clId="{BC804871-180E-46FE-863F-14380C5ECD45}" dt="2021-11-25T17:19:59.715" v="3557"/>
          <ac:grpSpMkLst>
            <pc:docMk/>
            <pc:sldMk cId="3454764035" sldId="352"/>
            <ac:grpSpMk id="57" creationId="{D0605AD1-A888-4ADB-A449-C06191FA4851}"/>
          </ac:grpSpMkLst>
        </pc:grpChg>
        <pc:grpChg chg="mod">
          <ac:chgData name="Phipps, Michael" userId="22b19e64-ae93-4d74-aed7-bbb364ca0772" providerId="ADAL" clId="{BC804871-180E-46FE-863F-14380C5ECD45}" dt="2021-11-25T17:19:59.715" v="3557"/>
          <ac:grpSpMkLst>
            <pc:docMk/>
            <pc:sldMk cId="3454764035" sldId="352"/>
            <ac:grpSpMk id="58" creationId="{4D5CA6E7-6DE5-4C9C-9A73-B8E458796FB3}"/>
          </ac:grpSpMkLst>
        </pc:grpChg>
        <pc:grpChg chg="add mod">
          <ac:chgData name="Phipps, Michael" userId="22b19e64-ae93-4d74-aed7-bbb364ca0772" providerId="ADAL" clId="{BC804871-180E-46FE-863F-14380C5ECD45}" dt="2021-11-25T17:29:51.154" v="3642" actId="164"/>
          <ac:grpSpMkLst>
            <pc:docMk/>
            <pc:sldMk cId="3454764035" sldId="352"/>
            <ac:grpSpMk id="73" creationId="{B56692F8-BBB2-4E06-B347-FF57A1E243CB}"/>
          </ac:grpSpMkLst>
        </pc:grpChg>
        <pc:grpChg chg="mod">
          <ac:chgData name="Phipps, Michael" userId="22b19e64-ae93-4d74-aed7-bbb364ca0772" providerId="ADAL" clId="{BC804871-180E-46FE-863F-14380C5ECD45}" dt="2021-11-25T17:19:59.715" v="3557"/>
          <ac:grpSpMkLst>
            <pc:docMk/>
            <pc:sldMk cId="3454764035" sldId="352"/>
            <ac:grpSpMk id="74" creationId="{7421FBBA-378A-4A7D-A2D4-ABD57537F4CD}"/>
          </ac:grpSpMkLst>
        </pc:grpChg>
        <pc:grpChg chg="mod">
          <ac:chgData name="Phipps, Michael" userId="22b19e64-ae93-4d74-aed7-bbb364ca0772" providerId="ADAL" clId="{BC804871-180E-46FE-863F-14380C5ECD45}" dt="2021-11-25T17:19:59.715" v="3557"/>
          <ac:grpSpMkLst>
            <pc:docMk/>
            <pc:sldMk cId="3454764035" sldId="352"/>
            <ac:grpSpMk id="75" creationId="{0B4648EA-2F45-4F2C-9BF2-B3D9E5F1196A}"/>
          </ac:grpSpMkLst>
        </pc:grpChg>
        <pc:grpChg chg="mod">
          <ac:chgData name="Phipps, Michael" userId="22b19e64-ae93-4d74-aed7-bbb364ca0772" providerId="ADAL" clId="{BC804871-180E-46FE-863F-14380C5ECD45}" dt="2021-11-25T17:19:59.715" v="3557"/>
          <ac:grpSpMkLst>
            <pc:docMk/>
            <pc:sldMk cId="3454764035" sldId="352"/>
            <ac:grpSpMk id="76" creationId="{03DCE9B0-F728-459A-885A-66DC45BF9F08}"/>
          </ac:grpSpMkLst>
        </pc:grpChg>
        <pc:grpChg chg="mod">
          <ac:chgData name="Phipps, Michael" userId="22b19e64-ae93-4d74-aed7-bbb364ca0772" providerId="ADAL" clId="{BC804871-180E-46FE-863F-14380C5ECD45}" dt="2021-11-25T17:19:59.715" v="3557"/>
          <ac:grpSpMkLst>
            <pc:docMk/>
            <pc:sldMk cId="3454764035" sldId="352"/>
            <ac:grpSpMk id="77" creationId="{68DEC50B-CE91-40F8-B194-138D0B12A5A6}"/>
          </ac:grpSpMkLst>
        </pc:grpChg>
        <pc:grpChg chg="mod">
          <ac:chgData name="Phipps, Michael" userId="22b19e64-ae93-4d74-aed7-bbb364ca0772" providerId="ADAL" clId="{BC804871-180E-46FE-863F-14380C5ECD45}" dt="2021-11-25T17:19:59.715" v="3557"/>
          <ac:grpSpMkLst>
            <pc:docMk/>
            <pc:sldMk cId="3454764035" sldId="352"/>
            <ac:grpSpMk id="78" creationId="{56AD6996-D7B5-46F1-BB20-DD525C5BD698}"/>
          </ac:grpSpMkLst>
        </pc:grpChg>
        <pc:grpChg chg="mod">
          <ac:chgData name="Phipps, Michael" userId="22b19e64-ae93-4d74-aed7-bbb364ca0772" providerId="ADAL" clId="{BC804871-180E-46FE-863F-14380C5ECD45}" dt="2021-11-25T17:19:59.715" v="3557"/>
          <ac:grpSpMkLst>
            <pc:docMk/>
            <pc:sldMk cId="3454764035" sldId="352"/>
            <ac:grpSpMk id="79" creationId="{043C706F-145A-437D-80D9-44B7F4F21F36}"/>
          </ac:grpSpMkLst>
        </pc:grpChg>
        <pc:grpChg chg="mod">
          <ac:chgData name="Phipps, Michael" userId="22b19e64-ae93-4d74-aed7-bbb364ca0772" providerId="ADAL" clId="{BC804871-180E-46FE-863F-14380C5ECD45}" dt="2021-11-25T17:19:59.715" v="3557"/>
          <ac:grpSpMkLst>
            <pc:docMk/>
            <pc:sldMk cId="3454764035" sldId="352"/>
            <ac:grpSpMk id="80" creationId="{0AF4E6E0-0BB5-472C-8C3D-A81BB00BF86A}"/>
          </ac:grpSpMkLst>
        </pc:grpChg>
        <pc:grpChg chg="add del mod">
          <ac:chgData name="Phipps, Michael" userId="22b19e64-ae93-4d74-aed7-bbb364ca0772" providerId="ADAL" clId="{BC804871-180E-46FE-863F-14380C5ECD45}" dt="2021-11-25T17:39:52.743" v="3733" actId="478"/>
          <ac:grpSpMkLst>
            <pc:docMk/>
            <pc:sldMk cId="3454764035" sldId="352"/>
            <ac:grpSpMk id="103" creationId="{B10C9E78-5B2B-492F-BF13-DE07215A6D6A}"/>
          </ac:grpSpMkLst>
        </pc:grpChg>
        <pc:grpChg chg="add mod">
          <ac:chgData name="Phipps, Michael" userId="22b19e64-ae93-4d74-aed7-bbb364ca0772" providerId="ADAL" clId="{BC804871-180E-46FE-863F-14380C5ECD45}" dt="2021-11-25T17:39:50.771" v="3732" actId="14100"/>
          <ac:grpSpMkLst>
            <pc:docMk/>
            <pc:sldMk cId="3454764035" sldId="352"/>
            <ac:grpSpMk id="115" creationId="{C2C391EE-E633-4696-8B23-A1CAD20A1881}"/>
          </ac:grpSpMkLst>
        </pc:grpChg>
        <pc:grpChg chg="mod">
          <ac:chgData name="Phipps, Michael" userId="22b19e64-ae93-4d74-aed7-bbb364ca0772" providerId="ADAL" clId="{BC804871-180E-46FE-863F-14380C5ECD45}" dt="2021-11-25T17:39:40.183" v="3730"/>
          <ac:grpSpMkLst>
            <pc:docMk/>
            <pc:sldMk cId="3454764035" sldId="352"/>
            <ac:grpSpMk id="116" creationId="{B6C0CB6A-23C1-4DBE-AB7D-495B286133CD}"/>
          </ac:grpSpMkLst>
        </pc:grpChg>
        <pc:grpChg chg="mod">
          <ac:chgData name="Phipps, Michael" userId="22b19e64-ae93-4d74-aed7-bbb364ca0772" providerId="ADAL" clId="{BC804871-180E-46FE-863F-14380C5ECD45}" dt="2021-11-25T17:39:40.183" v="3730"/>
          <ac:grpSpMkLst>
            <pc:docMk/>
            <pc:sldMk cId="3454764035" sldId="352"/>
            <ac:grpSpMk id="117" creationId="{72FC6B3C-324D-4AE6-A689-56F4B6C62D8D}"/>
          </ac:grpSpMkLst>
        </pc:grpChg>
        <pc:grpChg chg="mod">
          <ac:chgData name="Phipps, Michael" userId="22b19e64-ae93-4d74-aed7-bbb364ca0772" providerId="ADAL" clId="{BC804871-180E-46FE-863F-14380C5ECD45}" dt="2021-11-25T17:39:40.183" v="3730"/>
          <ac:grpSpMkLst>
            <pc:docMk/>
            <pc:sldMk cId="3454764035" sldId="352"/>
            <ac:grpSpMk id="118" creationId="{837E2A74-C1AC-4C57-BD1D-F00E2DC6B5C4}"/>
          </ac:grpSpMkLst>
        </pc:grpChg>
        <pc:grpChg chg="mod">
          <ac:chgData name="Phipps, Michael" userId="22b19e64-ae93-4d74-aed7-bbb364ca0772" providerId="ADAL" clId="{BC804871-180E-46FE-863F-14380C5ECD45}" dt="2021-11-25T17:39:40.183" v="3730"/>
          <ac:grpSpMkLst>
            <pc:docMk/>
            <pc:sldMk cId="3454764035" sldId="352"/>
            <ac:grpSpMk id="119" creationId="{210355E5-1554-4B17-8F39-03AF0879E5A3}"/>
          </ac:grpSpMkLst>
        </pc:grpChg>
        <pc:grpChg chg="mod">
          <ac:chgData name="Phipps, Michael" userId="22b19e64-ae93-4d74-aed7-bbb364ca0772" providerId="ADAL" clId="{BC804871-180E-46FE-863F-14380C5ECD45}" dt="2021-11-25T17:39:40.183" v="3730"/>
          <ac:grpSpMkLst>
            <pc:docMk/>
            <pc:sldMk cId="3454764035" sldId="352"/>
            <ac:grpSpMk id="120" creationId="{0CDD570C-028F-4149-A39F-22D1CA59F2EB}"/>
          </ac:grpSpMkLst>
        </pc:grpChg>
        <pc:grpChg chg="mod">
          <ac:chgData name="Phipps, Michael" userId="22b19e64-ae93-4d74-aed7-bbb364ca0772" providerId="ADAL" clId="{BC804871-180E-46FE-863F-14380C5ECD45}" dt="2021-11-25T17:39:40.183" v="3730"/>
          <ac:grpSpMkLst>
            <pc:docMk/>
            <pc:sldMk cId="3454764035" sldId="352"/>
            <ac:grpSpMk id="121" creationId="{40C4452C-F4DA-4FB3-A324-15D496181C9E}"/>
          </ac:grpSpMkLst>
        </pc:grpChg>
        <pc:grpChg chg="mod">
          <ac:chgData name="Phipps, Michael" userId="22b19e64-ae93-4d74-aed7-bbb364ca0772" providerId="ADAL" clId="{BC804871-180E-46FE-863F-14380C5ECD45}" dt="2021-11-25T17:39:40.183" v="3730"/>
          <ac:grpSpMkLst>
            <pc:docMk/>
            <pc:sldMk cId="3454764035" sldId="352"/>
            <ac:grpSpMk id="122" creationId="{44C2BF3F-B8AA-445E-9E26-9D5D11061FB9}"/>
          </ac:grpSpMkLst>
        </pc:grpChg>
        <pc:grpChg chg="mod">
          <ac:chgData name="Phipps, Michael" userId="22b19e64-ae93-4d74-aed7-bbb364ca0772" providerId="ADAL" clId="{BC804871-180E-46FE-863F-14380C5ECD45}" dt="2021-11-25T17:39:40.183" v="3730"/>
          <ac:grpSpMkLst>
            <pc:docMk/>
            <pc:sldMk cId="3454764035" sldId="352"/>
            <ac:grpSpMk id="123" creationId="{CD40377C-AE45-4B6E-BBBD-8E5ADA14260E}"/>
          </ac:grpSpMkLst>
        </pc:grpChg>
        <pc:grpChg chg="mod">
          <ac:chgData name="Phipps, Michael" userId="22b19e64-ae93-4d74-aed7-bbb364ca0772" providerId="ADAL" clId="{BC804871-180E-46FE-863F-14380C5ECD45}" dt="2021-11-25T17:39:40.183" v="3730"/>
          <ac:grpSpMkLst>
            <pc:docMk/>
            <pc:sldMk cId="3454764035" sldId="352"/>
            <ac:grpSpMk id="124" creationId="{40D036D2-1C0A-4DE4-80E5-59162DA47A1C}"/>
          </ac:grpSpMkLst>
        </pc:grpChg>
        <pc:grpChg chg="mod">
          <ac:chgData name="Phipps, Michael" userId="22b19e64-ae93-4d74-aed7-bbb364ca0772" providerId="ADAL" clId="{BC804871-180E-46FE-863F-14380C5ECD45}" dt="2021-11-25T17:39:40.183" v="3730"/>
          <ac:grpSpMkLst>
            <pc:docMk/>
            <pc:sldMk cId="3454764035" sldId="352"/>
            <ac:grpSpMk id="125" creationId="{70F6742D-1148-4A17-9F22-6864F79BF33A}"/>
          </ac:grpSpMkLst>
        </pc:grpChg>
        <pc:grpChg chg="mod">
          <ac:chgData name="Phipps, Michael" userId="22b19e64-ae93-4d74-aed7-bbb364ca0772" providerId="ADAL" clId="{BC804871-180E-46FE-863F-14380C5ECD45}" dt="2021-11-25T17:39:40.183" v="3730"/>
          <ac:grpSpMkLst>
            <pc:docMk/>
            <pc:sldMk cId="3454764035" sldId="352"/>
            <ac:grpSpMk id="126" creationId="{800B909F-A18E-48E9-A01F-84513C59BED8}"/>
          </ac:grpSpMkLst>
        </pc:grpChg>
        <pc:grpChg chg="mod">
          <ac:chgData name="Phipps, Michael" userId="22b19e64-ae93-4d74-aed7-bbb364ca0772" providerId="ADAL" clId="{BC804871-180E-46FE-863F-14380C5ECD45}" dt="2021-11-25T17:39:40.183" v="3730"/>
          <ac:grpSpMkLst>
            <pc:docMk/>
            <pc:sldMk cId="3454764035" sldId="352"/>
            <ac:grpSpMk id="127" creationId="{239F24DE-F589-442C-802D-FEAD02828F14}"/>
          </ac:grpSpMkLst>
        </pc:grpChg>
        <pc:grpChg chg="mod">
          <ac:chgData name="Phipps, Michael" userId="22b19e64-ae93-4d74-aed7-bbb364ca0772" providerId="ADAL" clId="{BC804871-180E-46FE-863F-14380C5ECD45}" dt="2021-11-25T17:39:40.183" v="3730"/>
          <ac:grpSpMkLst>
            <pc:docMk/>
            <pc:sldMk cId="3454764035" sldId="352"/>
            <ac:grpSpMk id="142" creationId="{2C34A390-E243-433D-A55B-924EF94FE4FB}"/>
          </ac:grpSpMkLst>
        </pc:grpChg>
        <pc:grpChg chg="mod">
          <ac:chgData name="Phipps, Michael" userId="22b19e64-ae93-4d74-aed7-bbb364ca0772" providerId="ADAL" clId="{BC804871-180E-46FE-863F-14380C5ECD45}" dt="2021-11-25T17:39:40.183" v="3730"/>
          <ac:grpSpMkLst>
            <pc:docMk/>
            <pc:sldMk cId="3454764035" sldId="352"/>
            <ac:grpSpMk id="143" creationId="{A8472C09-00DC-4D7B-B7B5-CCF1C76EDDC3}"/>
          </ac:grpSpMkLst>
        </pc:grpChg>
        <pc:grpChg chg="mod">
          <ac:chgData name="Phipps, Michael" userId="22b19e64-ae93-4d74-aed7-bbb364ca0772" providerId="ADAL" clId="{BC804871-180E-46FE-863F-14380C5ECD45}" dt="2021-11-25T17:39:40.183" v="3730"/>
          <ac:grpSpMkLst>
            <pc:docMk/>
            <pc:sldMk cId="3454764035" sldId="352"/>
            <ac:grpSpMk id="144" creationId="{43FBB02D-662B-4688-A1FC-1B6524F878E3}"/>
          </ac:grpSpMkLst>
        </pc:grpChg>
        <pc:grpChg chg="mod">
          <ac:chgData name="Phipps, Michael" userId="22b19e64-ae93-4d74-aed7-bbb364ca0772" providerId="ADAL" clId="{BC804871-180E-46FE-863F-14380C5ECD45}" dt="2021-11-25T17:39:40.183" v="3730"/>
          <ac:grpSpMkLst>
            <pc:docMk/>
            <pc:sldMk cId="3454764035" sldId="352"/>
            <ac:grpSpMk id="145" creationId="{F25BA27D-AFF9-4AA7-9C02-1C418FFC48BD}"/>
          </ac:grpSpMkLst>
        </pc:grpChg>
        <pc:grpChg chg="mod">
          <ac:chgData name="Phipps, Michael" userId="22b19e64-ae93-4d74-aed7-bbb364ca0772" providerId="ADAL" clId="{BC804871-180E-46FE-863F-14380C5ECD45}" dt="2021-11-25T17:39:40.183" v="3730"/>
          <ac:grpSpMkLst>
            <pc:docMk/>
            <pc:sldMk cId="3454764035" sldId="352"/>
            <ac:grpSpMk id="146" creationId="{B03D0C11-8E4F-4618-B2F6-5DBE5AD0827B}"/>
          </ac:grpSpMkLst>
        </pc:grpChg>
        <pc:grpChg chg="mod">
          <ac:chgData name="Phipps, Michael" userId="22b19e64-ae93-4d74-aed7-bbb364ca0772" providerId="ADAL" clId="{BC804871-180E-46FE-863F-14380C5ECD45}" dt="2021-11-25T17:39:40.183" v="3730"/>
          <ac:grpSpMkLst>
            <pc:docMk/>
            <pc:sldMk cId="3454764035" sldId="352"/>
            <ac:grpSpMk id="147" creationId="{7D91EBA1-4345-44A0-B4F2-08CC411B607A}"/>
          </ac:grpSpMkLst>
        </pc:grpChg>
        <pc:grpChg chg="mod">
          <ac:chgData name="Phipps, Michael" userId="22b19e64-ae93-4d74-aed7-bbb364ca0772" providerId="ADAL" clId="{BC804871-180E-46FE-863F-14380C5ECD45}" dt="2021-11-25T17:39:40.183" v="3730"/>
          <ac:grpSpMkLst>
            <pc:docMk/>
            <pc:sldMk cId="3454764035" sldId="352"/>
            <ac:grpSpMk id="148" creationId="{CEDDB22C-1B8B-42C1-8C39-9E9F65A687B0}"/>
          </ac:grpSpMkLst>
        </pc:grpChg>
        <pc:grpChg chg="mod">
          <ac:chgData name="Phipps, Michael" userId="22b19e64-ae93-4d74-aed7-bbb364ca0772" providerId="ADAL" clId="{BC804871-180E-46FE-863F-14380C5ECD45}" dt="2021-11-25T17:39:40.183" v="3730"/>
          <ac:grpSpMkLst>
            <pc:docMk/>
            <pc:sldMk cId="3454764035" sldId="352"/>
            <ac:grpSpMk id="163" creationId="{B35C0BB7-37ED-4E93-9C8B-C59E64321185}"/>
          </ac:grpSpMkLst>
        </pc:grpChg>
        <pc:grpChg chg="mod">
          <ac:chgData name="Phipps, Michael" userId="22b19e64-ae93-4d74-aed7-bbb364ca0772" providerId="ADAL" clId="{BC804871-180E-46FE-863F-14380C5ECD45}" dt="2021-11-25T17:39:40.183" v="3730"/>
          <ac:grpSpMkLst>
            <pc:docMk/>
            <pc:sldMk cId="3454764035" sldId="352"/>
            <ac:grpSpMk id="164" creationId="{E1B66D4C-9AF1-411E-B1E5-E25C673FA704}"/>
          </ac:grpSpMkLst>
        </pc:grpChg>
        <pc:grpChg chg="mod">
          <ac:chgData name="Phipps, Michael" userId="22b19e64-ae93-4d74-aed7-bbb364ca0772" providerId="ADAL" clId="{BC804871-180E-46FE-863F-14380C5ECD45}" dt="2021-11-25T17:39:40.183" v="3730"/>
          <ac:grpSpMkLst>
            <pc:docMk/>
            <pc:sldMk cId="3454764035" sldId="352"/>
            <ac:grpSpMk id="165" creationId="{45DD177D-E7DF-4B07-B08D-CEE0F7AF6770}"/>
          </ac:grpSpMkLst>
        </pc:grpChg>
        <pc:grpChg chg="mod">
          <ac:chgData name="Phipps, Michael" userId="22b19e64-ae93-4d74-aed7-bbb364ca0772" providerId="ADAL" clId="{BC804871-180E-46FE-863F-14380C5ECD45}" dt="2021-11-25T17:39:40.183" v="3730"/>
          <ac:grpSpMkLst>
            <pc:docMk/>
            <pc:sldMk cId="3454764035" sldId="352"/>
            <ac:grpSpMk id="166" creationId="{60205645-294C-44E2-9E68-D540398CDEC5}"/>
          </ac:grpSpMkLst>
        </pc:grpChg>
        <pc:grpChg chg="mod">
          <ac:chgData name="Phipps, Michael" userId="22b19e64-ae93-4d74-aed7-bbb364ca0772" providerId="ADAL" clId="{BC804871-180E-46FE-863F-14380C5ECD45}" dt="2021-11-25T17:39:40.183" v="3730"/>
          <ac:grpSpMkLst>
            <pc:docMk/>
            <pc:sldMk cId="3454764035" sldId="352"/>
            <ac:grpSpMk id="167" creationId="{0E8421FF-A43B-4075-A13A-2356B08DC471}"/>
          </ac:grpSpMkLst>
        </pc:grpChg>
        <pc:grpChg chg="mod">
          <ac:chgData name="Phipps, Michael" userId="22b19e64-ae93-4d74-aed7-bbb364ca0772" providerId="ADAL" clId="{BC804871-180E-46FE-863F-14380C5ECD45}" dt="2021-11-25T17:39:40.183" v="3730"/>
          <ac:grpSpMkLst>
            <pc:docMk/>
            <pc:sldMk cId="3454764035" sldId="352"/>
            <ac:grpSpMk id="168" creationId="{3524A1B3-1CB3-4F04-A712-8939FFE0F55D}"/>
          </ac:grpSpMkLst>
        </pc:grpChg>
        <pc:grpChg chg="mod">
          <ac:chgData name="Phipps, Michael" userId="22b19e64-ae93-4d74-aed7-bbb364ca0772" providerId="ADAL" clId="{BC804871-180E-46FE-863F-14380C5ECD45}" dt="2021-11-25T17:39:40.183" v="3730"/>
          <ac:grpSpMkLst>
            <pc:docMk/>
            <pc:sldMk cId="3454764035" sldId="352"/>
            <ac:grpSpMk id="169" creationId="{A2210744-212D-4B36-AD16-141AA02646E2}"/>
          </ac:grpSpMkLst>
        </pc:grpChg>
        <pc:grpChg chg="mod">
          <ac:chgData name="Phipps, Michael" userId="22b19e64-ae93-4d74-aed7-bbb364ca0772" providerId="ADAL" clId="{BC804871-180E-46FE-863F-14380C5ECD45}" dt="2021-11-25T17:39:40.183" v="3730"/>
          <ac:grpSpMkLst>
            <pc:docMk/>
            <pc:sldMk cId="3454764035" sldId="352"/>
            <ac:grpSpMk id="184" creationId="{E7019EAA-13CC-4FA7-92B8-34D293CB6A0B}"/>
          </ac:grpSpMkLst>
        </pc:grpChg>
        <pc:grpChg chg="mod">
          <ac:chgData name="Phipps, Michael" userId="22b19e64-ae93-4d74-aed7-bbb364ca0772" providerId="ADAL" clId="{BC804871-180E-46FE-863F-14380C5ECD45}" dt="2021-11-25T17:39:40.183" v="3730"/>
          <ac:grpSpMkLst>
            <pc:docMk/>
            <pc:sldMk cId="3454764035" sldId="352"/>
            <ac:grpSpMk id="185" creationId="{D862AA3A-C770-4126-A1E4-09CAE9A60D42}"/>
          </ac:grpSpMkLst>
        </pc:grpChg>
        <pc:grpChg chg="mod">
          <ac:chgData name="Phipps, Michael" userId="22b19e64-ae93-4d74-aed7-bbb364ca0772" providerId="ADAL" clId="{BC804871-180E-46FE-863F-14380C5ECD45}" dt="2021-11-25T17:39:40.183" v="3730"/>
          <ac:grpSpMkLst>
            <pc:docMk/>
            <pc:sldMk cId="3454764035" sldId="352"/>
            <ac:grpSpMk id="186" creationId="{0E1082E9-6475-42DE-89DD-68DB122A4765}"/>
          </ac:grpSpMkLst>
        </pc:grpChg>
        <pc:grpChg chg="mod">
          <ac:chgData name="Phipps, Michael" userId="22b19e64-ae93-4d74-aed7-bbb364ca0772" providerId="ADAL" clId="{BC804871-180E-46FE-863F-14380C5ECD45}" dt="2021-11-25T17:39:40.183" v="3730"/>
          <ac:grpSpMkLst>
            <pc:docMk/>
            <pc:sldMk cId="3454764035" sldId="352"/>
            <ac:grpSpMk id="187" creationId="{751B4953-4D82-4B71-A6FF-FC04563BC748}"/>
          </ac:grpSpMkLst>
        </pc:grpChg>
        <pc:grpChg chg="mod">
          <ac:chgData name="Phipps, Michael" userId="22b19e64-ae93-4d74-aed7-bbb364ca0772" providerId="ADAL" clId="{BC804871-180E-46FE-863F-14380C5ECD45}" dt="2021-11-25T17:39:40.183" v="3730"/>
          <ac:grpSpMkLst>
            <pc:docMk/>
            <pc:sldMk cId="3454764035" sldId="352"/>
            <ac:grpSpMk id="188" creationId="{72C61F2E-2284-4B05-B58A-1E1D4CF545F1}"/>
          </ac:grpSpMkLst>
        </pc:grpChg>
        <pc:grpChg chg="mod">
          <ac:chgData name="Phipps, Michael" userId="22b19e64-ae93-4d74-aed7-bbb364ca0772" providerId="ADAL" clId="{BC804871-180E-46FE-863F-14380C5ECD45}" dt="2021-11-25T17:39:40.183" v="3730"/>
          <ac:grpSpMkLst>
            <pc:docMk/>
            <pc:sldMk cId="3454764035" sldId="352"/>
            <ac:grpSpMk id="189" creationId="{D6414ADC-2216-48CD-A901-C5A4D744D2DB}"/>
          </ac:grpSpMkLst>
        </pc:grpChg>
        <pc:grpChg chg="mod">
          <ac:chgData name="Phipps, Michael" userId="22b19e64-ae93-4d74-aed7-bbb364ca0772" providerId="ADAL" clId="{BC804871-180E-46FE-863F-14380C5ECD45}" dt="2021-11-25T17:39:40.183" v="3730"/>
          <ac:grpSpMkLst>
            <pc:docMk/>
            <pc:sldMk cId="3454764035" sldId="352"/>
            <ac:grpSpMk id="190" creationId="{566AE673-25D9-4392-B18E-48E43D0D6879}"/>
          </ac:grpSpMkLst>
        </pc:grpChg>
        <pc:grpChg chg="add mod">
          <ac:chgData name="Phipps, Michael" userId="22b19e64-ae93-4d74-aed7-bbb364ca0772" providerId="ADAL" clId="{BC804871-180E-46FE-863F-14380C5ECD45}" dt="2021-11-25T17:40:00.107" v="3735" actId="1076"/>
          <ac:grpSpMkLst>
            <pc:docMk/>
            <pc:sldMk cId="3454764035" sldId="352"/>
            <ac:grpSpMk id="207" creationId="{C1C5DB80-EE23-42E9-BECA-7A1F3858111F}"/>
          </ac:grpSpMkLst>
        </pc:grpChg>
        <pc:grpChg chg="mod">
          <ac:chgData name="Phipps, Michael" userId="22b19e64-ae93-4d74-aed7-bbb364ca0772" providerId="ADAL" clId="{BC804871-180E-46FE-863F-14380C5ECD45}" dt="2021-11-25T17:39:55.800" v="3734"/>
          <ac:grpSpMkLst>
            <pc:docMk/>
            <pc:sldMk cId="3454764035" sldId="352"/>
            <ac:grpSpMk id="208" creationId="{2E688B2F-8C3B-4A61-80AD-7E910C473E20}"/>
          </ac:grpSpMkLst>
        </pc:grpChg>
        <pc:grpChg chg="mod">
          <ac:chgData name="Phipps, Michael" userId="22b19e64-ae93-4d74-aed7-bbb364ca0772" providerId="ADAL" clId="{BC804871-180E-46FE-863F-14380C5ECD45}" dt="2021-11-25T17:39:55.800" v="3734"/>
          <ac:grpSpMkLst>
            <pc:docMk/>
            <pc:sldMk cId="3454764035" sldId="352"/>
            <ac:grpSpMk id="209" creationId="{C8A226CC-B5CB-4CE6-95B1-52E08210F8AD}"/>
          </ac:grpSpMkLst>
        </pc:grpChg>
        <pc:grpChg chg="mod">
          <ac:chgData name="Phipps, Michael" userId="22b19e64-ae93-4d74-aed7-bbb364ca0772" providerId="ADAL" clId="{BC804871-180E-46FE-863F-14380C5ECD45}" dt="2021-11-25T17:39:55.800" v="3734"/>
          <ac:grpSpMkLst>
            <pc:docMk/>
            <pc:sldMk cId="3454764035" sldId="352"/>
            <ac:grpSpMk id="210" creationId="{2A00E7BD-D5F4-4227-9613-1A447CDA246E}"/>
          </ac:grpSpMkLst>
        </pc:grpChg>
        <pc:grpChg chg="mod">
          <ac:chgData name="Phipps, Michael" userId="22b19e64-ae93-4d74-aed7-bbb364ca0772" providerId="ADAL" clId="{BC804871-180E-46FE-863F-14380C5ECD45}" dt="2021-11-25T17:39:55.800" v="3734"/>
          <ac:grpSpMkLst>
            <pc:docMk/>
            <pc:sldMk cId="3454764035" sldId="352"/>
            <ac:grpSpMk id="211" creationId="{2EEE8D9F-9493-45B1-B7C0-D094742EEB67}"/>
          </ac:grpSpMkLst>
        </pc:grpChg>
        <pc:grpChg chg="mod">
          <ac:chgData name="Phipps, Michael" userId="22b19e64-ae93-4d74-aed7-bbb364ca0772" providerId="ADAL" clId="{BC804871-180E-46FE-863F-14380C5ECD45}" dt="2021-11-25T17:39:55.800" v="3734"/>
          <ac:grpSpMkLst>
            <pc:docMk/>
            <pc:sldMk cId="3454764035" sldId="352"/>
            <ac:grpSpMk id="212" creationId="{65AC6D29-517F-405A-A152-C848D86B81E2}"/>
          </ac:grpSpMkLst>
        </pc:grpChg>
        <pc:grpChg chg="mod">
          <ac:chgData name="Phipps, Michael" userId="22b19e64-ae93-4d74-aed7-bbb364ca0772" providerId="ADAL" clId="{BC804871-180E-46FE-863F-14380C5ECD45}" dt="2021-11-25T17:39:55.800" v="3734"/>
          <ac:grpSpMkLst>
            <pc:docMk/>
            <pc:sldMk cId="3454764035" sldId="352"/>
            <ac:grpSpMk id="213" creationId="{7B6D07B1-B5B2-49A5-94FC-3D0449EE03FF}"/>
          </ac:grpSpMkLst>
        </pc:grpChg>
        <pc:grpChg chg="mod">
          <ac:chgData name="Phipps, Michael" userId="22b19e64-ae93-4d74-aed7-bbb364ca0772" providerId="ADAL" clId="{BC804871-180E-46FE-863F-14380C5ECD45}" dt="2021-11-25T17:39:55.800" v="3734"/>
          <ac:grpSpMkLst>
            <pc:docMk/>
            <pc:sldMk cId="3454764035" sldId="352"/>
            <ac:grpSpMk id="214" creationId="{76E39E75-45F5-42AA-9AD9-000994888A83}"/>
          </ac:grpSpMkLst>
        </pc:grpChg>
        <pc:grpChg chg="mod">
          <ac:chgData name="Phipps, Michael" userId="22b19e64-ae93-4d74-aed7-bbb364ca0772" providerId="ADAL" clId="{BC804871-180E-46FE-863F-14380C5ECD45}" dt="2021-11-25T17:39:55.800" v="3734"/>
          <ac:grpSpMkLst>
            <pc:docMk/>
            <pc:sldMk cId="3454764035" sldId="352"/>
            <ac:grpSpMk id="215" creationId="{9B28734D-81AF-4545-8904-623A9C80CE02}"/>
          </ac:grpSpMkLst>
        </pc:grpChg>
        <pc:grpChg chg="mod">
          <ac:chgData name="Phipps, Michael" userId="22b19e64-ae93-4d74-aed7-bbb364ca0772" providerId="ADAL" clId="{BC804871-180E-46FE-863F-14380C5ECD45}" dt="2021-11-25T17:39:55.800" v="3734"/>
          <ac:grpSpMkLst>
            <pc:docMk/>
            <pc:sldMk cId="3454764035" sldId="352"/>
            <ac:grpSpMk id="216" creationId="{4CA42FDD-7DF6-4296-88D9-C1634B5F9ADF}"/>
          </ac:grpSpMkLst>
        </pc:grpChg>
        <pc:grpChg chg="mod">
          <ac:chgData name="Phipps, Michael" userId="22b19e64-ae93-4d74-aed7-bbb364ca0772" providerId="ADAL" clId="{BC804871-180E-46FE-863F-14380C5ECD45}" dt="2021-11-25T17:39:55.800" v="3734"/>
          <ac:grpSpMkLst>
            <pc:docMk/>
            <pc:sldMk cId="3454764035" sldId="352"/>
            <ac:grpSpMk id="217" creationId="{904CE290-D974-42D6-8563-54C157ED7089}"/>
          </ac:grpSpMkLst>
        </pc:grpChg>
        <pc:grpChg chg="mod">
          <ac:chgData name="Phipps, Michael" userId="22b19e64-ae93-4d74-aed7-bbb364ca0772" providerId="ADAL" clId="{BC804871-180E-46FE-863F-14380C5ECD45}" dt="2021-11-25T17:39:55.800" v="3734"/>
          <ac:grpSpMkLst>
            <pc:docMk/>
            <pc:sldMk cId="3454764035" sldId="352"/>
            <ac:grpSpMk id="218" creationId="{6882D3BA-472E-4FAB-AB78-B3BCD3844183}"/>
          </ac:grpSpMkLst>
        </pc:grpChg>
        <pc:grpChg chg="mod">
          <ac:chgData name="Phipps, Michael" userId="22b19e64-ae93-4d74-aed7-bbb364ca0772" providerId="ADAL" clId="{BC804871-180E-46FE-863F-14380C5ECD45}" dt="2021-11-25T17:39:55.800" v="3734"/>
          <ac:grpSpMkLst>
            <pc:docMk/>
            <pc:sldMk cId="3454764035" sldId="352"/>
            <ac:grpSpMk id="219" creationId="{5430A0F8-1CD4-4DBD-8355-AA8303680957}"/>
          </ac:grpSpMkLst>
        </pc:grpChg>
        <pc:grpChg chg="mod">
          <ac:chgData name="Phipps, Michael" userId="22b19e64-ae93-4d74-aed7-bbb364ca0772" providerId="ADAL" clId="{BC804871-180E-46FE-863F-14380C5ECD45}" dt="2021-11-25T17:39:55.800" v="3734"/>
          <ac:grpSpMkLst>
            <pc:docMk/>
            <pc:sldMk cId="3454764035" sldId="352"/>
            <ac:grpSpMk id="234" creationId="{0A77960A-D00D-4289-A5D4-1A0483A41139}"/>
          </ac:grpSpMkLst>
        </pc:grpChg>
        <pc:grpChg chg="mod">
          <ac:chgData name="Phipps, Michael" userId="22b19e64-ae93-4d74-aed7-bbb364ca0772" providerId="ADAL" clId="{BC804871-180E-46FE-863F-14380C5ECD45}" dt="2021-11-25T17:39:55.800" v="3734"/>
          <ac:grpSpMkLst>
            <pc:docMk/>
            <pc:sldMk cId="3454764035" sldId="352"/>
            <ac:grpSpMk id="235" creationId="{84DAD6D7-6452-47C1-85AB-233A8C256D51}"/>
          </ac:grpSpMkLst>
        </pc:grpChg>
        <pc:grpChg chg="mod">
          <ac:chgData name="Phipps, Michael" userId="22b19e64-ae93-4d74-aed7-bbb364ca0772" providerId="ADAL" clId="{BC804871-180E-46FE-863F-14380C5ECD45}" dt="2021-11-25T17:39:55.800" v="3734"/>
          <ac:grpSpMkLst>
            <pc:docMk/>
            <pc:sldMk cId="3454764035" sldId="352"/>
            <ac:grpSpMk id="236" creationId="{47D258FF-DCBC-48C6-B2E2-02BDB8B2CD88}"/>
          </ac:grpSpMkLst>
        </pc:grpChg>
        <pc:grpChg chg="mod">
          <ac:chgData name="Phipps, Michael" userId="22b19e64-ae93-4d74-aed7-bbb364ca0772" providerId="ADAL" clId="{BC804871-180E-46FE-863F-14380C5ECD45}" dt="2021-11-25T17:39:55.800" v="3734"/>
          <ac:grpSpMkLst>
            <pc:docMk/>
            <pc:sldMk cId="3454764035" sldId="352"/>
            <ac:grpSpMk id="237" creationId="{6EF8B0FA-B57B-4217-908E-D485355914C2}"/>
          </ac:grpSpMkLst>
        </pc:grpChg>
        <pc:grpChg chg="mod">
          <ac:chgData name="Phipps, Michael" userId="22b19e64-ae93-4d74-aed7-bbb364ca0772" providerId="ADAL" clId="{BC804871-180E-46FE-863F-14380C5ECD45}" dt="2021-11-25T17:39:55.800" v="3734"/>
          <ac:grpSpMkLst>
            <pc:docMk/>
            <pc:sldMk cId="3454764035" sldId="352"/>
            <ac:grpSpMk id="238" creationId="{97E6644E-E36D-4F56-ACFE-DA697D9E77C1}"/>
          </ac:grpSpMkLst>
        </pc:grpChg>
        <pc:grpChg chg="mod">
          <ac:chgData name="Phipps, Michael" userId="22b19e64-ae93-4d74-aed7-bbb364ca0772" providerId="ADAL" clId="{BC804871-180E-46FE-863F-14380C5ECD45}" dt="2021-11-25T17:39:55.800" v="3734"/>
          <ac:grpSpMkLst>
            <pc:docMk/>
            <pc:sldMk cId="3454764035" sldId="352"/>
            <ac:grpSpMk id="239" creationId="{4B7C3AB0-824C-4306-938C-78A77531B723}"/>
          </ac:grpSpMkLst>
        </pc:grpChg>
        <pc:grpChg chg="mod">
          <ac:chgData name="Phipps, Michael" userId="22b19e64-ae93-4d74-aed7-bbb364ca0772" providerId="ADAL" clId="{BC804871-180E-46FE-863F-14380C5ECD45}" dt="2021-11-25T17:39:55.800" v="3734"/>
          <ac:grpSpMkLst>
            <pc:docMk/>
            <pc:sldMk cId="3454764035" sldId="352"/>
            <ac:grpSpMk id="240" creationId="{8F3D08C4-FA60-435A-AD91-53FEC7216841}"/>
          </ac:grpSpMkLst>
        </pc:grpChg>
        <pc:grpChg chg="mod">
          <ac:chgData name="Phipps, Michael" userId="22b19e64-ae93-4d74-aed7-bbb364ca0772" providerId="ADAL" clId="{BC804871-180E-46FE-863F-14380C5ECD45}" dt="2021-11-25T17:39:55.800" v="3734"/>
          <ac:grpSpMkLst>
            <pc:docMk/>
            <pc:sldMk cId="3454764035" sldId="352"/>
            <ac:grpSpMk id="255" creationId="{12A1070C-3009-4B54-902B-1C8610696373}"/>
          </ac:grpSpMkLst>
        </pc:grpChg>
        <pc:grpChg chg="mod">
          <ac:chgData name="Phipps, Michael" userId="22b19e64-ae93-4d74-aed7-bbb364ca0772" providerId="ADAL" clId="{BC804871-180E-46FE-863F-14380C5ECD45}" dt="2021-11-25T17:39:55.800" v="3734"/>
          <ac:grpSpMkLst>
            <pc:docMk/>
            <pc:sldMk cId="3454764035" sldId="352"/>
            <ac:grpSpMk id="256" creationId="{66A404B3-516E-43AD-98A0-405D9A98E17C}"/>
          </ac:grpSpMkLst>
        </pc:grpChg>
        <pc:grpChg chg="mod">
          <ac:chgData name="Phipps, Michael" userId="22b19e64-ae93-4d74-aed7-bbb364ca0772" providerId="ADAL" clId="{BC804871-180E-46FE-863F-14380C5ECD45}" dt="2021-11-25T17:39:55.800" v="3734"/>
          <ac:grpSpMkLst>
            <pc:docMk/>
            <pc:sldMk cId="3454764035" sldId="352"/>
            <ac:grpSpMk id="257" creationId="{16B103CF-4F61-4593-B29D-CDAF5697CEE0}"/>
          </ac:grpSpMkLst>
        </pc:grpChg>
        <pc:grpChg chg="mod">
          <ac:chgData name="Phipps, Michael" userId="22b19e64-ae93-4d74-aed7-bbb364ca0772" providerId="ADAL" clId="{BC804871-180E-46FE-863F-14380C5ECD45}" dt="2021-11-25T17:39:55.800" v="3734"/>
          <ac:grpSpMkLst>
            <pc:docMk/>
            <pc:sldMk cId="3454764035" sldId="352"/>
            <ac:grpSpMk id="258" creationId="{6CAA695C-7141-4E1C-B2C5-6AC155BCED13}"/>
          </ac:grpSpMkLst>
        </pc:grpChg>
        <pc:grpChg chg="mod">
          <ac:chgData name="Phipps, Michael" userId="22b19e64-ae93-4d74-aed7-bbb364ca0772" providerId="ADAL" clId="{BC804871-180E-46FE-863F-14380C5ECD45}" dt="2021-11-25T17:39:55.800" v="3734"/>
          <ac:grpSpMkLst>
            <pc:docMk/>
            <pc:sldMk cId="3454764035" sldId="352"/>
            <ac:grpSpMk id="259" creationId="{B4298195-491F-4ED7-AB88-75758B20624D}"/>
          </ac:grpSpMkLst>
        </pc:grpChg>
        <pc:grpChg chg="mod">
          <ac:chgData name="Phipps, Michael" userId="22b19e64-ae93-4d74-aed7-bbb364ca0772" providerId="ADAL" clId="{BC804871-180E-46FE-863F-14380C5ECD45}" dt="2021-11-25T17:39:55.800" v="3734"/>
          <ac:grpSpMkLst>
            <pc:docMk/>
            <pc:sldMk cId="3454764035" sldId="352"/>
            <ac:grpSpMk id="260" creationId="{2DB07DEC-C904-4C27-8577-8B9B1A956F9E}"/>
          </ac:grpSpMkLst>
        </pc:grpChg>
        <pc:grpChg chg="mod">
          <ac:chgData name="Phipps, Michael" userId="22b19e64-ae93-4d74-aed7-bbb364ca0772" providerId="ADAL" clId="{BC804871-180E-46FE-863F-14380C5ECD45}" dt="2021-11-25T17:39:55.800" v="3734"/>
          <ac:grpSpMkLst>
            <pc:docMk/>
            <pc:sldMk cId="3454764035" sldId="352"/>
            <ac:grpSpMk id="261" creationId="{AFDE66E6-982D-4F84-9FFF-6F12B914F6BF}"/>
          </ac:grpSpMkLst>
        </pc:grpChg>
        <pc:grpChg chg="mod">
          <ac:chgData name="Phipps, Michael" userId="22b19e64-ae93-4d74-aed7-bbb364ca0772" providerId="ADAL" clId="{BC804871-180E-46FE-863F-14380C5ECD45}" dt="2021-11-25T17:39:55.800" v="3734"/>
          <ac:grpSpMkLst>
            <pc:docMk/>
            <pc:sldMk cId="3454764035" sldId="352"/>
            <ac:grpSpMk id="276" creationId="{1CF636A6-F3FB-444E-9044-F266D615AB0A}"/>
          </ac:grpSpMkLst>
        </pc:grpChg>
        <pc:grpChg chg="mod">
          <ac:chgData name="Phipps, Michael" userId="22b19e64-ae93-4d74-aed7-bbb364ca0772" providerId="ADAL" clId="{BC804871-180E-46FE-863F-14380C5ECD45}" dt="2021-11-25T17:39:55.800" v="3734"/>
          <ac:grpSpMkLst>
            <pc:docMk/>
            <pc:sldMk cId="3454764035" sldId="352"/>
            <ac:grpSpMk id="277" creationId="{D31ABC0F-07FB-413C-8FF3-29DCA0EA0F7E}"/>
          </ac:grpSpMkLst>
        </pc:grpChg>
        <pc:grpChg chg="mod">
          <ac:chgData name="Phipps, Michael" userId="22b19e64-ae93-4d74-aed7-bbb364ca0772" providerId="ADAL" clId="{BC804871-180E-46FE-863F-14380C5ECD45}" dt="2021-11-25T17:39:55.800" v="3734"/>
          <ac:grpSpMkLst>
            <pc:docMk/>
            <pc:sldMk cId="3454764035" sldId="352"/>
            <ac:grpSpMk id="278" creationId="{F6F12D3F-54EF-4698-BBA3-D49BCC79EA8D}"/>
          </ac:grpSpMkLst>
        </pc:grpChg>
        <pc:grpChg chg="mod">
          <ac:chgData name="Phipps, Michael" userId="22b19e64-ae93-4d74-aed7-bbb364ca0772" providerId="ADAL" clId="{BC804871-180E-46FE-863F-14380C5ECD45}" dt="2021-11-25T17:39:55.800" v="3734"/>
          <ac:grpSpMkLst>
            <pc:docMk/>
            <pc:sldMk cId="3454764035" sldId="352"/>
            <ac:grpSpMk id="279" creationId="{73315E39-103E-4DB6-BB0C-764F9DB37B22}"/>
          </ac:grpSpMkLst>
        </pc:grpChg>
        <pc:grpChg chg="mod">
          <ac:chgData name="Phipps, Michael" userId="22b19e64-ae93-4d74-aed7-bbb364ca0772" providerId="ADAL" clId="{BC804871-180E-46FE-863F-14380C5ECD45}" dt="2021-11-25T17:39:55.800" v="3734"/>
          <ac:grpSpMkLst>
            <pc:docMk/>
            <pc:sldMk cId="3454764035" sldId="352"/>
            <ac:grpSpMk id="280" creationId="{297AB955-E27C-4069-8C2A-D79980D3554E}"/>
          </ac:grpSpMkLst>
        </pc:grpChg>
        <pc:grpChg chg="mod">
          <ac:chgData name="Phipps, Michael" userId="22b19e64-ae93-4d74-aed7-bbb364ca0772" providerId="ADAL" clId="{BC804871-180E-46FE-863F-14380C5ECD45}" dt="2021-11-25T17:39:55.800" v="3734"/>
          <ac:grpSpMkLst>
            <pc:docMk/>
            <pc:sldMk cId="3454764035" sldId="352"/>
            <ac:grpSpMk id="281" creationId="{1D38848A-D6F7-485F-B052-F933DEB0079C}"/>
          </ac:grpSpMkLst>
        </pc:grpChg>
        <pc:grpChg chg="mod">
          <ac:chgData name="Phipps, Michael" userId="22b19e64-ae93-4d74-aed7-bbb364ca0772" providerId="ADAL" clId="{BC804871-180E-46FE-863F-14380C5ECD45}" dt="2021-11-25T17:39:55.800" v="3734"/>
          <ac:grpSpMkLst>
            <pc:docMk/>
            <pc:sldMk cId="3454764035" sldId="352"/>
            <ac:grpSpMk id="282" creationId="{29BBE813-8F7E-4B9E-B49D-9AEE8F81BC0C}"/>
          </ac:grpSpMkLst>
        </pc:grpChg>
        <pc:grpChg chg="add mod">
          <ac:chgData name="Phipps, Michael" userId="22b19e64-ae93-4d74-aed7-bbb364ca0772" providerId="ADAL" clId="{BC804871-180E-46FE-863F-14380C5ECD45}" dt="2021-11-25T17:43:10.853" v="3813" actId="164"/>
          <ac:grpSpMkLst>
            <pc:docMk/>
            <pc:sldMk cId="3454764035" sldId="352"/>
            <ac:grpSpMk id="301" creationId="{3C9250AB-39E1-4278-9598-903AE5A058CA}"/>
          </ac:grpSpMkLst>
        </pc:grpChg>
        <pc:grpChg chg="add mod">
          <ac:chgData name="Phipps, Michael" userId="22b19e64-ae93-4d74-aed7-bbb364ca0772" providerId="ADAL" clId="{BC804871-180E-46FE-863F-14380C5ECD45}" dt="2021-11-25T17:43:18.701" v="3815" actId="1076"/>
          <ac:grpSpMkLst>
            <pc:docMk/>
            <pc:sldMk cId="3454764035" sldId="352"/>
            <ac:grpSpMk id="302" creationId="{960B9B2C-FFFB-40B3-AD71-340F7A6B58D7}"/>
          </ac:grpSpMkLst>
        </pc:grpChg>
        <pc:picChg chg="add del mod">
          <ac:chgData name="Phipps, Michael" userId="22b19e64-ae93-4d74-aed7-bbb364ca0772" providerId="ADAL" clId="{BC804871-180E-46FE-863F-14380C5ECD45}" dt="2021-11-25T17:28:54.626" v="3639" actId="478"/>
          <ac:picMkLst>
            <pc:docMk/>
            <pc:sldMk cId="3454764035" sldId="352"/>
            <ac:picMk id="101" creationId="{3EE7834F-9D39-478A-A233-6D608FA3E925}"/>
          </ac:picMkLst>
        </pc:picChg>
        <pc:picChg chg="add del mod">
          <ac:chgData name="Phipps, Michael" userId="22b19e64-ae93-4d74-aed7-bbb364ca0772" providerId="ADAL" clId="{BC804871-180E-46FE-863F-14380C5ECD45}" dt="2021-11-25T17:42:52.132" v="3807" actId="478"/>
          <ac:picMkLst>
            <pc:docMk/>
            <pc:sldMk cId="3454764035" sldId="352"/>
            <ac:picMk id="107" creationId="{A430E161-4FB1-44AF-ACD1-4A934034F984}"/>
          </ac:picMkLst>
        </pc:picChg>
        <pc:picChg chg="add mod">
          <ac:chgData name="Phipps, Michael" userId="22b19e64-ae93-4d74-aed7-bbb364ca0772" providerId="ADAL" clId="{BC804871-180E-46FE-863F-14380C5ECD45}" dt="2021-11-25T17:43:14.186" v="3814" actId="164"/>
          <ac:picMkLst>
            <pc:docMk/>
            <pc:sldMk cId="3454764035" sldId="352"/>
            <ac:picMk id="108" creationId="{6F0EE376-0D63-4015-8C04-82D7E92CA236}"/>
          </ac:picMkLst>
        </pc:picChg>
        <pc:picChg chg="add mod">
          <ac:chgData name="Phipps, Michael" userId="22b19e64-ae93-4d74-aed7-bbb364ca0772" providerId="ADAL" clId="{BC804871-180E-46FE-863F-14380C5ECD45}" dt="2021-11-25T17:43:10.853" v="3813" actId="164"/>
          <ac:picMkLst>
            <pc:docMk/>
            <pc:sldMk cId="3454764035" sldId="352"/>
            <ac:picMk id="109" creationId="{2B5125BE-07BD-41FD-9337-EEF1CDF76EB3}"/>
          </ac:picMkLst>
        </pc:picChg>
        <pc:cxnChg chg="add mod">
          <ac:chgData name="Phipps, Michael" userId="22b19e64-ae93-4d74-aed7-bbb364ca0772" providerId="ADAL" clId="{BC804871-180E-46FE-863F-14380C5ECD45}" dt="2021-11-25T17:40:02.784" v="3736" actId="1076"/>
          <ac:cxnSpMkLst>
            <pc:docMk/>
            <pc:sldMk cId="3454764035" sldId="352"/>
            <ac:cxnSpMk id="96" creationId="{B724ED76-B192-4B68-B225-1FCF14DD26C7}"/>
          </ac:cxnSpMkLst>
        </pc:cxnChg>
      </pc:sldChg>
      <pc:sldChg chg="addSp delSp modSp add mod">
        <pc:chgData name="Phipps, Michael" userId="22b19e64-ae93-4d74-aed7-bbb364ca0772" providerId="ADAL" clId="{BC804871-180E-46FE-863F-14380C5ECD45}" dt="2021-11-25T18:11:36.030" v="4675" actId="20577"/>
        <pc:sldMkLst>
          <pc:docMk/>
          <pc:sldMk cId="133918349" sldId="353"/>
        </pc:sldMkLst>
        <pc:spChg chg="add del">
          <ac:chgData name="Phipps, Michael" userId="22b19e64-ae93-4d74-aed7-bbb364ca0772" providerId="ADAL" clId="{BC804871-180E-46FE-863F-14380C5ECD45}" dt="2021-11-25T17:45:49.654" v="3846" actId="11529"/>
          <ac:spMkLst>
            <pc:docMk/>
            <pc:sldMk cId="133918349" sldId="353"/>
            <ac:spMk id="2" creationId="{A445AFCD-F5E5-4184-BDCB-795AF76F2261}"/>
          </ac:spMkLst>
        </pc:spChg>
        <pc:spChg chg="add mod">
          <ac:chgData name="Phipps, Michael" userId="22b19e64-ae93-4d74-aed7-bbb364ca0772" providerId="ADAL" clId="{BC804871-180E-46FE-863F-14380C5ECD45}" dt="2021-11-25T18:11:36.030" v="4675" actId="20577"/>
          <ac:spMkLst>
            <pc:docMk/>
            <pc:sldMk cId="133918349" sldId="353"/>
            <ac:spMk id="3" creationId="{67044835-7C1A-4D75-B908-D32ED5B8EF8F}"/>
          </ac:spMkLst>
        </pc:spChg>
        <pc:cxnChg chg="add mod">
          <ac:chgData name="Phipps, Michael" userId="22b19e64-ae93-4d74-aed7-bbb364ca0772" providerId="ADAL" clId="{BC804871-180E-46FE-863F-14380C5ECD45}" dt="2021-11-25T17:48:55.022" v="3996" actId="1582"/>
          <ac:cxnSpMkLst>
            <pc:docMk/>
            <pc:sldMk cId="133918349" sldId="353"/>
            <ac:cxnSpMk id="5" creationId="{92E0F3A0-4815-4ED2-8EB1-0A4AA837B7B6}"/>
          </ac:cxnSpMkLst>
        </pc:cxnChg>
        <pc:cxnChg chg="add mod">
          <ac:chgData name="Phipps, Michael" userId="22b19e64-ae93-4d74-aed7-bbb364ca0772" providerId="ADAL" clId="{BC804871-180E-46FE-863F-14380C5ECD45}" dt="2021-11-25T17:49:29.960" v="3999" actId="14100"/>
          <ac:cxnSpMkLst>
            <pc:docMk/>
            <pc:sldMk cId="133918349" sldId="353"/>
            <ac:cxnSpMk id="8" creationId="{5D87D0E1-86EE-45FA-8B46-AF56D778DF6F}"/>
          </ac:cxnSpMkLst>
        </pc:cxnChg>
      </pc:sldChg>
      <pc:sldChg chg="addSp delSp modSp add del mod ord">
        <pc:chgData name="Phipps, Michael" userId="22b19e64-ae93-4d74-aed7-bbb364ca0772" providerId="ADAL" clId="{BC804871-180E-46FE-863F-14380C5ECD45}" dt="2021-11-25T17:29:21.894" v="3640" actId="2696"/>
        <pc:sldMkLst>
          <pc:docMk/>
          <pc:sldMk cId="734937650" sldId="353"/>
        </pc:sldMkLst>
        <pc:spChg chg="add del mod">
          <ac:chgData name="Phipps, Michael" userId="22b19e64-ae93-4d74-aed7-bbb364ca0772" providerId="ADAL" clId="{BC804871-180E-46FE-863F-14380C5ECD45}" dt="2021-11-25T17:17:53.407" v="3524" actId="21"/>
          <ac:spMkLst>
            <pc:docMk/>
            <pc:sldMk cId="734937650" sldId="353"/>
            <ac:spMk id="3" creationId="{DC85665C-634F-4644-94C7-FEDAE519C8DF}"/>
          </ac:spMkLst>
        </pc:spChg>
        <pc:spChg chg="add del mod">
          <ac:chgData name="Phipps, Michael" userId="22b19e64-ae93-4d74-aed7-bbb364ca0772" providerId="ADAL" clId="{BC804871-180E-46FE-863F-14380C5ECD45}" dt="2021-11-25T17:16:40.123" v="3508" actId="478"/>
          <ac:spMkLst>
            <pc:docMk/>
            <pc:sldMk cId="734937650" sldId="353"/>
            <ac:spMk id="5" creationId="{77B1F1F9-ECE1-4D59-8A5E-AEF4C0286CB0}"/>
          </ac:spMkLst>
        </pc:spChg>
      </pc:sldChg>
      <pc:sldChg chg="addSp modSp add mod ord">
        <pc:chgData name="Phipps, Michael" userId="22b19e64-ae93-4d74-aed7-bbb364ca0772" providerId="ADAL" clId="{BC804871-180E-46FE-863F-14380C5ECD45}" dt="2021-11-25T17:52:33.120" v="4488" actId="20577"/>
        <pc:sldMkLst>
          <pc:docMk/>
          <pc:sldMk cId="490694437" sldId="354"/>
        </pc:sldMkLst>
        <pc:spChg chg="add mod">
          <ac:chgData name="Phipps, Michael" userId="22b19e64-ae93-4d74-aed7-bbb364ca0772" providerId="ADAL" clId="{BC804871-180E-46FE-863F-14380C5ECD45}" dt="2021-11-25T17:52:33.120" v="4488" actId="20577"/>
          <ac:spMkLst>
            <pc:docMk/>
            <pc:sldMk cId="490694437" sldId="354"/>
            <ac:spMk id="2" creationId="{B627A95C-29C5-411F-8F16-8E7CC90E8CED}"/>
          </ac:spMkLst>
        </pc:spChg>
      </pc:sldChg>
      <pc:sldChg chg="add">
        <pc:chgData name="Phipps, Michael" userId="22b19e64-ae93-4d74-aed7-bbb364ca0772" providerId="ADAL" clId="{BC804871-180E-46FE-863F-14380C5ECD45}" dt="2021-11-25T17:51:28.194" v="4250"/>
        <pc:sldMkLst>
          <pc:docMk/>
          <pc:sldMk cId="1102893381" sldId="355"/>
        </pc:sldMkLst>
      </pc:sldChg>
      <pc:sldChg chg="add del">
        <pc:chgData name="Phipps, Michael" userId="22b19e64-ae93-4d74-aed7-bbb364ca0772" providerId="ADAL" clId="{BC804871-180E-46FE-863F-14380C5ECD45}" dt="2021-11-25T17:51:25.781" v="4249"/>
        <pc:sldMkLst>
          <pc:docMk/>
          <pc:sldMk cId="1366897620" sldId="355"/>
        </pc:sldMkLst>
      </pc:sldChg>
      <pc:sldChg chg="modSp new mod">
        <pc:chgData name="Phipps, Michael" userId="22b19e64-ae93-4d74-aed7-bbb364ca0772" providerId="ADAL" clId="{BC804871-180E-46FE-863F-14380C5ECD45}" dt="2021-11-25T18:16:14.174" v="5043" actId="5793"/>
        <pc:sldMkLst>
          <pc:docMk/>
          <pc:sldMk cId="3826905771" sldId="356"/>
        </pc:sldMkLst>
        <pc:spChg chg="mod">
          <ac:chgData name="Phipps, Michael" userId="22b19e64-ae93-4d74-aed7-bbb364ca0772" providerId="ADAL" clId="{BC804871-180E-46FE-863F-14380C5ECD45}" dt="2021-11-25T18:06:28.303" v="4527" actId="5793"/>
          <ac:spMkLst>
            <pc:docMk/>
            <pc:sldMk cId="3826905771" sldId="356"/>
            <ac:spMk id="2" creationId="{5FFE4C78-D448-4651-A232-C0EE1B249411}"/>
          </ac:spMkLst>
        </pc:spChg>
        <pc:spChg chg="mod">
          <ac:chgData name="Phipps, Michael" userId="22b19e64-ae93-4d74-aed7-bbb364ca0772" providerId="ADAL" clId="{BC804871-180E-46FE-863F-14380C5ECD45}" dt="2021-11-25T18:16:14.174" v="5043" actId="5793"/>
          <ac:spMkLst>
            <pc:docMk/>
            <pc:sldMk cId="3826905771" sldId="356"/>
            <ac:spMk id="3" creationId="{9F7F0210-00F3-42CD-9271-DA1B96028E95}"/>
          </ac:spMkLst>
        </pc:spChg>
      </pc:sldChg>
      <pc:sldChg chg="modSp new mod">
        <pc:chgData name="Phipps, Michael" userId="22b19e64-ae93-4d74-aed7-bbb364ca0772" providerId="ADAL" clId="{BC804871-180E-46FE-863F-14380C5ECD45}" dt="2021-11-25T18:19:20.002" v="5461" actId="20577"/>
        <pc:sldMkLst>
          <pc:docMk/>
          <pc:sldMk cId="2317825786" sldId="357"/>
        </pc:sldMkLst>
        <pc:spChg chg="mod">
          <ac:chgData name="Phipps, Michael" userId="22b19e64-ae93-4d74-aed7-bbb364ca0772" providerId="ADAL" clId="{BC804871-180E-46FE-863F-14380C5ECD45}" dt="2021-11-25T18:16:23.505" v="5063" actId="20577"/>
          <ac:spMkLst>
            <pc:docMk/>
            <pc:sldMk cId="2317825786" sldId="357"/>
            <ac:spMk id="2" creationId="{FCFF72F1-726B-4770-AAA5-DD0EFBDBAC0F}"/>
          </ac:spMkLst>
        </pc:spChg>
        <pc:spChg chg="mod">
          <ac:chgData name="Phipps, Michael" userId="22b19e64-ae93-4d74-aed7-bbb364ca0772" providerId="ADAL" clId="{BC804871-180E-46FE-863F-14380C5ECD45}" dt="2021-11-25T18:19:20.002" v="5461" actId="20577"/>
          <ac:spMkLst>
            <pc:docMk/>
            <pc:sldMk cId="2317825786" sldId="357"/>
            <ac:spMk id="3" creationId="{EB2D9788-3565-463E-AB32-E76A19A1092F}"/>
          </ac:spMkLst>
        </pc:spChg>
      </pc:sldChg>
      <pc:sldChg chg="add del">
        <pc:chgData name="Phipps, Michael" userId="22b19e64-ae93-4d74-aed7-bbb364ca0772" providerId="ADAL" clId="{BC804871-180E-46FE-863F-14380C5ECD45}" dt="2021-11-25T18:13:11.271" v="4781"/>
        <pc:sldMkLst>
          <pc:docMk/>
          <pc:sldMk cId="3035010174" sldId="357"/>
        </pc:sldMkLst>
      </pc:sldChg>
      <pc:sldChg chg="modSp new mod">
        <pc:chgData name="Phipps, Michael" userId="22b19e64-ae93-4d74-aed7-bbb364ca0772" providerId="ADAL" clId="{BC804871-180E-46FE-863F-14380C5ECD45}" dt="2021-11-25T18:32:59.822" v="6149" actId="13926"/>
        <pc:sldMkLst>
          <pc:docMk/>
          <pc:sldMk cId="2360501620" sldId="358"/>
        </pc:sldMkLst>
        <pc:spChg chg="mod">
          <ac:chgData name="Phipps, Michael" userId="22b19e64-ae93-4d74-aed7-bbb364ca0772" providerId="ADAL" clId="{BC804871-180E-46FE-863F-14380C5ECD45}" dt="2021-11-25T18:20:45.540" v="5497" actId="20577"/>
          <ac:spMkLst>
            <pc:docMk/>
            <pc:sldMk cId="2360501620" sldId="358"/>
            <ac:spMk id="2" creationId="{0DBB02AB-4B09-4BD4-9DFA-099921C18F02}"/>
          </ac:spMkLst>
        </pc:spChg>
        <pc:spChg chg="mod">
          <ac:chgData name="Phipps, Michael" userId="22b19e64-ae93-4d74-aed7-bbb364ca0772" providerId="ADAL" clId="{BC804871-180E-46FE-863F-14380C5ECD45}" dt="2021-11-25T18:32:59.822" v="6149" actId="13926"/>
          <ac:spMkLst>
            <pc:docMk/>
            <pc:sldMk cId="2360501620" sldId="358"/>
            <ac:spMk id="3" creationId="{42CD2C64-FC95-43BE-869F-0CA4CAA8ECAF}"/>
          </ac:spMkLst>
        </pc:spChg>
      </pc:sldChg>
      <pc:sldChg chg="addSp delSp modSp new mod modClrScheme chgLayout">
        <pc:chgData name="Phipps, Michael" userId="22b19e64-ae93-4d74-aed7-bbb364ca0772" providerId="ADAL" clId="{BC804871-180E-46FE-863F-14380C5ECD45}" dt="2021-11-25T18:33:43.657" v="6191" actId="20577"/>
        <pc:sldMkLst>
          <pc:docMk/>
          <pc:sldMk cId="662096848" sldId="359"/>
        </pc:sldMkLst>
        <pc:spChg chg="del mod ord">
          <ac:chgData name="Phipps, Michael" userId="22b19e64-ae93-4d74-aed7-bbb364ca0772" providerId="ADAL" clId="{BC804871-180E-46FE-863F-14380C5ECD45}" dt="2021-11-25T18:33:31.730" v="6161" actId="700"/>
          <ac:spMkLst>
            <pc:docMk/>
            <pc:sldMk cId="662096848" sldId="359"/>
            <ac:spMk id="2" creationId="{146279E0-DECC-415B-BCE7-9B02A5DDC98C}"/>
          </ac:spMkLst>
        </pc:spChg>
        <pc:spChg chg="del mod ord">
          <ac:chgData name="Phipps, Michael" userId="22b19e64-ae93-4d74-aed7-bbb364ca0772" providerId="ADAL" clId="{BC804871-180E-46FE-863F-14380C5ECD45}" dt="2021-11-25T18:33:31.730" v="6161" actId="700"/>
          <ac:spMkLst>
            <pc:docMk/>
            <pc:sldMk cId="662096848" sldId="359"/>
            <ac:spMk id="3" creationId="{2AB81402-88D5-48F1-AA02-3758541AC389}"/>
          </ac:spMkLst>
        </pc:spChg>
        <pc:spChg chg="add mod ord">
          <ac:chgData name="Phipps, Michael" userId="22b19e64-ae93-4d74-aed7-bbb364ca0772" providerId="ADAL" clId="{BC804871-180E-46FE-863F-14380C5ECD45}" dt="2021-11-25T18:33:36.859" v="6182" actId="20577"/>
          <ac:spMkLst>
            <pc:docMk/>
            <pc:sldMk cId="662096848" sldId="359"/>
            <ac:spMk id="4" creationId="{D8F65F43-7991-4882-8D73-8A464CCDA594}"/>
          </ac:spMkLst>
        </pc:spChg>
        <pc:spChg chg="add mod ord">
          <ac:chgData name="Phipps, Michael" userId="22b19e64-ae93-4d74-aed7-bbb364ca0772" providerId="ADAL" clId="{BC804871-180E-46FE-863F-14380C5ECD45}" dt="2021-11-25T18:33:43.657" v="6191" actId="20577"/>
          <ac:spMkLst>
            <pc:docMk/>
            <pc:sldMk cId="662096848" sldId="359"/>
            <ac:spMk id="5" creationId="{3BBE469A-7FA5-4E06-9CD9-9718FC5529ED}"/>
          </ac:spMkLst>
        </pc:spChg>
      </pc:sldChg>
      <pc:sldChg chg="modSp new mod">
        <pc:chgData name="Phipps, Michael" userId="22b19e64-ae93-4d74-aed7-bbb364ca0772" providerId="ADAL" clId="{BC804871-180E-46FE-863F-14380C5ECD45}" dt="2021-11-25T18:45:51.811" v="6459" actId="20577"/>
        <pc:sldMkLst>
          <pc:docMk/>
          <pc:sldMk cId="2854422205" sldId="360"/>
        </pc:sldMkLst>
        <pc:spChg chg="mod">
          <ac:chgData name="Phipps, Michael" userId="22b19e64-ae93-4d74-aed7-bbb364ca0772" providerId="ADAL" clId="{BC804871-180E-46FE-863F-14380C5ECD45}" dt="2021-11-25T18:44:26.578" v="6208" actId="20577"/>
          <ac:spMkLst>
            <pc:docMk/>
            <pc:sldMk cId="2854422205" sldId="360"/>
            <ac:spMk id="2" creationId="{0818B816-10BA-442E-BD02-03115B75CF77}"/>
          </ac:spMkLst>
        </pc:spChg>
        <pc:spChg chg="mod">
          <ac:chgData name="Phipps, Michael" userId="22b19e64-ae93-4d74-aed7-bbb364ca0772" providerId="ADAL" clId="{BC804871-180E-46FE-863F-14380C5ECD45}" dt="2021-11-25T18:45:51.811" v="6459" actId="20577"/>
          <ac:spMkLst>
            <pc:docMk/>
            <pc:sldMk cId="2854422205" sldId="360"/>
            <ac:spMk id="3" creationId="{9F2FC2F4-1656-4063-BFB0-1255222D9E45}"/>
          </ac:spMkLst>
        </pc:spChg>
      </pc:sldChg>
      <pc:sldChg chg="modSp new mod">
        <pc:chgData name="Phipps, Michael" userId="22b19e64-ae93-4d74-aed7-bbb364ca0772" providerId="ADAL" clId="{BC804871-180E-46FE-863F-14380C5ECD45}" dt="2021-11-25T18:58:17.463" v="7294" actId="6549"/>
        <pc:sldMkLst>
          <pc:docMk/>
          <pc:sldMk cId="2672619385" sldId="361"/>
        </pc:sldMkLst>
        <pc:spChg chg="mod">
          <ac:chgData name="Phipps, Michael" userId="22b19e64-ae93-4d74-aed7-bbb364ca0772" providerId="ADAL" clId="{BC804871-180E-46FE-863F-14380C5ECD45}" dt="2021-11-25T18:56:43.023" v="6915" actId="20577"/>
          <ac:spMkLst>
            <pc:docMk/>
            <pc:sldMk cId="2672619385" sldId="361"/>
            <ac:spMk id="2" creationId="{92CBFD67-445B-468D-A9BB-5342AF1FD108}"/>
          </ac:spMkLst>
        </pc:spChg>
        <pc:spChg chg="mod">
          <ac:chgData name="Phipps, Michael" userId="22b19e64-ae93-4d74-aed7-bbb364ca0772" providerId="ADAL" clId="{BC804871-180E-46FE-863F-14380C5ECD45}" dt="2021-11-25T18:58:17.463" v="7294" actId="6549"/>
          <ac:spMkLst>
            <pc:docMk/>
            <pc:sldMk cId="2672619385" sldId="361"/>
            <ac:spMk id="3" creationId="{67E136B9-4CE4-4977-8494-43B98DE1BC20}"/>
          </ac:spMkLst>
        </pc:spChg>
      </pc:sldChg>
      <pc:sldChg chg="modSp new mod">
        <pc:chgData name="Phipps, Michael" userId="22b19e64-ae93-4d74-aed7-bbb364ca0772" providerId="ADAL" clId="{BC804871-180E-46FE-863F-14380C5ECD45}" dt="2021-11-25T19:00:29.556" v="7733" actId="20577"/>
        <pc:sldMkLst>
          <pc:docMk/>
          <pc:sldMk cId="1282817832" sldId="362"/>
        </pc:sldMkLst>
        <pc:spChg chg="mod">
          <ac:chgData name="Phipps, Michael" userId="22b19e64-ae93-4d74-aed7-bbb364ca0772" providerId="ADAL" clId="{BC804871-180E-46FE-863F-14380C5ECD45}" dt="2021-11-25T18:58:46.218" v="7331" actId="20577"/>
          <ac:spMkLst>
            <pc:docMk/>
            <pc:sldMk cId="1282817832" sldId="362"/>
            <ac:spMk id="2" creationId="{98CB10E6-C41F-4568-B056-2AF992AD6901}"/>
          </ac:spMkLst>
        </pc:spChg>
        <pc:spChg chg="mod">
          <ac:chgData name="Phipps, Michael" userId="22b19e64-ae93-4d74-aed7-bbb364ca0772" providerId="ADAL" clId="{BC804871-180E-46FE-863F-14380C5ECD45}" dt="2021-11-25T19:00:29.556" v="7733" actId="20577"/>
          <ac:spMkLst>
            <pc:docMk/>
            <pc:sldMk cId="1282817832" sldId="362"/>
            <ac:spMk id="3" creationId="{DF643B78-318F-4624-AE3C-6E39373B9075}"/>
          </ac:spMkLst>
        </pc:spChg>
      </pc:sldChg>
      <pc:sldChg chg="modSp new mod">
        <pc:chgData name="Phipps, Michael" userId="22b19e64-ae93-4d74-aed7-bbb364ca0772" providerId="ADAL" clId="{BC804871-180E-46FE-863F-14380C5ECD45}" dt="2021-11-25T19:02:38.857" v="8149" actId="20577"/>
        <pc:sldMkLst>
          <pc:docMk/>
          <pc:sldMk cId="1262865485" sldId="363"/>
        </pc:sldMkLst>
        <pc:spChg chg="mod">
          <ac:chgData name="Phipps, Michael" userId="22b19e64-ae93-4d74-aed7-bbb364ca0772" providerId="ADAL" clId="{BC804871-180E-46FE-863F-14380C5ECD45}" dt="2021-11-25T19:00:53.916" v="7766" actId="20577"/>
          <ac:spMkLst>
            <pc:docMk/>
            <pc:sldMk cId="1262865485" sldId="363"/>
            <ac:spMk id="2" creationId="{2C843214-1A32-4D6D-BECF-E85D926C8C9C}"/>
          </ac:spMkLst>
        </pc:spChg>
        <pc:spChg chg="mod">
          <ac:chgData name="Phipps, Michael" userId="22b19e64-ae93-4d74-aed7-bbb364ca0772" providerId="ADAL" clId="{BC804871-180E-46FE-863F-14380C5ECD45}" dt="2021-11-25T19:02:38.857" v="8149" actId="20577"/>
          <ac:spMkLst>
            <pc:docMk/>
            <pc:sldMk cId="1262865485" sldId="363"/>
            <ac:spMk id="3" creationId="{4E715D58-CFD5-4D08-9E74-2571466D1D5A}"/>
          </ac:spMkLst>
        </pc:spChg>
      </pc:sldChg>
      <pc:sldChg chg="addSp modSp new mod">
        <pc:chgData name="Phipps, Michael" userId="22b19e64-ae93-4d74-aed7-bbb364ca0772" providerId="ADAL" clId="{BC804871-180E-46FE-863F-14380C5ECD45}" dt="2021-11-25T20:07:05.387" v="10312" actId="20577"/>
        <pc:sldMkLst>
          <pc:docMk/>
          <pc:sldMk cId="1613239705" sldId="364"/>
        </pc:sldMkLst>
        <pc:spChg chg="mod">
          <ac:chgData name="Phipps, Michael" userId="22b19e64-ae93-4d74-aed7-bbb364ca0772" providerId="ADAL" clId="{BC804871-180E-46FE-863F-14380C5ECD45}" dt="2021-11-25T19:06:00.235" v="8177" actId="20577"/>
          <ac:spMkLst>
            <pc:docMk/>
            <pc:sldMk cId="1613239705" sldId="364"/>
            <ac:spMk id="2" creationId="{77694B1B-0848-493A-9E0A-0542E9D6474D}"/>
          </ac:spMkLst>
        </pc:spChg>
        <pc:spChg chg="mod">
          <ac:chgData name="Phipps, Michael" userId="22b19e64-ae93-4d74-aed7-bbb364ca0772" providerId="ADAL" clId="{BC804871-180E-46FE-863F-14380C5ECD45}" dt="2021-11-25T20:07:05.387" v="10312" actId="20577"/>
          <ac:spMkLst>
            <pc:docMk/>
            <pc:sldMk cId="1613239705" sldId="364"/>
            <ac:spMk id="3" creationId="{EFD0827C-C0C9-4155-B9E2-4FCEF8DBB229}"/>
          </ac:spMkLst>
        </pc:spChg>
        <pc:spChg chg="add mod">
          <ac:chgData name="Phipps, Michael" userId="22b19e64-ae93-4d74-aed7-bbb364ca0772" providerId="ADAL" clId="{BC804871-180E-46FE-863F-14380C5ECD45}" dt="2021-11-25T19:14:06.344" v="8528" actId="14100"/>
          <ac:spMkLst>
            <pc:docMk/>
            <pc:sldMk cId="1613239705" sldId="364"/>
            <ac:spMk id="4" creationId="{7FAAF3D1-795C-4E83-BE67-605D619C68A8}"/>
          </ac:spMkLst>
        </pc:spChg>
        <pc:spChg chg="add mod">
          <ac:chgData name="Phipps, Michael" userId="22b19e64-ae93-4d74-aed7-bbb364ca0772" providerId="ADAL" clId="{BC804871-180E-46FE-863F-14380C5ECD45}" dt="2021-11-25T19:14:40.919" v="8586" actId="14100"/>
          <ac:spMkLst>
            <pc:docMk/>
            <pc:sldMk cId="1613239705" sldId="364"/>
            <ac:spMk id="5" creationId="{0BFA3FF5-F05F-49C2-97B4-90D4D7714749}"/>
          </ac:spMkLst>
        </pc:spChg>
      </pc:sldChg>
      <pc:sldChg chg="addSp modSp new mod">
        <pc:chgData name="Phipps, Michael" userId="22b19e64-ae93-4d74-aed7-bbb364ca0772" providerId="ADAL" clId="{BC804871-180E-46FE-863F-14380C5ECD45}" dt="2021-11-25T19:41:33.630" v="8885" actId="14100"/>
        <pc:sldMkLst>
          <pc:docMk/>
          <pc:sldMk cId="1796741339" sldId="365"/>
        </pc:sldMkLst>
        <pc:spChg chg="mod">
          <ac:chgData name="Phipps, Michael" userId="22b19e64-ae93-4d74-aed7-bbb364ca0772" providerId="ADAL" clId="{BC804871-180E-46FE-863F-14380C5ECD45}" dt="2021-11-25T19:41:28.582" v="8884" actId="20577"/>
          <ac:spMkLst>
            <pc:docMk/>
            <pc:sldMk cId="1796741339" sldId="365"/>
            <ac:spMk id="2" creationId="{59470110-DAB3-4A84-BBC5-0387DD8C7C33}"/>
          </ac:spMkLst>
        </pc:spChg>
        <pc:spChg chg="mod">
          <ac:chgData name="Phipps, Michael" userId="22b19e64-ae93-4d74-aed7-bbb364ca0772" providerId="ADAL" clId="{BC804871-180E-46FE-863F-14380C5ECD45}" dt="2021-11-25T19:41:25.671" v="8883" actId="1076"/>
          <ac:spMkLst>
            <pc:docMk/>
            <pc:sldMk cId="1796741339" sldId="365"/>
            <ac:spMk id="3" creationId="{BBE84792-DD4D-4662-A25D-B41B770309DD}"/>
          </ac:spMkLst>
        </pc:spChg>
        <pc:picChg chg="add mod">
          <ac:chgData name="Phipps, Michael" userId="22b19e64-ae93-4d74-aed7-bbb364ca0772" providerId="ADAL" clId="{BC804871-180E-46FE-863F-14380C5ECD45}" dt="2021-11-25T19:41:33.630" v="8885" actId="14100"/>
          <ac:picMkLst>
            <pc:docMk/>
            <pc:sldMk cId="1796741339" sldId="365"/>
            <ac:picMk id="5" creationId="{CD4DFC08-BB7E-481E-994F-A7C2DEE796B8}"/>
          </ac:picMkLst>
        </pc:picChg>
      </pc:sldChg>
      <pc:sldChg chg="modSp new mod">
        <pc:chgData name="Phipps, Michael" userId="22b19e64-ae93-4d74-aed7-bbb364ca0772" providerId="ADAL" clId="{BC804871-180E-46FE-863F-14380C5ECD45}" dt="2021-11-25T19:45:52.314" v="9414" actId="20577"/>
        <pc:sldMkLst>
          <pc:docMk/>
          <pc:sldMk cId="4098459986" sldId="366"/>
        </pc:sldMkLst>
        <pc:spChg chg="mod">
          <ac:chgData name="Phipps, Michael" userId="22b19e64-ae93-4d74-aed7-bbb364ca0772" providerId="ADAL" clId="{BC804871-180E-46FE-863F-14380C5ECD45}" dt="2021-11-25T19:43:17.431" v="8893" actId="20577"/>
          <ac:spMkLst>
            <pc:docMk/>
            <pc:sldMk cId="4098459986" sldId="366"/>
            <ac:spMk id="2" creationId="{57D8B39D-1557-4E1F-BC51-BB92D9DD91D8}"/>
          </ac:spMkLst>
        </pc:spChg>
        <pc:spChg chg="mod">
          <ac:chgData name="Phipps, Michael" userId="22b19e64-ae93-4d74-aed7-bbb364ca0772" providerId="ADAL" clId="{BC804871-180E-46FE-863F-14380C5ECD45}" dt="2021-11-25T19:45:52.314" v="9414" actId="20577"/>
          <ac:spMkLst>
            <pc:docMk/>
            <pc:sldMk cId="4098459986" sldId="366"/>
            <ac:spMk id="3" creationId="{D1543546-D462-4EE3-B16B-0FF196B4901F}"/>
          </ac:spMkLst>
        </pc:spChg>
      </pc:sldChg>
      <pc:sldChg chg="addSp delSp modSp new mod">
        <pc:chgData name="Phipps, Michael" userId="22b19e64-ae93-4d74-aed7-bbb364ca0772" providerId="ADAL" clId="{BC804871-180E-46FE-863F-14380C5ECD45}" dt="2021-11-25T20:07:17.533" v="10318" actId="20577"/>
        <pc:sldMkLst>
          <pc:docMk/>
          <pc:sldMk cId="246977413" sldId="367"/>
        </pc:sldMkLst>
        <pc:spChg chg="mod">
          <ac:chgData name="Phipps, Michael" userId="22b19e64-ae93-4d74-aed7-bbb364ca0772" providerId="ADAL" clId="{BC804871-180E-46FE-863F-14380C5ECD45}" dt="2021-11-25T19:48:34.615" v="9437" actId="20577"/>
          <ac:spMkLst>
            <pc:docMk/>
            <pc:sldMk cId="246977413" sldId="367"/>
            <ac:spMk id="2" creationId="{F1066819-A4E1-4A4C-8672-D9B0A292B61C}"/>
          </ac:spMkLst>
        </pc:spChg>
        <pc:spChg chg="add del mod">
          <ac:chgData name="Phipps, Michael" userId="22b19e64-ae93-4d74-aed7-bbb364ca0772" providerId="ADAL" clId="{BC804871-180E-46FE-863F-14380C5ECD45}" dt="2021-11-25T20:07:17.533" v="10318" actId="20577"/>
          <ac:spMkLst>
            <pc:docMk/>
            <pc:sldMk cId="246977413" sldId="367"/>
            <ac:spMk id="3" creationId="{2D1EE5DF-CB3B-487D-A8D3-E58FE9662206}"/>
          </ac:spMkLst>
        </pc:spChg>
        <pc:spChg chg="add del mod">
          <ac:chgData name="Phipps, Michael" userId="22b19e64-ae93-4d74-aed7-bbb364ca0772" providerId="ADAL" clId="{BC804871-180E-46FE-863F-14380C5ECD45}" dt="2021-11-25T19:48:51.269" v="9440"/>
          <ac:spMkLst>
            <pc:docMk/>
            <pc:sldMk cId="246977413" sldId="367"/>
            <ac:spMk id="4" creationId="{01D9FC00-300D-4C57-B6E0-92CFD9497A61}"/>
          </ac:spMkLst>
        </pc:spChg>
        <pc:spChg chg="add del">
          <ac:chgData name="Phipps, Michael" userId="22b19e64-ae93-4d74-aed7-bbb364ca0772" providerId="ADAL" clId="{BC804871-180E-46FE-863F-14380C5ECD45}" dt="2021-11-25T19:49:36.544" v="9495"/>
          <ac:spMkLst>
            <pc:docMk/>
            <pc:sldMk cId="246977413" sldId="367"/>
            <ac:spMk id="5" creationId="{9FCC0623-C689-4254-8E94-C7F4333D0C97}"/>
          </ac:spMkLst>
        </pc:spChg>
      </pc:sldChg>
      <pc:sldChg chg="modSp new mod">
        <pc:chgData name="Phipps, Michael" userId="22b19e64-ae93-4d74-aed7-bbb364ca0772" providerId="ADAL" clId="{BC804871-180E-46FE-863F-14380C5ECD45}" dt="2021-11-25T19:57:05.278" v="10127" actId="20577"/>
        <pc:sldMkLst>
          <pc:docMk/>
          <pc:sldMk cId="1693972779" sldId="368"/>
        </pc:sldMkLst>
        <pc:spChg chg="mod">
          <ac:chgData name="Phipps, Michael" userId="22b19e64-ae93-4d74-aed7-bbb364ca0772" providerId="ADAL" clId="{BC804871-180E-46FE-863F-14380C5ECD45}" dt="2021-11-25T19:55:11.906" v="9675" actId="20577"/>
          <ac:spMkLst>
            <pc:docMk/>
            <pc:sldMk cId="1693972779" sldId="368"/>
            <ac:spMk id="2" creationId="{CC53F6E1-2B8B-452B-83FB-5E1F97F0FB93}"/>
          </ac:spMkLst>
        </pc:spChg>
        <pc:spChg chg="mod">
          <ac:chgData name="Phipps, Michael" userId="22b19e64-ae93-4d74-aed7-bbb364ca0772" providerId="ADAL" clId="{BC804871-180E-46FE-863F-14380C5ECD45}" dt="2021-11-25T19:57:05.278" v="10127" actId="20577"/>
          <ac:spMkLst>
            <pc:docMk/>
            <pc:sldMk cId="1693972779" sldId="368"/>
            <ac:spMk id="3" creationId="{E4A79CC1-32AE-406C-88E1-C9953543903E}"/>
          </ac:spMkLst>
        </pc:spChg>
      </pc:sldChg>
      <pc:sldChg chg="addSp delSp modSp new del mod modClrScheme chgLayout">
        <pc:chgData name="Phipps, Michael" userId="22b19e64-ae93-4d74-aed7-bbb364ca0772" providerId="ADAL" clId="{BC804871-180E-46FE-863F-14380C5ECD45}" dt="2021-11-25T20:01:13.046" v="10190" actId="2696"/>
        <pc:sldMkLst>
          <pc:docMk/>
          <pc:sldMk cId="2087268256" sldId="369"/>
        </pc:sldMkLst>
        <pc:spChg chg="del mod ord">
          <ac:chgData name="Phipps, Michael" userId="22b19e64-ae93-4d74-aed7-bbb364ca0772" providerId="ADAL" clId="{BC804871-180E-46FE-863F-14380C5ECD45}" dt="2021-11-25T19:57:16.022" v="10129" actId="700"/>
          <ac:spMkLst>
            <pc:docMk/>
            <pc:sldMk cId="2087268256" sldId="369"/>
            <ac:spMk id="2" creationId="{79C16811-93C5-4A44-A497-F6E3B168D969}"/>
          </ac:spMkLst>
        </pc:spChg>
        <pc:spChg chg="del mod ord">
          <ac:chgData name="Phipps, Michael" userId="22b19e64-ae93-4d74-aed7-bbb364ca0772" providerId="ADAL" clId="{BC804871-180E-46FE-863F-14380C5ECD45}" dt="2021-11-25T19:57:16.022" v="10129" actId="700"/>
          <ac:spMkLst>
            <pc:docMk/>
            <pc:sldMk cId="2087268256" sldId="369"/>
            <ac:spMk id="3" creationId="{8FC0EB69-619C-4FA5-A23E-57A49D5C4E83}"/>
          </ac:spMkLst>
        </pc:spChg>
        <pc:spChg chg="add del mod ord">
          <ac:chgData name="Phipps, Michael" userId="22b19e64-ae93-4d74-aed7-bbb364ca0772" providerId="ADAL" clId="{BC804871-180E-46FE-863F-14380C5ECD45}" dt="2021-11-25T19:57:18.580" v="10130" actId="478"/>
          <ac:spMkLst>
            <pc:docMk/>
            <pc:sldMk cId="2087268256" sldId="369"/>
            <ac:spMk id="4" creationId="{395CF61B-64AA-4AD6-B1F7-040D152C8EA1}"/>
          </ac:spMkLst>
        </pc:spChg>
        <pc:spChg chg="add del mod ord">
          <ac:chgData name="Phipps, Michael" userId="22b19e64-ae93-4d74-aed7-bbb364ca0772" providerId="ADAL" clId="{BC804871-180E-46FE-863F-14380C5ECD45}" dt="2021-11-25T20:01:08.680" v="10189" actId="2711"/>
          <ac:spMkLst>
            <pc:docMk/>
            <pc:sldMk cId="2087268256" sldId="369"/>
            <ac:spMk id="5" creationId="{4AC194C7-3455-4015-8198-F3302517F176}"/>
          </ac:spMkLst>
        </pc:spChg>
        <pc:spChg chg="add mod ord">
          <ac:chgData name="Phipps, Michael" userId="22b19e64-ae93-4d74-aed7-bbb364ca0772" providerId="ADAL" clId="{BC804871-180E-46FE-863F-14380C5ECD45}" dt="2021-11-25T20:01:05.581" v="10178" actId="2711"/>
          <ac:spMkLst>
            <pc:docMk/>
            <pc:sldMk cId="2087268256" sldId="369"/>
            <ac:spMk id="6" creationId="{96A22479-269C-4A0E-B904-0313CEE6C75E}"/>
          </ac:spMkLst>
        </pc:spChg>
        <pc:spChg chg="add del mod">
          <ac:chgData name="Phipps, Michael" userId="22b19e64-ae93-4d74-aed7-bbb364ca0772" providerId="ADAL" clId="{BC804871-180E-46FE-863F-14380C5ECD45}" dt="2021-11-25T19:57:44.928" v="10137"/>
          <ac:spMkLst>
            <pc:docMk/>
            <pc:sldMk cId="2087268256" sldId="369"/>
            <ac:spMk id="7" creationId="{D28C2508-8171-49EC-A565-7B1B17ABA329}"/>
          </ac:spMkLst>
        </pc:spChg>
      </pc:sldChg>
      <pc:sldChg chg="addSp delSp modSp new mod">
        <pc:chgData name="Phipps, Michael" userId="22b19e64-ae93-4d74-aed7-bbb364ca0772" providerId="ADAL" clId="{BC804871-180E-46FE-863F-14380C5ECD45}" dt="2021-11-25T20:03:01.761" v="10285" actId="20577"/>
        <pc:sldMkLst>
          <pc:docMk/>
          <pc:sldMk cId="3653417456" sldId="369"/>
        </pc:sldMkLst>
        <pc:spChg chg="mod">
          <ac:chgData name="Phipps, Michael" userId="22b19e64-ae93-4d74-aed7-bbb364ca0772" providerId="ADAL" clId="{BC804871-180E-46FE-863F-14380C5ECD45}" dt="2021-11-25T20:01:29.708" v="10230" actId="20577"/>
          <ac:spMkLst>
            <pc:docMk/>
            <pc:sldMk cId="3653417456" sldId="369"/>
            <ac:spMk id="2" creationId="{3D1E6F35-F7D9-4C4E-916B-29C688C7D507}"/>
          </ac:spMkLst>
        </pc:spChg>
        <pc:spChg chg="add del mod">
          <ac:chgData name="Phipps, Michael" userId="22b19e64-ae93-4d74-aed7-bbb364ca0772" providerId="ADAL" clId="{BC804871-180E-46FE-863F-14380C5ECD45}" dt="2021-11-25T20:03:01.761" v="10285" actId="20577"/>
          <ac:spMkLst>
            <pc:docMk/>
            <pc:sldMk cId="3653417456" sldId="369"/>
            <ac:spMk id="3" creationId="{3C0C7593-EF35-465E-A287-19FAFE6066C0}"/>
          </ac:spMkLst>
        </pc:spChg>
        <pc:spChg chg="add del mod">
          <ac:chgData name="Phipps, Michael" userId="22b19e64-ae93-4d74-aed7-bbb364ca0772" providerId="ADAL" clId="{BC804871-180E-46FE-863F-14380C5ECD45}" dt="2021-11-25T20:01:37.797" v="10233"/>
          <ac:spMkLst>
            <pc:docMk/>
            <pc:sldMk cId="3653417456" sldId="369"/>
            <ac:spMk id="4" creationId="{14CE5167-6554-4D22-8D67-58DC57C33195}"/>
          </ac:spMkLst>
        </pc:spChg>
      </pc:sldChg>
      <pc:sldChg chg="modSp new mod">
        <pc:chgData name="Phipps, Michael" userId="22b19e64-ae93-4d74-aed7-bbb364ca0772" providerId="ADAL" clId="{BC804871-180E-46FE-863F-14380C5ECD45}" dt="2021-11-25T20:09:23.977" v="10391" actId="13926"/>
        <pc:sldMkLst>
          <pc:docMk/>
          <pc:sldMk cId="670587711" sldId="370"/>
        </pc:sldMkLst>
        <pc:spChg chg="mod">
          <ac:chgData name="Phipps, Michael" userId="22b19e64-ae93-4d74-aed7-bbb364ca0772" providerId="ADAL" clId="{BC804871-180E-46FE-863F-14380C5ECD45}" dt="2021-11-25T20:09:23.977" v="10391" actId="13926"/>
          <ac:spMkLst>
            <pc:docMk/>
            <pc:sldMk cId="670587711" sldId="370"/>
            <ac:spMk id="2" creationId="{4ECD388A-AD49-4E5B-B498-688225D4DBF4}"/>
          </ac:spMkLst>
        </pc:spChg>
        <pc:spChg chg="mod">
          <ac:chgData name="Phipps, Michael" userId="22b19e64-ae93-4d74-aed7-bbb364ca0772" providerId="ADAL" clId="{BC804871-180E-46FE-863F-14380C5ECD45}" dt="2021-11-25T20:09:18.386" v="10390" actId="20577"/>
          <ac:spMkLst>
            <pc:docMk/>
            <pc:sldMk cId="670587711" sldId="370"/>
            <ac:spMk id="3" creationId="{2EBF4504-D327-4045-A30D-3D1000BCD7AC}"/>
          </ac:spMkLst>
        </pc:spChg>
      </pc:sldChg>
      <pc:sldChg chg="addSp delSp modSp add mod">
        <pc:chgData name="Phipps, Michael" userId="22b19e64-ae93-4d74-aed7-bbb364ca0772" providerId="ADAL" clId="{BC804871-180E-46FE-863F-14380C5ECD45}" dt="2021-11-25T20:09:52.993" v="10399" actId="20577"/>
        <pc:sldMkLst>
          <pc:docMk/>
          <pc:sldMk cId="696175035" sldId="371"/>
        </pc:sldMkLst>
        <pc:spChg chg="mod">
          <ac:chgData name="Phipps, Michael" userId="22b19e64-ae93-4d74-aed7-bbb364ca0772" providerId="ADAL" clId="{BC804871-180E-46FE-863F-14380C5ECD45}" dt="2021-11-25T20:09:36.024" v="10394" actId="13926"/>
          <ac:spMkLst>
            <pc:docMk/>
            <pc:sldMk cId="696175035" sldId="371"/>
            <ac:spMk id="2" creationId="{4ECD388A-AD49-4E5B-B498-688225D4DBF4}"/>
          </ac:spMkLst>
        </pc:spChg>
        <pc:spChg chg="mod">
          <ac:chgData name="Phipps, Michael" userId="22b19e64-ae93-4d74-aed7-bbb364ca0772" providerId="ADAL" clId="{BC804871-180E-46FE-863F-14380C5ECD45}" dt="2021-11-25T20:09:52.993" v="10399" actId="20577"/>
          <ac:spMkLst>
            <pc:docMk/>
            <pc:sldMk cId="696175035" sldId="371"/>
            <ac:spMk id="3" creationId="{2EBF4504-D327-4045-A30D-3D1000BCD7AC}"/>
          </ac:spMkLst>
        </pc:spChg>
        <pc:spChg chg="add del">
          <ac:chgData name="Phipps, Michael" userId="22b19e64-ae93-4d74-aed7-bbb364ca0772" providerId="ADAL" clId="{BC804871-180E-46FE-863F-14380C5ECD45}" dt="2021-11-25T20:09:45.153" v="10396"/>
          <ac:spMkLst>
            <pc:docMk/>
            <pc:sldMk cId="696175035" sldId="371"/>
            <ac:spMk id="4" creationId="{A21CDF57-3017-4A71-BD8F-6359BC67A30F}"/>
          </ac:spMkLst>
        </pc:spChg>
      </pc:sldChg>
      <pc:sldChg chg="modSp add mod">
        <pc:chgData name="Phipps, Michael" userId="22b19e64-ae93-4d74-aed7-bbb364ca0772" providerId="ADAL" clId="{BC804871-180E-46FE-863F-14380C5ECD45}" dt="2021-11-25T20:10:37.060" v="10409" actId="20577"/>
        <pc:sldMkLst>
          <pc:docMk/>
          <pc:sldMk cId="1530573317" sldId="372"/>
        </pc:sldMkLst>
        <pc:spChg chg="mod">
          <ac:chgData name="Phipps, Michael" userId="22b19e64-ae93-4d74-aed7-bbb364ca0772" providerId="ADAL" clId="{BC804871-180E-46FE-863F-14380C5ECD45}" dt="2021-11-25T20:10:09.021" v="10402" actId="13926"/>
          <ac:spMkLst>
            <pc:docMk/>
            <pc:sldMk cId="1530573317" sldId="372"/>
            <ac:spMk id="2" creationId="{4ECD388A-AD49-4E5B-B498-688225D4DBF4}"/>
          </ac:spMkLst>
        </pc:spChg>
        <pc:spChg chg="mod">
          <ac:chgData name="Phipps, Michael" userId="22b19e64-ae93-4d74-aed7-bbb364ca0772" providerId="ADAL" clId="{BC804871-180E-46FE-863F-14380C5ECD45}" dt="2021-11-25T20:10:37.060" v="10409" actId="20577"/>
          <ac:spMkLst>
            <pc:docMk/>
            <pc:sldMk cId="1530573317" sldId="372"/>
            <ac:spMk id="3" creationId="{2EBF4504-D327-4045-A30D-3D1000BCD7AC}"/>
          </ac:spMkLst>
        </pc:spChg>
      </pc:sldChg>
      <pc:sldChg chg="addSp delSp modSp new mod">
        <pc:chgData name="Phipps, Michael" userId="22b19e64-ae93-4d74-aed7-bbb364ca0772" providerId="ADAL" clId="{BC804871-180E-46FE-863F-14380C5ECD45}" dt="2021-11-25T20:14:34.204" v="10823" actId="14100"/>
        <pc:sldMkLst>
          <pc:docMk/>
          <pc:sldMk cId="775447893" sldId="373"/>
        </pc:sldMkLst>
        <pc:spChg chg="mod">
          <ac:chgData name="Phipps, Michael" userId="22b19e64-ae93-4d74-aed7-bbb364ca0772" providerId="ADAL" clId="{BC804871-180E-46FE-863F-14380C5ECD45}" dt="2021-11-25T20:10:58.820" v="10418" actId="20577"/>
          <ac:spMkLst>
            <pc:docMk/>
            <pc:sldMk cId="775447893" sldId="373"/>
            <ac:spMk id="2" creationId="{81B80112-BC71-43F1-8D24-D6CFD9D3780A}"/>
          </ac:spMkLst>
        </pc:spChg>
        <pc:spChg chg="del mod">
          <ac:chgData name="Phipps, Michael" userId="22b19e64-ae93-4d74-aed7-bbb364ca0772" providerId="ADAL" clId="{BC804871-180E-46FE-863F-14380C5ECD45}" dt="2021-11-25T20:11:58.354" v="10550" actId="478"/>
          <ac:spMkLst>
            <pc:docMk/>
            <pc:sldMk cId="775447893" sldId="373"/>
            <ac:spMk id="3" creationId="{A023C6B1-F9C3-4B0A-A4F0-2E4D6B960D32}"/>
          </ac:spMkLst>
        </pc:spChg>
        <pc:spChg chg="add del">
          <ac:chgData name="Phipps, Michael" userId="22b19e64-ae93-4d74-aed7-bbb364ca0772" providerId="ADAL" clId="{BC804871-180E-46FE-863F-14380C5ECD45}" dt="2021-11-25T20:11:18.423" v="10449"/>
          <ac:spMkLst>
            <pc:docMk/>
            <pc:sldMk cId="775447893" sldId="373"/>
            <ac:spMk id="4" creationId="{124B352D-3345-410E-AD06-A6D12FA1C557}"/>
          </ac:spMkLst>
        </pc:spChg>
        <pc:spChg chg="add del mod">
          <ac:chgData name="Phipps, Michael" userId="22b19e64-ae93-4d74-aed7-bbb364ca0772" providerId="ADAL" clId="{BC804871-180E-46FE-863F-14380C5ECD45}" dt="2021-11-25T20:12:08.441" v="10551" actId="3680"/>
          <ac:spMkLst>
            <pc:docMk/>
            <pc:sldMk cId="775447893" sldId="373"/>
            <ac:spMk id="6" creationId="{78CB8019-0124-4ECF-A0D2-BA221782BFA8}"/>
          </ac:spMkLst>
        </pc:spChg>
        <pc:spChg chg="add mod">
          <ac:chgData name="Phipps, Michael" userId="22b19e64-ae93-4d74-aed7-bbb364ca0772" providerId="ADAL" clId="{BC804871-180E-46FE-863F-14380C5ECD45}" dt="2021-11-25T20:14:34.204" v="10823" actId="14100"/>
          <ac:spMkLst>
            <pc:docMk/>
            <pc:sldMk cId="775447893" sldId="373"/>
            <ac:spMk id="8" creationId="{55ED52E9-DF14-4525-8494-4F01154EE46A}"/>
          </ac:spMkLst>
        </pc:spChg>
        <pc:graphicFrameChg chg="add mod ord modGraphic">
          <ac:chgData name="Phipps, Michael" userId="22b19e64-ae93-4d74-aed7-bbb364ca0772" providerId="ADAL" clId="{BC804871-180E-46FE-863F-14380C5ECD45}" dt="2021-11-25T20:13:33.456" v="10670" actId="12385"/>
          <ac:graphicFrameMkLst>
            <pc:docMk/>
            <pc:sldMk cId="775447893" sldId="373"/>
            <ac:graphicFrameMk id="7" creationId="{87C33701-2847-4C62-8CDA-06C9835D4FAE}"/>
          </ac:graphicFrameMkLst>
        </pc:graphicFrameChg>
      </pc:sldChg>
      <pc:sldChg chg="modSp new mod">
        <pc:chgData name="Phipps, Michael" userId="22b19e64-ae93-4d74-aed7-bbb364ca0772" providerId="ADAL" clId="{BC804871-180E-46FE-863F-14380C5ECD45}" dt="2021-11-25T20:23:08.064" v="11240" actId="20577"/>
        <pc:sldMkLst>
          <pc:docMk/>
          <pc:sldMk cId="1595664585" sldId="374"/>
        </pc:sldMkLst>
        <pc:spChg chg="mod">
          <ac:chgData name="Phipps, Michael" userId="22b19e64-ae93-4d74-aed7-bbb364ca0772" providerId="ADAL" clId="{BC804871-180E-46FE-863F-14380C5ECD45}" dt="2021-11-25T20:23:08.064" v="11240" actId="20577"/>
          <ac:spMkLst>
            <pc:docMk/>
            <pc:sldMk cId="1595664585" sldId="374"/>
            <ac:spMk id="2" creationId="{649B7BCD-2ACC-493C-B369-571B456AD1B0}"/>
          </ac:spMkLst>
        </pc:spChg>
        <pc:spChg chg="mod">
          <ac:chgData name="Phipps, Michael" userId="22b19e64-ae93-4d74-aed7-bbb364ca0772" providerId="ADAL" clId="{BC804871-180E-46FE-863F-14380C5ECD45}" dt="2021-11-25T20:20:16.060" v="11238" actId="20577"/>
          <ac:spMkLst>
            <pc:docMk/>
            <pc:sldMk cId="1595664585" sldId="374"/>
            <ac:spMk id="3" creationId="{178F3633-7B4F-4BEC-9167-18AFDA11E7D1}"/>
          </ac:spMkLst>
        </pc:spChg>
      </pc:sldChg>
      <pc:sldChg chg="modSp new mod">
        <pc:chgData name="Phipps, Michael" userId="22b19e64-ae93-4d74-aed7-bbb364ca0772" providerId="ADAL" clId="{BC804871-180E-46FE-863F-14380C5ECD45}" dt="2021-11-25T20:19:31.231" v="11063" actId="20577"/>
        <pc:sldMkLst>
          <pc:docMk/>
          <pc:sldMk cId="2458775842" sldId="375"/>
        </pc:sldMkLst>
        <pc:spChg chg="mod">
          <ac:chgData name="Phipps, Michael" userId="22b19e64-ae93-4d74-aed7-bbb364ca0772" providerId="ADAL" clId="{BC804871-180E-46FE-863F-14380C5ECD45}" dt="2021-11-25T20:18:39.932" v="10903" actId="5793"/>
          <ac:spMkLst>
            <pc:docMk/>
            <pc:sldMk cId="2458775842" sldId="375"/>
            <ac:spMk id="2" creationId="{78C9D0A2-1A24-4A52-8741-E47722073644}"/>
          </ac:spMkLst>
        </pc:spChg>
        <pc:spChg chg="mod">
          <ac:chgData name="Phipps, Michael" userId="22b19e64-ae93-4d74-aed7-bbb364ca0772" providerId="ADAL" clId="{BC804871-180E-46FE-863F-14380C5ECD45}" dt="2021-11-25T20:19:31.231" v="11063" actId="20577"/>
          <ac:spMkLst>
            <pc:docMk/>
            <pc:sldMk cId="2458775842" sldId="375"/>
            <ac:spMk id="3" creationId="{90C4744F-3519-464A-890A-01B7CF3476E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7FB39-94C9-481A-8FE2-4DEB1341FA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00AACEC-33EA-4C45-9A62-823C64429C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A7D3380-2FAC-48D9-92EF-79E1110B325D}"/>
              </a:ext>
            </a:extLst>
          </p:cNvPr>
          <p:cNvSpPr>
            <a:spLocks noGrp="1"/>
          </p:cNvSpPr>
          <p:nvPr>
            <p:ph type="dt" sz="half" idx="10"/>
          </p:nvPr>
        </p:nvSpPr>
        <p:spPr/>
        <p:txBody>
          <a:bodyPr/>
          <a:lstStyle/>
          <a:p>
            <a:fld id="{42C00741-5E74-46C8-A1BE-2D50D09432BC}" type="datetimeFigureOut">
              <a:rPr lang="en-US" smtClean="0"/>
              <a:t>11/24/2021</a:t>
            </a:fld>
            <a:endParaRPr lang="en-US"/>
          </a:p>
        </p:txBody>
      </p:sp>
      <p:sp>
        <p:nvSpPr>
          <p:cNvPr id="5" name="Footer Placeholder 4">
            <a:extLst>
              <a:ext uri="{FF2B5EF4-FFF2-40B4-BE49-F238E27FC236}">
                <a16:creationId xmlns:a16="http://schemas.microsoft.com/office/drawing/2014/main" id="{362A0598-27B9-4552-9A65-D3D5AF1F5D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831860-CE3D-4C8D-B203-44E2DA5AA4F5}"/>
              </a:ext>
            </a:extLst>
          </p:cNvPr>
          <p:cNvSpPr>
            <a:spLocks noGrp="1"/>
          </p:cNvSpPr>
          <p:nvPr>
            <p:ph type="sldNum" sz="quarter" idx="12"/>
          </p:nvPr>
        </p:nvSpPr>
        <p:spPr/>
        <p:txBody>
          <a:bodyPr/>
          <a:lstStyle/>
          <a:p>
            <a:fld id="{921891A7-0A38-42D3-8F0F-8C53178D8FB9}" type="slidenum">
              <a:rPr lang="en-US" smtClean="0"/>
              <a:t>‹#›</a:t>
            </a:fld>
            <a:endParaRPr lang="en-US"/>
          </a:p>
        </p:txBody>
      </p:sp>
    </p:spTree>
    <p:extLst>
      <p:ext uri="{BB962C8B-B14F-4D97-AF65-F5344CB8AC3E}">
        <p14:creationId xmlns:p14="http://schemas.microsoft.com/office/powerpoint/2010/main" val="1198973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3999A-A980-45E7-A021-91F8D20F74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911804-F50D-403A-8103-C678E82EDE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09C591-7AA7-4A9F-BAC1-55C95F359F6E}"/>
              </a:ext>
            </a:extLst>
          </p:cNvPr>
          <p:cNvSpPr>
            <a:spLocks noGrp="1"/>
          </p:cNvSpPr>
          <p:nvPr>
            <p:ph type="dt" sz="half" idx="10"/>
          </p:nvPr>
        </p:nvSpPr>
        <p:spPr/>
        <p:txBody>
          <a:bodyPr/>
          <a:lstStyle/>
          <a:p>
            <a:fld id="{42C00741-5E74-46C8-A1BE-2D50D09432BC}" type="datetimeFigureOut">
              <a:rPr lang="en-US" smtClean="0"/>
              <a:t>11/24/2021</a:t>
            </a:fld>
            <a:endParaRPr lang="en-US"/>
          </a:p>
        </p:txBody>
      </p:sp>
      <p:sp>
        <p:nvSpPr>
          <p:cNvPr id="5" name="Footer Placeholder 4">
            <a:extLst>
              <a:ext uri="{FF2B5EF4-FFF2-40B4-BE49-F238E27FC236}">
                <a16:creationId xmlns:a16="http://schemas.microsoft.com/office/drawing/2014/main" id="{FCF70623-0AB7-40F6-BB8E-A58AE0AC00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DD64D3-5442-4B51-BB96-2C3A64F037F9}"/>
              </a:ext>
            </a:extLst>
          </p:cNvPr>
          <p:cNvSpPr>
            <a:spLocks noGrp="1"/>
          </p:cNvSpPr>
          <p:nvPr>
            <p:ph type="sldNum" sz="quarter" idx="12"/>
          </p:nvPr>
        </p:nvSpPr>
        <p:spPr/>
        <p:txBody>
          <a:bodyPr/>
          <a:lstStyle/>
          <a:p>
            <a:fld id="{921891A7-0A38-42D3-8F0F-8C53178D8FB9}" type="slidenum">
              <a:rPr lang="en-US" smtClean="0"/>
              <a:t>‹#›</a:t>
            </a:fld>
            <a:endParaRPr lang="en-US"/>
          </a:p>
        </p:txBody>
      </p:sp>
    </p:spTree>
    <p:extLst>
      <p:ext uri="{BB962C8B-B14F-4D97-AF65-F5344CB8AC3E}">
        <p14:creationId xmlns:p14="http://schemas.microsoft.com/office/powerpoint/2010/main" val="3461911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D3255-888A-4937-823D-29F89C1519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70A7D0B-2495-4A38-BD2F-0DA4C48198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8CCDD00-A9A3-4C4B-8B0E-C4B94518C22B}"/>
              </a:ext>
            </a:extLst>
          </p:cNvPr>
          <p:cNvSpPr>
            <a:spLocks noGrp="1"/>
          </p:cNvSpPr>
          <p:nvPr>
            <p:ph type="dt" sz="half" idx="10"/>
          </p:nvPr>
        </p:nvSpPr>
        <p:spPr/>
        <p:txBody>
          <a:bodyPr/>
          <a:lstStyle/>
          <a:p>
            <a:fld id="{42C00741-5E74-46C8-A1BE-2D50D09432BC}" type="datetimeFigureOut">
              <a:rPr lang="en-US" smtClean="0"/>
              <a:t>11/24/2021</a:t>
            </a:fld>
            <a:endParaRPr lang="en-US"/>
          </a:p>
        </p:txBody>
      </p:sp>
      <p:sp>
        <p:nvSpPr>
          <p:cNvPr id="5" name="Footer Placeholder 4">
            <a:extLst>
              <a:ext uri="{FF2B5EF4-FFF2-40B4-BE49-F238E27FC236}">
                <a16:creationId xmlns:a16="http://schemas.microsoft.com/office/drawing/2014/main" id="{D3802EC6-780C-404A-9D8A-F30187591E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5C2EBD-51AC-4437-91F8-F8373B0DA063}"/>
              </a:ext>
            </a:extLst>
          </p:cNvPr>
          <p:cNvSpPr>
            <a:spLocks noGrp="1"/>
          </p:cNvSpPr>
          <p:nvPr>
            <p:ph type="sldNum" sz="quarter" idx="12"/>
          </p:nvPr>
        </p:nvSpPr>
        <p:spPr/>
        <p:txBody>
          <a:bodyPr/>
          <a:lstStyle/>
          <a:p>
            <a:fld id="{921891A7-0A38-42D3-8F0F-8C53178D8FB9}" type="slidenum">
              <a:rPr lang="en-US" smtClean="0"/>
              <a:t>‹#›</a:t>
            </a:fld>
            <a:endParaRPr lang="en-US"/>
          </a:p>
        </p:txBody>
      </p:sp>
    </p:spTree>
    <p:extLst>
      <p:ext uri="{BB962C8B-B14F-4D97-AF65-F5344CB8AC3E}">
        <p14:creationId xmlns:p14="http://schemas.microsoft.com/office/powerpoint/2010/main" val="2289043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2F411-62E9-4C78-AD3B-D60ED83473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E9034C-14A6-4BCF-B13C-93121C0729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6EA780A-84A8-40E8-8AF8-6F749B4543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868CE50-ACA7-4014-805B-897AA5FD6AD8}"/>
              </a:ext>
            </a:extLst>
          </p:cNvPr>
          <p:cNvSpPr>
            <a:spLocks noGrp="1"/>
          </p:cNvSpPr>
          <p:nvPr>
            <p:ph type="dt" sz="half" idx="10"/>
          </p:nvPr>
        </p:nvSpPr>
        <p:spPr/>
        <p:txBody>
          <a:bodyPr/>
          <a:lstStyle/>
          <a:p>
            <a:fld id="{42C00741-5E74-46C8-A1BE-2D50D09432BC}" type="datetimeFigureOut">
              <a:rPr lang="en-US" smtClean="0"/>
              <a:t>11/24/2021</a:t>
            </a:fld>
            <a:endParaRPr lang="en-US"/>
          </a:p>
        </p:txBody>
      </p:sp>
      <p:sp>
        <p:nvSpPr>
          <p:cNvPr id="6" name="Footer Placeholder 5">
            <a:extLst>
              <a:ext uri="{FF2B5EF4-FFF2-40B4-BE49-F238E27FC236}">
                <a16:creationId xmlns:a16="http://schemas.microsoft.com/office/drawing/2014/main" id="{B43D09BA-31D2-43D9-B15B-9D0566E7C2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80CA02-00DC-4FED-8C02-A067D6DADFE3}"/>
              </a:ext>
            </a:extLst>
          </p:cNvPr>
          <p:cNvSpPr>
            <a:spLocks noGrp="1"/>
          </p:cNvSpPr>
          <p:nvPr>
            <p:ph type="sldNum" sz="quarter" idx="12"/>
          </p:nvPr>
        </p:nvSpPr>
        <p:spPr/>
        <p:txBody>
          <a:bodyPr/>
          <a:lstStyle/>
          <a:p>
            <a:fld id="{921891A7-0A38-42D3-8F0F-8C53178D8FB9}" type="slidenum">
              <a:rPr lang="en-US" smtClean="0"/>
              <a:t>‹#›</a:t>
            </a:fld>
            <a:endParaRPr lang="en-US"/>
          </a:p>
        </p:txBody>
      </p:sp>
    </p:spTree>
    <p:extLst>
      <p:ext uri="{BB962C8B-B14F-4D97-AF65-F5344CB8AC3E}">
        <p14:creationId xmlns:p14="http://schemas.microsoft.com/office/powerpoint/2010/main" val="977416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A23DF-7124-4D1E-B0F3-6670211266D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40E37A1-34D2-47D1-AF1D-CB662D2296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8D25A3-DD59-408E-A06B-A08006EE63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F7EC25B-E468-4E35-BBAD-EE3AAFFED5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212157-F131-4EDC-BA85-53921803E6F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2940811-9FD0-4636-96FF-68BE2F183648}"/>
              </a:ext>
            </a:extLst>
          </p:cNvPr>
          <p:cNvSpPr>
            <a:spLocks noGrp="1"/>
          </p:cNvSpPr>
          <p:nvPr>
            <p:ph type="dt" sz="half" idx="10"/>
          </p:nvPr>
        </p:nvSpPr>
        <p:spPr/>
        <p:txBody>
          <a:bodyPr/>
          <a:lstStyle/>
          <a:p>
            <a:fld id="{42C00741-5E74-46C8-A1BE-2D50D09432BC}" type="datetimeFigureOut">
              <a:rPr lang="en-US" smtClean="0"/>
              <a:t>11/24/2021</a:t>
            </a:fld>
            <a:endParaRPr lang="en-US"/>
          </a:p>
        </p:txBody>
      </p:sp>
      <p:sp>
        <p:nvSpPr>
          <p:cNvPr id="8" name="Footer Placeholder 7">
            <a:extLst>
              <a:ext uri="{FF2B5EF4-FFF2-40B4-BE49-F238E27FC236}">
                <a16:creationId xmlns:a16="http://schemas.microsoft.com/office/drawing/2014/main" id="{C85596A1-3077-4C3B-A299-D113EA6737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CBB169-A3B1-4C0E-874B-B486A48254DD}"/>
              </a:ext>
            </a:extLst>
          </p:cNvPr>
          <p:cNvSpPr>
            <a:spLocks noGrp="1"/>
          </p:cNvSpPr>
          <p:nvPr>
            <p:ph type="sldNum" sz="quarter" idx="12"/>
          </p:nvPr>
        </p:nvSpPr>
        <p:spPr/>
        <p:txBody>
          <a:bodyPr/>
          <a:lstStyle/>
          <a:p>
            <a:fld id="{921891A7-0A38-42D3-8F0F-8C53178D8FB9}" type="slidenum">
              <a:rPr lang="en-US" smtClean="0"/>
              <a:t>‹#›</a:t>
            </a:fld>
            <a:endParaRPr lang="en-US"/>
          </a:p>
        </p:txBody>
      </p:sp>
    </p:spTree>
    <p:extLst>
      <p:ext uri="{BB962C8B-B14F-4D97-AF65-F5344CB8AC3E}">
        <p14:creationId xmlns:p14="http://schemas.microsoft.com/office/powerpoint/2010/main" val="909222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BE2A1-7C6A-4BAD-9A1E-7FCD55A68A5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7F9A94F-FEDD-4486-B698-7C2D4B454E09}"/>
              </a:ext>
            </a:extLst>
          </p:cNvPr>
          <p:cNvSpPr>
            <a:spLocks noGrp="1"/>
          </p:cNvSpPr>
          <p:nvPr>
            <p:ph type="dt" sz="half" idx="10"/>
          </p:nvPr>
        </p:nvSpPr>
        <p:spPr/>
        <p:txBody>
          <a:bodyPr/>
          <a:lstStyle/>
          <a:p>
            <a:fld id="{42C00741-5E74-46C8-A1BE-2D50D09432BC}" type="datetimeFigureOut">
              <a:rPr lang="en-US" smtClean="0"/>
              <a:t>11/24/2021</a:t>
            </a:fld>
            <a:endParaRPr lang="en-US"/>
          </a:p>
        </p:txBody>
      </p:sp>
      <p:sp>
        <p:nvSpPr>
          <p:cNvPr id="4" name="Footer Placeholder 3">
            <a:extLst>
              <a:ext uri="{FF2B5EF4-FFF2-40B4-BE49-F238E27FC236}">
                <a16:creationId xmlns:a16="http://schemas.microsoft.com/office/drawing/2014/main" id="{84ED2FF4-2191-4D6F-8D3C-E98D44CAC13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4EB8325-36C1-4121-86E8-AF65AE1583B9}"/>
              </a:ext>
            </a:extLst>
          </p:cNvPr>
          <p:cNvSpPr>
            <a:spLocks noGrp="1"/>
          </p:cNvSpPr>
          <p:nvPr>
            <p:ph type="sldNum" sz="quarter" idx="12"/>
          </p:nvPr>
        </p:nvSpPr>
        <p:spPr/>
        <p:txBody>
          <a:bodyPr/>
          <a:lstStyle/>
          <a:p>
            <a:fld id="{921891A7-0A38-42D3-8F0F-8C53178D8FB9}" type="slidenum">
              <a:rPr lang="en-US" smtClean="0"/>
              <a:t>‹#›</a:t>
            </a:fld>
            <a:endParaRPr lang="en-US"/>
          </a:p>
        </p:txBody>
      </p:sp>
    </p:spTree>
    <p:extLst>
      <p:ext uri="{BB962C8B-B14F-4D97-AF65-F5344CB8AC3E}">
        <p14:creationId xmlns:p14="http://schemas.microsoft.com/office/powerpoint/2010/main" val="35559752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48AA2F-FD66-4B36-B422-C33BFA4371D3}"/>
              </a:ext>
            </a:extLst>
          </p:cNvPr>
          <p:cNvSpPr>
            <a:spLocks noGrp="1"/>
          </p:cNvSpPr>
          <p:nvPr>
            <p:ph type="dt" sz="half" idx="10"/>
          </p:nvPr>
        </p:nvSpPr>
        <p:spPr/>
        <p:txBody>
          <a:bodyPr/>
          <a:lstStyle/>
          <a:p>
            <a:fld id="{42C00741-5E74-46C8-A1BE-2D50D09432BC}" type="datetimeFigureOut">
              <a:rPr lang="en-US" smtClean="0"/>
              <a:t>11/24/2021</a:t>
            </a:fld>
            <a:endParaRPr lang="en-US"/>
          </a:p>
        </p:txBody>
      </p:sp>
      <p:sp>
        <p:nvSpPr>
          <p:cNvPr id="3" name="Footer Placeholder 2">
            <a:extLst>
              <a:ext uri="{FF2B5EF4-FFF2-40B4-BE49-F238E27FC236}">
                <a16:creationId xmlns:a16="http://schemas.microsoft.com/office/drawing/2014/main" id="{1D152E6E-29EB-48F6-94AE-A9A91804D8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8AF3C7A-CA25-412B-8F31-C50B59C0FBD9}"/>
              </a:ext>
            </a:extLst>
          </p:cNvPr>
          <p:cNvSpPr>
            <a:spLocks noGrp="1"/>
          </p:cNvSpPr>
          <p:nvPr>
            <p:ph type="sldNum" sz="quarter" idx="12"/>
          </p:nvPr>
        </p:nvSpPr>
        <p:spPr/>
        <p:txBody>
          <a:bodyPr/>
          <a:lstStyle/>
          <a:p>
            <a:fld id="{921891A7-0A38-42D3-8F0F-8C53178D8FB9}" type="slidenum">
              <a:rPr lang="en-US" smtClean="0"/>
              <a:t>‹#›</a:t>
            </a:fld>
            <a:endParaRPr lang="en-US"/>
          </a:p>
        </p:txBody>
      </p:sp>
    </p:spTree>
    <p:extLst>
      <p:ext uri="{BB962C8B-B14F-4D97-AF65-F5344CB8AC3E}">
        <p14:creationId xmlns:p14="http://schemas.microsoft.com/office/powerpoint/2010/main" val="4204636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140C3-06E3-4449-BF0A-31F199E001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3EDB17A-27D6-4D01-A823-C44A90CEAF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02C091-C4D0-424C-B8BD-71D55859D3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A7F648-E4BB-430A-88AC-0FD9EBD44EC9}"/>
              </a:ext>
            </a:extLst>
          </p:cNvPr>
          <p:cNvSpPr>
            <a:spLocks noGrp="1"/>
          </p:cNvSpPr>
          <p:nvPr>
            <p:ph type="dt" sz="half" idx="10"/>
          </p:nvPr>
        </p:nvSpPr>
        <p:spPr/>
        <p:txBody>
          <a:bodyPr/>
          <a:lstStyle/>
          <a:p>
            <a:fld id="{42C00741-5E74-46C8-A1BE-2D50D09432BC}" type="datetimeFigureOut">
              <a:rPr lang="en-US" smtClean="0"/>
              <a:t>11/24/2021</a:t>
            </a:fld>
            <a:endParaRPr lang="en-US"/>
          </a:p>
        </p:txBody>
      </p:sp>
      <p:sp>
        <p:nvSpPr>
          <p:cNvPr id="6" name="Footer Placeholder 5">
            <a:extLst>
              <a:ext uri="{FF2B5EF4-FFF2-40B4-BE49-F238E27FC236}">
                <a16:creationId xmlns:a16="http://schemas.microsoft.com/office/drawing/2014/main" id="{C635AD91-5926-45FC-B38C-7D69B182AE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CC445A-1B51-47A7-8DC9-7B68DC6A2517}"/>
              </a:ext>
            </a:extLst>
          </p:cNvPr>
          <p:cNvSpPr>
            <a:spLocks noGrp="1"/>
          </p:cNvSpPr>
          <p:nvPr>
            <p:ph type="sldNum" sz="quarter" idx="12"/>
          </p:nvPr>
        </p:nvSpPr>
        <p:spPr/>
        <p:txBody>
          <a:bodyPr/>
          <a:lstStyle/>
          <a:p>
            <a:fld id="{921891A7-0A38-42D3-8F0F-8C53178D8FB9}" type="slidenum">
              <a:rPr lang="en-US" smtClean="0"/>
              <a:t>‹#›</a:t>
            </a:fld>
            <a:endParaRPr lang="en-US"/>
          </a:p>
        </p:txBody>
      </p:sp>
    </p:spTree>
    <p:extLst>
      <p:ext uri="{BB962C8B-B14F-4D97-AF65-F5344CB8AC3E}">
        <p14:creationId xmlns:p14="http://schemas.microsoft.com/office/powerpoint/2010/main" val="3517139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E3F6B-B888-4D61-B66C-9389D0F349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33411D4-5545-4B97-B0BF-9E3FCAA22D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AD8B6FE-2806-4B91-86B5-60D741811D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097BE-7E1A-42B2-807E-10D56D1E68C5}"/>
              </a:ext>
            </a:extLst>
          </p:cNvPr>
          <p:cNvSpPr>
            <a:spLocks noGrp="1"/>
          </p:cNvSpPr>
          <p:nvPr>
            <p:ph type="dt" sz="half" idx="10"/>
          </p:nvPr>
        </p:nvSpPr>
        <p:spPr/>
        <p:txBody>
          <a:bodyPr/>
          <a:lstStyle/>
          <a:p>
            <a:fld id="{42C00741-5E74-46C8-A1BE-2D50D09432BC}" type="datetimeFigureOut">
              <a:rPr lang="en-US" smtClean="0"/>
              <a:t>11/24/2021</a:t>
            </a:fld>
            <a:endParaRPr lang="en-US"/>
          </a:p>
        </p:txBody>
      </p:sp>
      <p:sp>
        <p:nvSpPr>
          <p:cNvPr id="6" name="Footer Placeholder 5">
            <a:extLst>
              <a:ext uri="{FF2B5EF4-FFF2-40B4-BE49-F238E27FC236}">
                <a16:creationId xmlns:a16="http://schemas.microsoft.com/office/drawing/2014/main" id="{B92D52B4-7203-4559-9851-D1BAB3C6A3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AED9DD-726E-42B4-BE88-5730EFA581A3}"/>
              </a:ext>
            </a:extLst>
          </p:cNvPr>
          <p:cNvSpPr>
            <a:spLocks noGrp="1"/>
          </p:cNvSpPr>
          <p:nvPr>
            <p:ph type="sldNum" sz="quarter" idx="12"/>
          </p:nvPr>
        </p:nvSpPr>
        <p:spPr/>
        <p:txBody>
          <a:bodyPr/>
          <a:lstStyle/>
          <a:p>
            <a:fld id="{921891A7-0A38-42D3-8F0F-8C53178D8FB9}" type="slidenum">
              <a:rPr lang="en-US" smtClean="0"/>
              <a:t>‹#›</a:t>
            </a:fld>
            <a:endParaRPr lang="en-US"/>
          </a:p>
        </p:txBody>
      </p:sp>
    </p:spTree>
    <p:extLst>
      <p:ext uri="{BB962C8B-B14F-4D97-AF65-F5344CB8AC3E}">
        <p14:creationId xmlns:p14="http://schemas.microsoft.com/office/powerpoint/2010/main" val="2012882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2340D-9ADF-49EE-8A04-7C4B71F0FA9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ABA3541-271A-44B0-9532-DBB0D5BFDD4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BA536D-2B01-4AA8-B70F-17BB3920324F}"/>
              </a:ext>
            </a:extLst>
          </p:cNvPr>
          <p:cNvSpPr>
            <a:spLocks noGrp="1"/>
          </p:cNvSpPr>
          <p:nvPr>
            <p:ph type="dt" sz="half" idx="10"/>
          </p:nvPr>
        </p:nvSpPr>
        <p:spPr/>
        <p:txBody>
          <a:bodyPr/>
          <a:lstStyle/>
          <a:p>
            <a:fld id="{42C00741-5E74-46C8-A1BE-2D50D09432BC}" type="datetimeFigureOut">
              <a:rPr lang="en-US" smtClean="0"/>
              <a:t>11/24/2021</a:t>
            </a:fld>
            <a:endParaRPr lang="en-US"/>
          </a:p>
        </p:txBody>
      </p:sp>
      <p:sp>
        <p:nvSpPr>
          <p:cNvPr id="5" name="Footer Placeholder 4">
            <a:extLst>
              <a:ext uri="{FF2B5EF4-FFF2-40B4-BE49-F238E27FC236}">
                <a16:creationId xmlns:a16="http://schemas.microsoft.com/office/drawing/2014/main" id="{6CFE6833-7DC6-47A2-945A-D352FA1DB5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B99C73-D7FE-47B3-B15B-149F2DC3E899}"/>
              </a:ext>
            </a:extLst>
          </p:cNvPr>
          <p:cNvSpPr>
            <a:spLocks noGrp="1"/>
          </p:cNvSpPr>
          <p:nvPr>
            <p:ph type="sldNum" sz="quarter" idx="12"/>
          </p:nvPr>
        </p:nvSpPr>
        <p:spPr/>
        <p:txBody>
          <a:bodyPr/>
          <a:lstStyle/>
          <a:p>
            <a:fld id="{921891A7-0A38-42D3-8F0F-8C53178D8FB9}" type="slidenum">
              <a:rPr lang="en-US" smtClean="0"/>
              <a:t>‹#›</a:t>
            </a:fld>
            <a:endParaRPr lang="en-US"/>
          </a:p>
        </p:txBody>
      </p:sp>
    </p:spTree>
    <p:extLst>
      <p:ext uri="{BB962C8B-B14F-4D97-AF65-F5344CB8AC3E}">
        <p14:creationId xmlns:p14="http://schemas.microsoft.com/office/powerpoint/2010/main" val="700361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900FAD-15ED-4426-8AE1-05B075566AE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E46465-4943-4D2F-A645-DE6930C315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C4759C-9FD8-4023-ADF2-8ADF2FEF1752}"/>
              </a:ext>
            </a:extLst>
          </p:cNvPr>
          <p:cNvSpPr>
            <a:spLocks noGrp="1"/>
          </p:cNvSpPr>
          <p:nvPr>
            <p:ph type="dt" sz="half" idx="10"/>
          </p:nvPr>
        </p:nvSpPr>
        <p:spPr/>
        <p:txBody>
          <a:bodyPr/>
          <a:lstStyle/>
          <a:p>
            <a:fld id="{42C00741-5E74-46C8-A1BE-2D50D09432BC}" type="datetimeFigureOut">
              <a:rPr lang="en-US" smtClean="0"/>
              <a:t>11/24/2021</a:t>
            </a:fld>
            <a:endParaRPr lang="en-US"/>
          </a:p>
        </p:txBody>
      </p:sp>
      <p:sp>
        <p:nvSpPr>
          <p:cNvPr id="5" name="Footer Placeholder 4">
            <a:extLst>
              <a:ext uri="{FF2B5EF4-FFF2-40B4-BE49-F238E27FC236}">
                <a16:creationId xmlns:a16="http://schemas.microsoft.com/office/drawing/2014/main" id="{E4A2575A-6CF2-4884-96AB-612574A80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3542A7-736C-4671-8006-5F72A7DA8BEA}"/>
              </a:ext>
            </a:extLst>
          </p:cNvPr>
          <p:cNvSpPr>
            <a:spLocks noGrp="1"/>
          </p:cNvSpPr>
          <p:nvPr>
            <p:ph type="sldNum" sz="quarter" idx="12"/>
          </p:nvPr>
        </p:nvSpPr>
        <p:spPr/>
        <p:txBody>
          <a:bodyPr/>
          <a:lstStyle/>
          <a:p>
            <a:fld id="{921891A7-0A38-42D3-8F0F-8C53178D8FB9}" type="slidenum">
              <a:rPr lang="en-US" smtClean="0"/>
              <a:t>‹#›</a:t>
            </a:fld>
            <a:endParaRPr lang="en-US"/>
          </a:p>
        </p:txBody>
      </p:sp>
    </p:spTree>
    <p:extLst>
      <p:ext uri="{BB962C8B-B14F-4D97-AF65-F5344CB8AC3E}">
        <p14:creationId xmlns:p14="http://schemas.microsoft.com/office/powerpoint/2010/main" val="2884307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71D0F5-F54B-40DA-8BC7-F9DBD98924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D9B2699-B466-4BD4-BE9C-960AD7B059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EE71A8-2B80-4337-8C77-F93DFED280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C00741-5E74-46C8-A1BE-2D50D09432BC}" type="datetimeFigureOut">
              <a:rPr lang="en-US" smtClean="0"/>
              <a:t>11/24/2021</a:t>
            </a:fld>
            <a:endParaRPr lang="en-US"/>
          </a:p>
        </p:txBody>
      </p:sp>
      <p:sp>
        <p:nvSpPr>
          <p:cNvPr id="5" name="Footer Placeholder 4">
            <a:extLst>
              <a:ext uri="{FF2B5EF4-FFF2-40B4-BE49-F238E27FC236}">
                <a16:creationId xmlns:a16="http://schemas.microsoft.com/office/drawing/2014/main" id="{C1FE6005-7890-4664-8136-D630BF2A3F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2BF3925-7073-4074-B3C8-0C9062AADF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1891A7-0A38-42D3-8F0F-8C53178D8FB9}" type="slidenum">
              <a:rPr lang="en-US" smtClean="0"/>
              <a:t>‹#›</a:t>
            </a:fld>
            <a:endParaRPr lang="en-US"/>
          </a:p>
        </p:txBody>
      </p:sp>
    </p:spTree>
    <p:extLst>
      <p:ext uri="{BB962C8B-B14F-4D97-AF65-F5344CB8AC3E}">
        <p14:creationId xmlns:p14="http://schemas.microsoft.com/office/powerpoint/2010/main" val="37982608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065CA-4615-45F4-8573-8DDBBC5C3A4C}"/>
              </a:ext>
            </a:extLst>
          </p:cNvPr>
          <p:cNvSpPr>
            <a:spLocks noGrp="1"/>
          </p:cNvSpPr>
          <p:nvPr>
            <p:ph type="ctrTitle"/>
          </p:nvPr>
        </p:nvSpPr>
        <p:spPr/>
        <p:txBody>
          <a:bodyPr/>
          <a:lstStyle/>
          <a:p>
            <a:r>
              <a:rPr lang="en-US" dirty="0"/>
              <a:t>CUDA Performance</a:t>
            </a:r>
          </a:p>
        </p:txBody>
      </p:sp>
      <p:sp>
        <p:nvSpPr>
          <p:cNvPr id="3" name="Subtitle 2">
            <a:extLst>
              <a:ext uri="{FF2B5EF4-FFF2-40B4-BE49-F238E27FC236}">
                <a16:creationId xmlns:a16="http://schemas.microsoft.com/office/drawing/2014/main" id="{18E18C59-52E1-4C84-ABFE-19CCDC846A2B}"/>
              </a:ext>
            </a:extLst>
          </p:cNvPr>
          <p:cNvSpPr>
            <a:spLocks noGrp="1"/>
          </p:cNvSpPr>
          <p:nvPr>
            <p:ph type="subTitle" idx="1"/>
          </p:nvPr>
        </p:nvSpPr>
        <p:spPr/>
        <p:txBody>
          <a:bodyPr/>
          <a:lstStyle/>
          <a:p>
            <a:r>
              <a:rPr lang="en-US" dirty="0"/>
              <a:t>Memory Models and Streams</a:t>
            </a:r>
          </a:p>
        </p:txBody>
      </p:sp>
    </p:spTree>
    <p:extLst>
      <p:ext uri="{BB962C8B-B14F-4D97-AF65-F5344CB8AC3E}">
        <p14:creationId xmlns:p14="http://schemas.microsoft.com/office/powerpoint/2010/main" val="2247460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30402-7A40-4C8B-B990-928B164C3F70}"/>
              </a:ext>
            </a:extLst>
          </p:cNvPr>
          <p:cNvSpPr>
            <a:spLocks noGrp="1"/>
          </p:cNvSpPr>
          <p:nvPr>
            <p:ph type="title"/>
          </p:nvPr>
        </p:nvSpPr>
        <p:spPr/>
        <p:txBody>
          <a:bodyPr/>
          <a:lstStyle/>
          <a:p>
            <a:r>
              <a:rPr lang="en-US" dirty="0"/>
              <a:t>Memory</a:t>
            </a:r>
          </a:p>
        </p:txBody>
      </p:sp>
      <p:sp>
        <p:nvSpPr>
          <p:cNvPr id="3" name="Content Placeholder 2">
            <a:extLst>
              <a:ext uri="{FF2B5EF4-FFF2-40B4-BE49-F238E27FC236}">
                <a16:creationId xmlns:a16="http://schemas.microsoft.com/office/drawing/2014/main" id="{70C13D89-DCD0-4A3D-94E8-62309353A5CC}"/>
              </a:ext>
            </a:extLst>
          </p:cNvPr>
          <p:cNvSpPr>
            <a:spLocks noGrp="1"/>
          </p:cNvSpPr>
          <p:nvPr>
            <p:ph idx="1"/>
          </p:nvPr>
        </p:nvSpPr>
        <p:spPr/>
        <p:txBody>
          <a:bodyPr/>
          <a:lstStyle/>
          <a:p>
            <a:pPr marL="0" indent="0">
              <a:buNone/>
            </a:pPr>
            <a:r>
              <a:rPr lang="en-US" dirty="0"/>
              <a:t>So far, we have only referenced the big block of memory that was copied from main memory to the GPU.</a:t>
            </a:r>
          </a:p>
          <a:p>
            <a:pPr marL="0" indent="0">
              <a:buNone/>
            </a:pPr>
            <a:endParaRPr lang="en-US" dirty="0"/>
          </a:p>
          <a:p>
            <a:pPr marL="0" indent="0">
              <a:buNone/>
            </a:pPr>
            <a:r>
              <a:rPr lang="en-US" dirty="0"/>
              <a:t>There are other memory types in the GPU that we should understand – they can have a significant performance impact. </a:t>
            </a:r>
          </a:p>
          <a:p>
            <a:pPr marL="0" indent="0">
              <a:buNone/>
            </a:pPr>
            <a:endParaRPr lang="en-US" dirty="0"/>
          </a:p>
          <a:p>
            <a:pPr marL="0" indent="0">
              <a:buNone/>
            </a:pPr>
            <a:r>
              <a:rPr lang="en-US" dirty="0"/>
              <a:t>Much like CPUs, accessing main memory is slow.</a:t>
            </a:r>
          </a:p>
          <a:p>
            <a:pPr marL="0" indent="0">
              <a:buNone/>
            </a:pPr>
            <a:r>
              <a:rPr lang="en-US" dirty="0"/>
              <a:t>Of course, GPUs have much faster main memory than CPUs.</a:t>
            </a:r>
          </a:p>
        </p:txBody>
      </p:sp>
    </p:spTree>
    <p:extLst>
      <p:ext uri="{BB962C8B-B14F-4D97-AF65-F5344CB8AC3E}">
        <p14:creationId xmlns:p14="http://schemas.microsoft.com/office/powerpoint/2010/main" val="1585823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64622-4502-40DA-AFBE-53885D35F07D}"/>
              </a:ext>
            </a:extLst>
          </p:cNvPr>
          <p:cNvSpPr>
            <a:spLocks noGrp="1"/>
          </p:cNvSpPr>
          <p:nvPr>
            <p:ph type="title"/>
          </p:nvPr>
        </p:nvSpPr>
        <p:spPr/>
        <p:txBody>
          <a:bodyPr/>
          <a:lstStyle/>
          <a:p>
            <a:r>
              <a:rPr lang="en-US" dirty="0"/>
              <a:t>Memory – register and local</a:t>
            </a:r>
          </a:p>
        </p:txBody>
      </p:sp>
      <p:sp>
        <p:nvSpPr>
          <p:cNvPr id="3" name="Content Placeholder 2">
            <a:extLst>
              <a:ext uri="{FF2B5EF4-FFF2-40B4-BE49-F238E27FC236}">
                <a16:creationId xmlns:a16="http://schemas.microsoft.com/office/drawing/2014/main" id="{065D1313-3243-40F6-BFB0-7DAA5B369D14}"/>
              </a:ext>
            </a:extLst>
          </p:cNvPr>
          <p:cNvSpPr>
            <a:spLocks noGrp="1"/>
          </p:cNvSpPr>
          <p:nvPr>
            <p:ph idx="1"/>
          </p:nvPr>
        </p:nvSpPr>
        <p:spPr/>
        <p:txBody>
          <a:bodyPr/>
          <a:lstStyle/>
          <a:p>
            <a:pPr marL="0" indent="0">
              <a:buNone/>
            </a:pPr>
            <a:r>
              <a:rPr lang="en-US" dirty="0"/>
              <a:t>In our kernel, our scalar local variables will be register values, much like a CPU. Of course, there is a limit to the number of registers.</a:t>
            </a:r>
          </a:p>
          <a:p>
            <a:pPr marL="0" indent="0">
              <a:buNone/>
            </a:pPr>
            <a:endParaRPr lang="en-US" dirty="0"/>
          </a:p>
          <a:p>
            <a:pPr marL="0" indent="0">
              <a:buNone/>
            </a:pPr>
            <a:r>
              <a:rPr lang="en-US" dirty="0"/>
              <a:t>Local arrays are stored in main memory and will incur the same performance penalty as accessing other main memory. They will, however, be automatically allocated and deallocated for us on a thread-by-thread basis.</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276257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91FE0-EAAB-4986-893F-237B4A1FF52F}"/>
              </a:ext>
            </a:extLst>
          </p:cNvPr>
          <p:cNvSpPr>
            <a:spLocks noGrp="1"/>
          </p:cNvSpPr>
          <p:nvPr>
            <p:ph type="title"/>
          </p:nvPr>
        </p:nvSpPr>
        <p:spPr/>
        <p:txBody>
          <a:bodyPr/>
          <a:lstStyle/>
          <a:p>
            <a:r>
              <a:rPr lang="en-US" dirty="0"/>
              <a:t>Memory - shared</a:t>
            </a:r>
          </a:p>
        </p:txBody>
      </p:sp>
      <p:sp>
        <p:nvSpPr>
          <p:cNvPr id="3" name="Content Placeholder 2">
            <a:extLst>
              <a:ext uri="{FF2B5EF4-FFF2-40B4-BE49-F238E27FC236}">
                <a16:creationId xmlns:a16="http://schemas.microsoft.com/office/drawing/2014/main" id="{DB5F132D-6C37-4A9A-96EB-D4FA848C3A77}"/>
              </a:ext>
            </a:extLst>
          </p:cNvPr>
          <p:cNvSpPr>
            <a:spLocks noGrp="1"/>
          </p:cNvSpPr>
          <p:nvPr>
            <p:ph idx="1"/>
          </p:nvPr>
        </p:nvSpPr>
        <p:spPr/>
        <p:txBody>
          <a:bodyPr/>
          <a:lstStyle/>
          <a:p>
            <a:pPr marL="0" indent="0">
              <a:buNone/>
            </a:pPr>
            <a:r>
              <a:rPr lang="en-US" dirty="0"/>
              <a:t>Shared memory is stored at the block level. Accessing an item in shared memory will give the same value for any thread in the block.</a:t>
            </a:r>
          </a:p>
          <a:p>
            <a:pPr marL="0" indent="0">
              <a:buNone/>
            </a:pPr>
            <a:endParaRPr lang="en-US" dirty="0"/>
          </a:p>
          <a:p>
            <a:pPr marL="0" indent="0">
              <a:buNone/>
            </a:pPr>
            <a:r>
              <a:rPr lang="en-US" dirty="0"/>
              <a:t>This gives us the ability to share data between threads at the block granularity. This memory is automatically allocated and freed for us.</a:t>
            </a:r>
          </a:p>
          <a:p>
            <a:pPr marL="0" indent="0">
              <a:buNone/>
            </a:pPr>
            <a:endParaRPr lang="en-US" dirty="0"/>
          </a:p>
          <a:p>
            <a:pPr marL="0" indent="0">
              <a:buNone/>
            </a:pPr>
            <a:r>
              <a:rPr lang="en-US" dirty="0"/>
              <a:t>Inside the kernel:</a:t>
            </a:r>
          </a:p>
          <a:p>
            <a:pPr marL="0" indent="0">
              <a:buNone/>
            </a:pPr>
            <a:r>
              <a:rPr lang="en-US" sz="2400" dirty="0">
                <a:latin typeface="Consolas" panose="020B0609020204030204" pitchFamily="49" charset="0"/>
              </a:rPr>
              <a:t>__shared__ int </a:t>
            </a:r>
            <a:r>
              <a:rPr lang="en-US" sz="2400" dirty="0" err="1">
                <a:latin typeface="Consolas" panose="020B0609020204030204" pitchFamily="49" charset="0"/>
              </a:rPr>
              <a:t>someSharedVariable</a:t>
            </a:r>
            <a:r>
              <a:rPr lang="en-US" sz="2400" dirty="0">
                <a:latin typeface="Consolas" panose="020B0609020204030204" pitchFamily="49" charset="0"/>
              </a:rPr>
              <a:t>; </a:t>
            </a:r>
            <a:r>
              <a:rPr lang="en-US" dirty="0"/>
              <a:t>// shared for the whole block</a:t>
            </a:r>
          </a:p>
          <a:p>
            <a:pPr marL="0" indent="0">
              <a:buNone/>
            </a:pPr>
            <a:endParaRPr lang="en-US" dirty="0"/>
          </a:p>
        </p:txBody>
      </p:sp>
    </p:spTree>
    <p:extLst>
      <p:ext uri="{BB962C8B-B14F-4D97-AF65-F5344CB8AC3E}">
        <p14:creationId xmlns:p14="http://schemas.microsoft.com/office/powerpoint/2010/main" val="3680596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733B4-3BFF-4606-85D7-68F25AD4601D}"/>
              </a:ext>
            </a:extLst>
          </p:cNvPr>
          <p:cNvSpPr>
            <a:spLocks noGrp="1"/>
          </p:cNvSpPr>
          <p:nvPr>
            <p:ph type="title"/>
          </p:nvPr>
        </p:nvSpPr>
        <p:spPr/>
        <p:txBody>
          <a:bodyPr/>
          <a:lstStyle/>
          <a:p>
            <a:r>
              <a:rPr lang="en-US" dirty="0"/>
              <a:t>Memory - constant</a:t>
            </a:r>
          </a:p>
        </p:txBody>
      </p:sp>
      <p:sp>
        <p:nvSpPr>
          <p:cNvPr id="3" name="Content Placeholder 2">
            <a:extLst>
              <a:ext uri="{FF2B5EF4-FFF2-40B4-BE49-F238E27FC236}">
                <a16:creationId xmlns:a16="http://schemas.microsoft.com/office/drawing/2014/main" id="{E6D44030-72F0-4453-9038-4E457A40B889}"/>
              </a:ext>
            </a:extLst>
          </p:cNvPr>
          <p:cNvSpPr>
            <a:spLocks noGrp="1"/>
          </p:cNvSpPr>
          <p:nvPr>
            <p:ph idx="1"/>
          </p:nvPr>
        </p:nvSpPr>
        <p:spPr/>
        <p:txBody>
          <a:bodyPr/>
          <a:lstStyle/>
          <a:p>
            <a:pPr marL="0" indent="0">
              <a:buNone/>
            </a:pPr>
            <a:r>
              <a:rPr lang="en-US" dirty="0"/>
              <a:t>CUDA gives us the ability to have a limited number of read-only constants. These are extremely fast and parallel. They are limited in size (64k is a safe bet).</a:t>
            </a:r>
          </a:p>
          <a:p>
            <a:pPr marL="0" indent="0">
              <a:buNone/>
            </a:pPr>
            <a:endParaRPr lang="en-US" dirty="0"/>
          </a:p>
          <a:p>
            <a:pPr marL="0" indent="0">
              <a:buNone/>
            </a:pPr>
            <a:r>
              <a:rPr lang="en-US" dirty="0"/>
              <a:t>They are declared outside of any function in C:</a:t>
            </a:r>
          </a:p>
          <a:p>
            <a:pPr marL="0" indent="0">
              <a:buNone/>
            </a:pPr>
            <a:r>
              <a:rPr lang="en-US" dirty="0">
                <a:latin typeface="Consolas" panose="020B0609020204030204" pitchFamily="49" charset="0"/>
              </a:rPr>
              <a:t>__constant__ float pi=3.14159;</a:t>
            </a:r>
          </a:p>
          <a:p>
            <a:pPr marL="0" indent="0">
              <a:buNone/>
            </a:pPr>
            <a:endParaRPr lang="en-US" dirty="0">
              <a:latin typeface="Consolas" panose="020B0609020204030204" pitchFamily="49" charset="0"/>
            </a:endParaRPr>
          </a:p>
        </p:txBody>
      </p:sp>
    </p:spTree>
    <p:extLst>
      <p:ext uri="{BB962C8B-B14F-4D97-AF65-F5344CB8AC3E}">
        <p14:creationId xmlns:p14="http://schemas.microsoft.com/office/powerpoint/2010/main" val="1053040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05DA1-9E1B-45A0-A550-1E5E823390B4}"/>
              </a:ext>
            </a:extLst>
          </p:cNvPr>
          <p:cNvSpPr>
            <a:spLocks noGrp="1"/>
          </p:cNvSpPr>
          <p:nvPr>
            <p:ph type="title"/>
          </p:nvPr>
        </p:nvSpPr>
        <p:spPr/>
        <p:txBody>
          <a:bodyPr/>
          <a:lstStyle/>
          <a:p>
            <a:r>
              <a:rPr lang="en-US" dirty="0"/>
              <a:t>Memory - </a:t>
            </a:r>
            <a:r>
              <a:rPr lang="en-US" dirty="0" err="1"/>
              <a:t>globals</a:t>
            </a:r>
            <a:endParaRPr lang="en-US" dirty="0"/>
          </a:p>
        </p:txBody>
      </p:sp>
      <p:sp>
        <p:nvSpPr>
          <p:cNvPr id="3" name="Content Placeholder 2">
            <a:extLst>
              <a:ext uri="{FF2B5EF4-FFF2-40B4-BE49-F238E27FC236}">
                <a16:creationId xmlns:a16="http://schemas.microsoft.com/office/drawing/2014/main" id="{DC64B6C0-63AB-455F-9E1F-55831842834F}"/>
              </a:ext>
            </a:extLst>
          </p:cNvPr>
          <p:cNvSpPr>
            <a:spLocks noGrp="1"/>
          </p:cNvSpPr>
          <p:nvPr>
            <p:ph idx="1"/>
          </p:nvPr>
        </p:nvSpPr>
        <p:spPr/>
        <p:txBody>
          <a:bodyPr/>
          <a:lstStyle/>
          <a:p>
            <a:pPr marL="0" indent="0">
              <a:buNone/>
            </a:pPr>
            <a:r>
              <a:rPr lang="en-US" dirty="0"/>
              <a:t>We saw global values allocated through </a:t>
            </a:r>
            <a:r>
              <a:rPr lang="en-US" dirty="0" err="1"/>
              <a:t>cudaMalloc</a:t>
            </a:r>
            <a:r>
              <a:rPr lang="en-US" dirty="0"/>
              <a:t> and passed as parameters to our kernels.</a:t>
            </a:r>
          </a:p>
          <a:p>
            <a:pPr marL="0" indent="0">
              <a:buNone/>
            </a:pPr>
            <a:endParaRPr lang="en-US" dirty="0"/>
          </a:p>
          <a:p>
            <a:pPr marL="0" indent="0">
              <a:buNone/>
            </a:pPr>
            <a:r>
              <a:rPr lang="en-US" dirty="0"/>
              <a:t>We can similarly declare global variables that are shared by all of the kernels in the system:</a:t>
            </a:r>
          </a:p>
          <a:p>
            <a:pPr marL="0" indent="0">
              <a:buNone/>
            </a:pPr>
            <a:endParaRPr lang="en-US" dirty="0"/>
          </a:p>
          <a:p>
            <a:pPr marL="0" indent="0">
              <a:buNone/>
            </a:pPr>
            <a:r>
              <a:rPr lang="en-US" dirty="0"/>
              <a:t>__device__ int </a:t>
            </a:r>
            <a:r>
              <a:rPr lang="en-US" dirty="0" err="1"/>
              <a:t>everyoneCanSeeMe</a:t>
            </a:r>
            <a:r>
              <a:rPr lang="en-US" dirty="0"/>
              <a:t>;</a:t>
            </a:r>
          </a:p>
        </p:txBody>
      </p:sp>
    </p:spTree>
    <p:extLst>
      <p:ext uri="{BB962C8B-B14F-4D97-AF65-F5344CB8AC3E}">
        <p14:creationId xmlns:p14="http://schemas.microsoft.com/office/powerpoint/2010/main" val="2339500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BCC1E-0064-4EA5-8ADE-4D2B59EF66B4}"/>
              </a:ext>
            </a:extLst>
          </p:cNvPr>
          <p:cNvSpPr>
            <a:spLocks noGrp="1"/>
          </p:cNvSpPr>
          <p:nvPr>
            <p:ph type="title"/>
          </p:nvPr>
        </p:nvSpPr>
        <p:spPr/>
        <p:txBody>
          <a:bodyPr/>
          <a:lstStyle/>
          <a:p>
            <a:r>
              <a:rPr lang="en-US" dirty="0"/>
              <a:t>Memory - managed</a:t>
            </a:r>
          </a:p>
        </p:txBody>
      </p:sp>
      <p:sp>
        <p:nvSpPr>
          <p:cNvPr id="3" name="Content Placeholder 2">
            <a:extLst>
              <a:ext uri="{FF2B5EF4-FFF2-40B4-BE49-F238E27FC236}">
                <a16:creationId xmlns:a16="http://schemas.microsoft.com/office/drawing/2014/main" id="{84949973-69B8-40AC-BCB7-8088F877A33B}"/>
              </a:ext>
            </a:extLst>
          </p:cNvPr>
          <p:cNvSpPr>
            <a:spLocks noGrp="1"/>
          </p:cNvSpPr>
          <p:nvPr>
            <p:ph idx="1"/>
          </p:nvPr>
        </p:nvSpPr>
        <p:spPr/>
        <p:txBody>
          <a:bodyPr>
            <a:normAutofit lnSpcReduction="10000"/>
          </a:bodyPr>
          <a:lstStyle/>
          <a:p>
            <a:pPr marL="0" indent="0">
              <a:buNone/>
            </a:pPr>
            <a:r>
              <a:rPr lang="en-US" dirty="0"/>
              <a:t>Managed memory is visible from </a:t>
            </a:r>
            <a:r>
              <a:rPr lang="en-US" b="1" dirty="0"/>
              <a:t>both</a:t>
            </a:r>
            <a:r>
              <a:rPr lang="en-US" dirty="0"/>
              <a:t> CPU and GPU functions.</a:t>
            </a:r>
          </a:p>
          <a:p>
            <a:pPr marL="0" indent="0">
              <a:buNone/>
            </a:pPr>
            <a:endParaRPr lang="en-US" dirty="0"/>
          </a:p>
          <a:p>
            <a:pPr marL="0" indent="0">
              <a:buNone/>
            </a:pPr>
            <a:r>
              <a:rPr lang="en-US" dirty="0"/>
              <a:t>Example:</a:t>
            </a:r>
          </a:p>
          <a:p>
            <a:pPr marL="0" indent="0">
              <a:buNone/>
            </a:pPr>
            <a:r>
              <a:rPr lang="en-US" dirty="0">
                <a:latin typeface="Consolas" panose="020B0609020204030204" pitchFamily="49" charset="0"/>
              </a:rPr>
              <a:t>__device__ __managed__ int everywhere = 10;</a:t>
            </a:r>
          </a:p>
          <a:p>
            <a:pPr marL="0" indent="0">
              <a:buNone/>
            </a:pPr>
            <a:r>
              <a:rPr lang="en-US" dirty="0">
                <a:latin typeface="Consolas" panose="020B0609020204030204" pitchFamily="49" charset="0"/>
              </a:rPr>
              <a:t>__device__ </a:t>
            </a:r>
            <a:r>
              <a:rPr lang="en-US" dirty="0" err="1">
                <a:latin typeface="Consolas" panose="020B0609020204030204" pitchFamily="49" charset="0"/>
              </a:rPr>
              <a:t>func</a:t>
            </a:r>
            <a:r>
              <a:rPr lang="en-US" dirty="0">
                <a:latin typeface="Consolas" panose="020B0609020204030204" pitchFamily="49" charset="0"/>
              </a:rPr>
              <a:t>() { </a:t>
            </a:r>
          </a:p>
          <a:p>
            <a:pPr marL="0" indent="0">
              <a:buNone/>
            </a:pPr>
            <a:r>
              <a:rPr lang="en-US" dirty="0">
                <a:latin typeface="Consolas" panose="020B0609020204030204" pitchFamily="49" charset="0"/>
              </a:rPr>
              <a:t>	everywhere=20; }</a:t>
            </a:r>
          </a:p>
          <a:p>
            <a:pPr marL="0" indent="0">
              <a:buNone/>
            </a:pPr>
            <a:r>
              <a:rPr lang="en-US" dirty="0">
                <a:latin typeface="Consolas" panose="020B0609020204030204" pitchFamily="49" charset="0"/>
              </a:rPr>
              <a:t>void main () { </a:t>
            </a:r>
          </a:p>
          <a:p>
            <a:pPr marL="0" indent="0">
              <a:buNone/>
            </a:pPr>
            <a:r>
              <a:rPr lang="en-US" dirty="0">
                <a:latin typeface="Consolas" panose="020B0609020204030204" pitchFamily="49" charset="0"/>
              </a:rPr>
              <a:t>	everywhere = 30; </a:t>
            </a:r>
          </a:p>
          <a:p>
            <a:pPr marL="0" indent="0">
              <a:buNone/>
            </a:pPr>
            <a:r>
              <a:rPr lang="en-US" dirty="0">
                <a:latin typeface="Consolas" panose="020B0609020204030204" pitchFamily="49" charset="0"/>
              </a:rPr>
              <a:t>	</a:t>
            </a:r>
            <a:r>
              <a:rPr lang="en-US" dirty="0" err="1">
                <a:latin typeface="Consolas" panose="020B0609020204030204" pitchFamily="49" charset="0"/>
              </a:rPr>
              <a:t>func</a:t>
            </a:r>
            <a:r>
              <a:rPr lang="en-US" dirty="0">
                <a:latin typeface="Consolas" panose="020B0609020204030204" pitchFamily="49" charset="0"/>
              </a:rPr>
              <a:t>&lt;&lt;&lt;1,1&gt;&gt;&gt;();}</a:t>
            </a:r>
          </a:p>
        </p:txBody>
      </p:sp>
    </p:spTree>
    <p:extLst>
      <p:ext uri="{BB962C8B-B14F-4D97-AF65-F5344CB8AC3E}">
        <p14:creationId xmlns:p14="http://schemas.microsoft.com/office/powerpoint/2010/main" val="177670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4999C-8D19-4C64-89D5-C504B6581657}"/>
              </a:ext>
            </a:extLst>
          </p:cNvPr>
          <p:cNvSpPr>
            <a:spLocks noGrp="1"/>
          </p:cNvSpPr>
          <p:nvPr>
            <p:ph type="title"/>
          </p:nvPr>
        </p:nvSpPr>
        <p:spPr/>
        <p:txBody>
          <a:bodyPr/>
          <a:lstStyle/>
          <a:p>
            <a:r>
              <a:rPr lang="en-US" dirty="0"/>
              <a:t>Memory Summary</a:t>
            </a:r>
          </a:p>
        </p:txBody>
      </p:sp>
      <p:graphicFrame>
        <p:nvGraphicFramePr>
          <p:cNvPr id="4" name="Table 4">
            <a:extLst>
              <a:ext uri="{FF2B5EF4-FFF2-40B4-BE49-F238E27FC236}">
                <a16:creationId xmlns:a16="http://schemas.microsoft.com/office/drawing/2014/main" id="{101817B4-BAA7-4277-9825-686ED2621AD1}"/>
              </a:ext>
            </a:extLst>
          </p:cNvPr>
          <p:cNvGraphicFramePr>
            <a:graphicFrameLocks noGrp="1"/>
          </p:cNvGraphicFramePr>
          <p:nvPr>
            <p:ph idx="1"/>
            <p:extLst>
              <p:ext uri="{D42A27DB-BD31-4B8C-83A1-F6EECF244321}">
                <p14:modId xmlns:p14="http://schemas.microsoft.com/office/powerpoint/2010/main" val="2856029546"/>
              </p:ext>
            </p:extLst>
          </p:nvPr>
        </p:nvGraphicFramePr>
        <p:xfrm>
          <a:off x="276137" y="2035350"/>
          <a:ext cx="5478710" cy="3134360"/>
        </p:xfrm>
        <a:graphic>
          <a:graphicData uri="http://schemas.openxmlformats.org/drawingml/2006/table">
            <a:tbl>
              <a:tblPr firstRow="1" bandRow="1">
                <a:tableStyleId>{073A0DAA-6AF3-43AB-8588-CEC1D06C72B9}</a:tableStyleId>
              </a:tblPr>
              <a:tblGrid>
                <a:gridCol w="1712053">
                  <a:extLst>
                    <a:ext uri="{9D8B030D-6E8A-4147-A177-3AD203B41FA5}">
                      <a16:colId xmlns:a16="http://schemas.microsoft.com/office/drawing/2014/main" val="2698525339"/>
                    </a:ext>
                  </a:extLst>
                </a:gridCol>
                <a:gridCol w="1719743">
                  <a:extLst>
                    <a:ext uri="{9D8B030D-6E8A-4147-A177-3AD203B41FA5}">
                      <a16:colId xmlns:a16="http://schemas.microsoft.com/office/drawing/2014/main" val="4016590124"/>
                    </a:ext>
                  </a:extLst>
                </a:gridCol>
                <a:gridCol w="822121">
                  <a:extLst>
                    <a:ext uri="{9D8B030D-6E8A-4147-A177-3AD203B41FA5}">
                      <a16:colId xmlns:a16="http://schemas.microsoft.com/office/drawing/2014/main" val="203318452"/>
                    </a:ext>
                  </a:extLst>
                </a:gridCol>
                <a:gridCol w="1224793">
                  <a:extLst>
                    <a:ext uri="{9D8B030D-6E8A-4147-A177-3AD203B41FA5}">
                      <a16:colId xmlns:a16="http://schemas.microsoft.com/office/drawing/2014/main" val="330324542"/>
                    </a:ext>
                  </a:extLst>
                </a:gridCol>
              </a:tblGrid>
              <a:tr h="370840">
                <a:tc>
                  <a:txBody>
                    <a:bodyPr/>
                    <a:lstStyle/>
                    <a:p>
                      <a:r>
                        <a:rPr lang="en-US" dirty="0"/>
                        <a:t>Declaration</a:t>
                      </a:r>
                    </a:p>
                  </a:txBody>
                  <a:tcPr/>
                </a:tc>
                <a:tc>
                  <a:txBody>
                    <a:bodyPr/>
                    <a:lstStyle/>
                    <a:p>
                      <a:r>
                        <a:rPr lang="en-US" dirty="0"/>
                        <a:t>Memory Type</a:t>
                      </a:r>
                    </a:p>
                  </a:txBody>
                  <a:tcPr/>
                </a:tc>
                <a:tc>
                  <a:txBody>
                    <a:bodyPr/>
                    <a:lstStyle/>
                    <a:p>
                      <a:r>
                        <a:rPr lang="en-US" dirty="0"/>
                        <a:t>Scope</a:t>
                      </a:r>
                    </a:p>
                  </a:txBody>
                  <a:tcPr/>
                </a:tc>
                <a:tc>
                  <a:txBody>
                    <a:bodyPr/>
                    <a:lstStyle/>
                    <a:p>
                      <a:r>
                        <a:rPr lang="en-US" dirty="0"/>
                        <a:t>Lifetime</a:t>
                      </a:r>
                    </a:p>
                  </a:txBody>
                  <a:tcPr/>
                </a:tc>
                <a:extLst>
                  <a:ext uri="{0D108BD9-81ED-4DB2-BD59-A6C34878D82A}">
                    <a16:rowId xmlns:a16="http://schemas.microsoft.com/office/drawing/2014/main" val="1179230196"/>
                  </a:ext>
                </a:extLst>
              </a:tr>
              <a:tr h="370840">
                <a:tc>
                  <a:txBody>
                    <a:bodyPr/>
                    <a:lstStyle/>
                    <a:p>
                      <a:r>
                        <a:rPr lang="en-US" dirty="0"/>
                        <a:t>local variables, not arrays</a:t>
                      </a:r>
                    </a:p>
                  </a:txBody>
                  <a:tcPr/>
                </a:tc>
                <a:tc>
                  <a:txBody>
                    <a:bodyPr/>
                    <a:lstStyle/>
                    <a:p>
                      <a:r>
                        <a:rPr lang="en-US" dirty="0"/>
                        <a:t>register</a:t>
                      </a:r>
                    </a:p>
                  </a:txBody>
                  <a:tcPr/>
                </a:tc>
                <a:tc>
                  <a:txBody>
                    <a:bodyPr/>
                    <a:lstStyle/>
                    <a:p>
                      <a:r>
                        <a:rPr lang="en-US" dirty="0"/>
                        <a:t>thread</a:t>
                      </a:r>
                    </a:p>
                  </a:txBody>
                  <a:tcPr/>
                </a:tc>
                <a:tc>
                  <a:txBody>
                    <a:bodyPr/>
                    <a:lstStyle/>
                    <a:p>
                      <a:r>
                        <a:rPr lang="en-US" dirty="0"/>
                        <a:t>kernel</a:t>
                      </a:r>
                    </a:p>
                  </a:txBody>
                  <a:tcPr/>
                </a:tc>
                <a:extLst>
                  <a:ext uri="{0D108BD9-81ED-4DB2-BD59-A6C34878D82A}">
                    <a16:rowId xmlns:a16="http://schemas.microsoft.com/office/drawing/2014/main" val="2423553535"/>
                  </a:ext>
                </a:extLst>
              </a:tr>
              <a:tr h="370840">
                <a:tc>
                  <a:txBody>
                    <a:bodyPr/>
                    <a:lstStyle/>
                    <a:p>
                      <a:r>
                        <a:rPr lang="en-US" dirty="0"/>
                        <a:t>local arrays</a:t>
                      </a:r>
                    </a:p>
                  </a:txBody>
                  <a:tcPr/>
                </a:tc>
                <a:tc>
                  <a:txBody>
                    <a:bodyPr/>
                    <a:lstStyle/>
                    <a:p>
                      <a:r>
                        <a:rPr lang="en-US" dirty="0"/>
                        <a:t>local (global in reality)</a:t>
                      </a:r>
                    </a:p>
                  </a:txBody>
                  <a:tcPr/>
                </a:tc>
                <a:tc>
                  <a:txBody>
                    <a:bodyPr/>
                    <a:lstStyle/>
                    <a:p>
                      <a:r>
                        <a:rPr lang="en-US" dirty="0"/>
                        <a:t>thread</a:t>
                      </a:r>
                    </a:p>
                  </a:txBody>
                  <a:tcPr/>
                </a:tc>
                <a:tc>
                  <a:txBody>
                    <a:bodyPr/>
                    <a:lstStyle/>
                    <a:p>
                      <a:r>
                        <a:rPr lang="en-US" dirty="0"/>
                        <a:t>kernel</a:t>
                      </a:r>
                    </a:p>
                  </a:txBody>
                  <a:tcPr/>
                </a:tc>
                <a:extLst>
                  <a:ext uri="{0D108BD9-81ED-4DB2-BD59-A6C34878D82A}">
                    <a16:rowId xmlns:a16="http://schemas.microsoft.com/office/drawing/2014/main" val="3968388608"/>
                  </a:ext>
                </a:extLst>
              </a:tr>
              <a:tr h="370840">
                <a:tc>
                  <a:txBody>
                    <a:bodyPr/>
                    <a:lstStyle/>
                    <a:p>
                      <a:r>
                        <a:rPr lang="en-US" dirty="0"/>
                        <a:t>__shared__</a:t>
                      </a:r>
                    </a:p>
                  </a:txBody>
                  <a:tcPr/>
                </a:tc>
                <a:tc>
                  <a:txBody>
                    <a:bodyPr/>
                    <a:lstStyle/>
                    <a:p>
                      <a:r>
                        <a:rPr lang="en-US" dirty="0"/>
                        <a:t>shared</a:t>
                      </a:r>
                    </a:p>
                  </a:txBody>
                  <a:tcPr/>
                </a:tc>
                <a:tc>
                  <a:txBody>
                    <a:bodyPr/>
                    <a:lstStyle/>
                    <a:p>
                      <a:r>
                        <a:rPr lang="en-US" dirty="0"/>
                        <a:t>block</a:t>
                      </a:r>
                    </a:p>
                  </a:txBody>
                  <a:tcPr/>
                </a:tc>
                <a:tc>
                  <a:txBody>
                    <a:bodyPr/>
                    <a:lstStyle/>
                    <a:p>
                      <a:r>
                        <a:rPr lang="en-US" dirty="0"/>
                        <a:t>kernel</a:t>
                      </a:r>
                    </a:p>
                  </a:txBody>
                  <a:tcPr/>
                </a:tc>
                <a:extLst>
                  <a:ext uri="{0D108BD9-81ED-4DB2-BD59-A6C34878D82A}">
                    <a16:rowId xmlns:a16="http://schemas.microsoft.com/office/drawing/2014/main" val="3676683445"/>
                  </a:ext>
                </a:extLst>
              </a:tr>
              <a:tr h="370840">
                <a:tc>
                  <a:txBody>
                    <a:bodyPr/>
                    <a:lstStyle/>
                    <a:p>
                      <a:r>
                        <a:rPr lang="en-US" dirty="0"/>
                        <a:t>__device__</a:t>
                      </a:r>
                    </a:p>
                  </a:txBody>
                  <a:tcPr/>
                </a:tc>
                <a:tc>
                  <a:txBody>
                    <a:bodyPr/>
                    <a:lstStyle/>
                    <a:p>
                      <a:r>
                        <a:rPr lang="en-US" dirty="0"/>
                        <a:t>global</a:t>
                      </a:r>
                    </a:p>
                  </a:txBody>
                  <a:tcPr/>
                </a:tc>
                <a:tc>
                  <a:txBody>
                    <a:bodyPr/>
                    <a:lstStyle/>
                    <a:p>
                      <a:r>
                        <a:rPr lang="en-US" dirty="0"/>
                        <a:t>grid</a:t>
                      </a:r>
                    </a:p>
                  </a:txBody>
                  <a:tcPr/>
                </a:tc>
                <a:tc>
                  <a:txBody>
                    <a:bodyPr/>
                    <a:lstStyle/>
                    <a:p>
                      <a:r>
                        <a:rPr lang="en-US" dirty="0"/>
                        <a:t>application</a:t>
                      </a:r>
                    </a:p>
                  </a:txBody>
                  <a:tcPr/>
                </a:tc>
                <a:extLst>
                  <a:ext uri="{0D108BD9-81ED-4DB2-BD59-A6C34878D82A}">
                    <a16:rowId xmlns:a16="http://schemas.microsoft.com/office/drawing/2014/main" val="1247040764"/>
                  </a:ext>
                </a:extLst>
              </a:tr>
              <a:tr h="370840">
                <a:tc>
                  <a:txBody>
                    <a:bodyPr/>
                    <a:lstStyle/>
                    <a:p>
                      <a:r>
                        <a:rPr lang="en-US" dirty="0"/>
                        <a:t>__constant__</a:t>
                      </a:r>
                    </a:p>
                  </a:txBody>
                  <a:tcPr/>
                </a:tc>
                <a:tc>
                  <a:txBody>
                    <a:bodyPr/>
                    <a:lstStyle/>
                    <a:p>
                      <a:r>
                        <a:rPr lang="en-US" dirty="0"/>
                        <a:t>constant</a:t>
                      </a:r>
                    </a:p>
                  </a:txBody>
                  <a:tcPr/>
                </a:tc>
                <a:tc>
                  <a:txBody>
                    <a:bodyPr/>
                    <a:lstStyle/>
                    <a:p>
                      <a:r>
                        <a:rPr lang="en-US" dirty="0"/>
                        <a:t>grid</a:t>
                      </a:r>
                    </a:p>
                  </a:txBody>
                  <a:tcPr/>
                </a:tc>
                <a:tc>
                  <a:txBody>
                    <a:bodyPr/>
                    <a:lstStyle/>
                    <a:p>
                      <a:r>
                        <a:rPr lang="en-US" dirty="0"/>
                        <a:t>application</a:t>
                      </a:r>
                    </a:p>
                  </a:txBody>
                  <a:tcPr/>
                </a:tc>
                <a:extLst>
                  <a:ext uri="{0D108BD9-81ED-4DB2-BD59-A6C34878D82A}">
                    <a16:rowId xmlns:a16="http://schemas.microsoft.com/office/drawing/2014/main" val="3362875288"/>
                  </a:ext>
                </a:extLst>
              </a:tr>
              <a:tr h="370840">
                <a:tc>
                  <a:txBody>
                    <a:bodyPr/>
                    <a:lstStyle/>
                    <a:p>
                      <a:r>
                        <a:rPr lang="en-US" dirty="0"/>
                        <a:t>__managed__</a:t>
                      </a:r>
                    </a:p>
                  </a:txBody>
                  <a:tcPr/>
                </a:tc>
                <a:tc>
                  <a:txBody>
                    <a:bodyPr/>
                    <a:lstStyle/>
                    <a:p>
                      <a:r>
                        <a:rPr lang="en-US" dirty="0"/>
                        <a:t>global</a:t>
                      </a:r>
                    </a:p>
                  </a:txBody>
                  <a:tcPr/>
                </a:tc>
                <a:tc>
                  <a:txBody>
                    <a:bodyPr/>
                    <a:lstStyle/>
                    <a:p>
                      <a:r>
                        <a:rPr lang="en-US" dirty="0"/>
                        <a:t>grid</a:t>
                      </a:r>
                    </a:p>
                  </a:txBody>
                  <a:tcPr/>
                </a:tc>
                <a:tc>
                  <a:txBody>
                    <a:bodyPr/>
                    <a:lstStyle/>
                    <a:p>
                      <a:r>
                        <a:rPr lang="en-US" dirty="0"/>
                        <a:t>application</a:t>
                      </a:r>
                    </a:p>
                  </a:txBody>
                  <a:tcPr/>
                </a:tc>
                <a:extLst>
                  <a:ext uri="{0D108BD9-81ED-4DB2-BD59-A6C34878D82A}">
                    <a16:rowId xmlns:a16="http://schemas.microsoft.com/office/drawing/2014/main" val="607286620"/>
                  </a:ext>
                </a:extLst>
              </a:tr>
            </a:tbl>
          </a:graphicData>
        </a:graphic>
      </p:graphicFrame>
      <p:pic>
        <p:nvPicPr>
          <p:cNvPr id="7" name="Picture 6" descr="Diagram&#10;&#10;Description automatically generated">
            <a:extLst>
              <a:ext uri="{FF2B5EF4-FFF2-40B4-BE49-F238E27FC236}">
                <a16:creationId xmlns:a16="http://schemas.microsoft.com/office/drawing/2014/main" id="{72336308-6823-465D-847F-4D9D8C77A5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05849" y="828211"/>
            <a:ext cx="6227428" cy="5473267"/>
          </a:xfrm>
          <a:prstGeom prst="rect">
            <a:avLst/>
          </a:prstGeom>
        </p:spPr>
      </p:pic>
    </p:spTree>
    <p:extLst>
      <p:ext uri="{BB962C8B-B14F-4D97-AF65-F5344CB8AC3E}">
        <p14:creationId xmlns:p14="http://schemas.microsoft.com/office/powerpoint/2010/main" val="141947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B82FF-73D2-4357-BAC5-536BB78DD82D}"/>
              </a:ext>
            </a:extLst>
          </p:cNvPr>
          <p:cNvSpPr>
            <a:spLocks noGrp="1"/>
          </p:cNvSpPr>
          <p:nvPr>
            <p:ph type="title"/>
          </p:nvPr>
        </p:nvSpPr>
        <p:spPr/>
        <p:txBody>
          <a:bodyPr/>
          <a:lstStyle/>
          <a:p>
            <a:r>
              <a:rPr lang="en-US" dirty="0"/>
              <a:t>Performance of shared memory</a:t>
            </a:r>
          </a:p>
        </p:txBody>
      </p:sp>
      <p:sp>
        <p:nvSpPr>
          <p:cNvPr id="3" name="Content Placeholder 2">
            <a:extLst>
              <a:ext uri="{FF2B5EF4-FFF2-40B4-BE49-F238E27FC236}">
                <a16:creationId xmlns:a16="http://schemas.microsoft.com/office/drawing/2014/main" id="{24618319-318F-4BB3-9FE3-95D1A2DDF0E9}"/>
              </a:ext>
            </a:extLst>
          </p:cNvPr>
          <p:cNvSpPr>
            <a:spLocks noGrp="1"/>
          </p:cNvSpPr>
          <p:nvPr>
            <p:ph idx="1"/>
          </p:nvPr>
        </p:nvSpPr>
        <p:spPr/>
        <p:txBody>
          <a:bodyPr/>
          <a:lstStyle/>
          <a:p>
            <a:pPr marL="0" indent="0">
              <a:buNone/>
            </a:pPr>
            <a:r>
              <a:rPr lang="en-US" dirty="0"/>
              <a:t>Shared memory is stored near the CPU and is much faster than global memory. </a:t>
            </a:r>
          </a:p>
          <a:p>
            <a:pPr marL="0" indent="0">
              <a:buNone/>
            </a:pPr>
            <a:endParaRPr lang="en-US" dirty="0"/>
          </a:p>
          <a:p>
            <a:pPr marL="0" indent="0">
              <a:buNone/>
            </a:pPr>
            <a:r>
              <a:rPr lang="en-US" dirty="0"/>
              <a:t>You should prefer shared memory for working with data that is common to your block.</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42217973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13713-B0BF-4FAC-86F9-40D2003AD3CC}"/>
              </a:ext>
            </a:extLst>
          </p:cNvPr>
          <p:cNvSpPr>
            <a:spLocks noGrp="1"/>
          </p:cNvSpPr>
          <p:nvPr>
            <p:ph type="title"/>
          </p:nvPr>
        </p:nvSpPr>
        <p:spPr/>
        <p:txBody>
          <a:bodyPr/>
          <a:lstStyle/>
          <a:p>
            <a:r>
              <a:rPr lang="en-US" dirty="0"/>
              <a:t>Previous blur example kernel code:</a:t>
            </a:r>
          </a:p>
        </p:txBody>
      </p:sp>
      <p:sp>
        <p:nvSpPr>
          <p:cNvPr id="3" name="Content Placeholder 2">
            <a:extLst>
              <a:ext uri="{FF2B5EF4-FFF2-40B4-BE49-F238E27FC236}">
                <a16:creationId xmlns:a16="http://schemas.microsoft.com/office/drawing/2014/main" id="{2EE2A086-0D77-4157-9CFE-8D81E7196E91}"/>
              </a:ext>
            </a:extLst>
          </p:cNvPr>
          <p:cNvSpPr>
            <a:spLocks noGrp="1"/>
          </p:cNvSpPr>
          <p:nvPr>
            <p:ph idx="1"/>
          </p:nvPr>
        </p:nvSpPr>
        <p:spPr>
          <a:xfrm>
            <a:off x="343950" y="1825625"/>
            <a:ext cx="11425804" cy="4351338"/>
          </a:xfrm>
        </p:spPr>
        <p:txBody>
          <a:bodyPr>
            <a:normAutofit/>
          </a:bodyPr>
          <a:lstStyle/>
          <a:p>
            <a:pPr marL="0" indent="0">
              <a:buNone/>
            </a:pPr>
            <a:r>
              <a:rPr lang="en-US" sz="2400" dirty="0">
                <a:latin typeface="Consolas" panose="020B0609020204030204" pitchFamily="49" charset="0"/>
              </a:rPr>
              <a:t>__global__ void </a:t>
            </a:r>
            <a:r>
              <a:rPr lang="en-US" sz="2400" dirty="0" err="1">
                <a:latin typeface="Consolas" panose="020B0609020204030204" pitchFamily="49" charset="0"/>
              </a:rPr>
              <a:t>blurKernel</a:t>
            </a:r>
            <a:r>
              <a:rPr lang="en-US" sz="2400" dirty="0">
                <a:latin typeface="Consolas" panose="020B0609020204030204" pitchFamily="49" charset="0"/>
              </a:rPr>
              <a:t>(float *a, float *b, float *c, int n) {</a:t>
            </a:r>
          </a:p>
          <a:p>
            <a:pPr marL="0" indent="0">
              <a:buNone/>
            </a:pPr>
            <a:r>
              <a:rPr lang="en-US" sz="2400" dirty="0">
                <a:latin typeface="Consolas" panose="020B0609020204030204" pitchFamily="49" charset="0"/>
              </a:rPr>
              <a:t>	int id = </a:t>
            </a:r>
            <a:r>
              <a:rPr lang="en-US" sz="2400" dirty="0" err="1">
                <a:latin typeface="Consolas" panose="020B0609020204030204" pitchFamily="49" charset="0"/>
              </a:rPr>
              <a:t>threadIdx.x</a:t>
            </a:r>
            <a:r>
              <a:rPr lang="en-US" sz="2400" dirty="0">
                <a:latin typeface="Consolas" panose="020B0609020204030204" pitchFamily="49" charset="0"/>
              </a:rPr>
              <a:t> + </a:t>
            </a:r>
            <a:r>
              <a:rPr lang="en-US" sz="2400" dirty="0" err="1">
                <a:latin typeface="Consolas" panose="020B0609020204030204" pitchFamily="49" charset="0"/>
              </a:rPr>
              <a:t>blockDim.x</a:t>
            </a:r>
            <a:r>
              <a:rPr lang="en-US" sz="2400" dirty="0">
                <a:latin typeface="Consolas" panose="020B0609020204030204" pitchFamily="49" charset="0"/>
              </a:rPr>
              <a:t> * </a:t>
            </a:r>
            <a:r>
              <a:rPr lang="en-US" sz="2400" dirty="0" err="1">
                <a:latin typeface="Consolas" panose="020B0609020204030204" pitchFamily="49" charset="0"/>
              </a:rPr>
              <a:t>blockIdx.x</a:t>
            </a:r>
            <a:r>
              <a:rPr lang="en-US" sz="2400" dirty="0">
                <a:latin typeface="Consolas" panose="020B0609020204030204" pitchFamily="49" charset="0"/>
              </a:rPr>
              <a:t>; </a:t>
            </a:r>
          </a:p>
          <a:p>
            <a:pPr marL="0" indent="0">
              <a:buNone/>
            </a:pPr>
            <a:r>
              <a:rPr lang="en-US" sz="2400" dirty="0">
                <a:latin typeface="Consolas" panose="020B0609020204030204" pitchFamily="49" charset="0"/>
              </a:rPr>
              <a:t>	if (id &lt; n) c[id] = a[id] + b[id];</a:t>
            </a:r>
          </a:p>
          <a:p>
            <a:pPr marL="0" indent="0">
              <a:buNone/>
            </a:pPr>
            <a:r>
              <a:rPr lang="en-US" sz="2400" dirty="0">
                <a:latin typeface="Consolas" panose="020B0609020204030204" pitchFamily="49" charset="0"/>
              </a:rPr>
              <a:t>	__</a:t>
            </a:r>
            <a:r>
              <a:rPr lang="en-US" sz="2400" dirty="0" err="1">
                <a:latin typeface="Consolas" panose="020B0609020204030204" pitchFamily="49" charset="0"/>
              </a:rPr>
              <a:t>syncthreads</a:t>
            </a:r>
            <a:r>
              <a:rPr lang="en-US" sz="2400" dirty="0">
                <a:latin typeface="Consolas" panose="020B0609020204030204" pitchFamily="49" charset="0"/>
              </a:rPr>
              <a:t>(); // c is calculated for this whole block</a:t>
            </a:r>
          </a:p>
          <a:p>
            <a:pPr marL="0" indent="0">
              <a:buNone/>
            </a:pPr>
            <a:r>
              <a:rPr lang="en-US" sz="2400" dirty="0">
                <a:latin typeface="Consolas" panose="020B0609020204030204" pitchFamily="49" charset="0"/>
              </a:rPr>
              <a:t>	 if (id &lt; n) temp = c[id] + c[id+1] + c[id-1];</a:t>
            </a:r>
          </a:p>
          <a:p>
            <a:pPr marL="0" indent="0">
              <a:buNone/>
            </a:pPr>
            <a:r>
              <a:rPr lang="en-US" sz="2400" dirty="0">
                <a:latin typeface="Consolas" panose="020B0609020204030204" pitchFamily="49" charset="0"/>
              </a:rPr>
              <a:t>	__</a:t>
            </a:r>
            <a:r>
              <a:rPr lang="en-US" sz="2400" dirty="0" err="1">
                <a:latin typeface="Consolas" panose="020B0609020204030204" pitchFamily="49" charset="0"/>
              </a:rPr>
              <a:t>syncthreads</a:t>
            </a:r>
            <a:r>
              <a:rPr lang="en-US" sz="2400" dirty="0">
                <a:latin typeface="Consolas" panose="020B0609020204030204" pitchFamily="49" charset="0"/>
              </a:rPr>
              <a:t>(); // temp is calculated for this whole block</a:t>
            </a:r>
          </a:p>
          <a:p>
            <a:pPr marL="0" indent="0">
              <a:buNone/>
            </a:pPr>
            <a:r>
              <a:rPr lang="en-US" sz="2400" dirty="0">
                <a:latin typeface="Consolas" panose="020B0609020204030204" pitchFamily="49" charset="0"/>
              </a:rPr>
              <a:t>	 if (id &lt; n) c[id] = temp/3; // now it’s safe to change c</a:t>
            </a:r>
          </a:p>
          <a:p>
            <a:pPr marL="0" indent="0">
              <a:buNone/>
            </a:pPr>
            <a:r>
              <a:rPr lang="en-US" sz="2400" dirty="0">
                <a:latin typeface="Consolas" panose="020B0609020204030204" pitchFamily="49" charset="0"/>
              </a:rPr>
              <a:t>}</a:t>
            </a:r>
          </a:p>
          <a:p>
            <a:pPr marL="0" indent="0">
              <a:buNone/>
            </a:pPr>
            <a:endParaRPr lang="en-US" dirty="0"/>
          </a:p>
        </p:txBody>
      </p:sp>
      <p:sp>
        <p:nvSpPr>
          <p:cNvPr id="4" name="TextBox 3">
            <a:extLst>
              <a:ext uri="{FF2B5EF4-FFF2-40B4-BE49-F238E27FC236}">
                <a16:creationId xmlns:a16="http://schemas.microsoft.com/office/drawing/2014/main" id="{DD8F9E79-C2CC-49DD-B236-9DC3403BE9F2}"/>
              </a:ext>
            </a:extLst>
          </p:cNvPr>
          <p:cNvSpPr txBox="1"/>
          <p:nvPr/>
        </p:nvSpPr>
        <p:spPr>
          <a:xfrm>
            <a:off x="1795244" y="6115574"/>
            <a:ext cx="7514878" cy="523220"/>
          </a:xfrm>
          <a:prstGeom prst="rect">
            <a:avLst/>
          </a:prstGeom>
          <a:noFill/>
        </p:spPr>
        <p:txBody>
          <a:bodyPr wrap="none" rtlCol="0">
            <a:spAutoFit/>
          </a:bodyPr>
          <a:lstStyle/>
          <a:p>
            <a:r>
              <a:rPr lang="en-US" sz="2800" dirty="0"/>
              <a:t>Note that we aren’t checking id+1/id-1 for safety…</a:t>
            </a:r>
          </a:p>
        </p:txBody>
      </p:sp>
    </p:spTree>
    <p:extLst>
      <p:ext uri="{BB962C8B-B14F-4D97-AF65-F5344CB8AC3E}">
        <p14:creationId xmlns:p14="http://schemas.microsoft.com/office/powerpoint/2010/main" val="4065995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22A0F-D29E-45DE-9E22-7F05FB61C53B}"/>
              </a:ext>
            </a:extLst>
          </p:cNvPr>
          <p:cNvSpPr>
            <a:spLocks noGrp="1"/>
          </p:cNvSpPr>
          <p:nvPr>
            <p:ph type="title"/>
          </p:nvPr>
        </p:nvSpPr>
        <p:spPr/>
        <p:txBody>
          <a:bodyPr/>
          <a:lstStyle/>
          <a:p>
            <a:r>
              <a:rPr lang="en-US" dirty="0"/>
              <a:t>Improved blur kernel</a:t>
            </a:r>
          </a:p>
        </p:txBody>
      </p:sp>
      <p:sp>
        <p:nvSpPr>
          <p:cNvPr id="5" name="TextBox 4">
            <a:extLst>
              <a:ext uri="{FF2B5EF4-FFF2-40B4-BE49-F238E27FC236}">
                <a16:creationId xmlns:a16="http://schemas.microsoft.com/office/drawing/2014/main" id="{0F81A1F3-B0DD-4AD5-ACAA-CCEA256D3DBD}"/>
              </a:ext>
            </a:extLst>
          </p:cNvPr>
          <p:cNvSpPr txBox="1"/>
          <p:nvPr/>
        </p:nvSpPr>
        <p:spPr>
          <a:xfrm>
            <a:off x="369117" y="1768833"/>
            <a:ext cx="11610362" cy="4524315"/>
          </a:xfrm>
          <a:prstGeom prst="rect">
            <a:avLst/>
          </a:prstGeom>
          <a:noFill/>
        </p:spPr>
        <p:txBody>
          <a:bodyPr wrap="square">
            <a:spAutoFit/>
          </a:bodyPr>
          <a:lstStyle/>
          <a:p>
            <a:pPr marL="0" indent="0">
              <a:buNone/>
            </a:pPr>
            <a:r>
              <a:rPr lang="en-US" sz="2400" dirty="0">
                <a:latin typeface="Consolas" panose="020B0609020204030204" pitchFamily="49" charset="0"/>
              </a:rPr>
              <a:t>__global__ void </a:t>
            </a:r>
            <a:r>
              <a:rPr lang="en-US" sz="2400" dirty="0" err="1">
                <a:latin typeface="Consolas" panose="020B0609020204030204" pitchFamily="49" charset="0"/>
              </a:rPr>
              <a:t>blurKernel</a:t>
            </a:r>
            <a:r>
              <a:rPr lang="en-US" sz="2400" dirty="0">
                <a:latin typeface="Consolas" panose="020B0609020204030204" pitchFamily="49" charset="0"/>
              </a:rPr>
              <a:t>(float *a, float *b, float *c, int n) {</a:t>
            </a:r>
          </a:p>
          <a:p>
            <a:pPr marL="0" indent="0">
              <a:buNone/>
            </a:pPr>
            <a:r>
              <a:rPr lang="en-US" sz="2400" dirty="0">
                <a:latin typeface="Consolas" panose="020B0609020204030204" pitchFamily="49" charset="0"/>
              </a:rPr>
              <a:t>	int id = </a:t>
            </a:r>
            <a:r>
              <a:rPr lang="en-US" sz="2400" dirty="0" err="1">
                <a:latin typeface="Consolas" panose="020B0609020204030204" pitchFamily="49" charset="0"/>
              </a:rPr>
              <a:t>threadIdx.x</a:t>
            </a:r>
            <a:r>
              <a:rPr lang="en-US" sz="2400" dirty="0">
                <a:latin typeface="Consolas" panose="020B0609020204030204" pitchFamily="49" charset="0"/>
              </a:rPr>
              <a:t> + </a:t>
            </a:r>
            <a:r>
              <a:rPr lang="en-US" sz="2400" dirty="0" err="1">
                <a:latin typeface="Consolas" panose="020B0609020204030204" pitchFamily="49" charset="0"/>
              </a:rPr>
              <a:t>blockDim.x</a:t>
            </a:r>
            <a:r>
              <a:rPr lang="en-US" sz="2400" dirty="0">
                <a:latin typeface="Consolas" panose="020B0609020204030204" pitchFamily="49" charset="0"/>
              </a:rPr>
              <a:t> * </a:t>
            </a:r>
            <a:r>
              <a:rPr lang="en-US" sz="2400" dirty="0" err="1">
                <a:latin typeface="Consolas" panose="020B0609020204030204" pitchFamily="49" charset="0"/>
              </a:rPr>
              <a:t>blockIdx.x</a:t>
            </a:r>
            <a:r>
              <a:rPr lang="en-US" sz="2400" dirty="0">
                <a:latin typeface="Consolas" panose="020B0609020204030204" pitchFamily="49" charset="0"/>
              </a:rPr>
              <a:t>; </a:t>
            </a:r>
          </a:p>
          <a:p>
            <a:pPr marL="0" indent="0">
              <a:buNone/>
            </a:pPr>
            <a:r>
              <a:rPr lang="en-US" sz="2400" dirty="0">
                <a:latin typeface="Consolas" panose="020B0609020204030204" pitchFamily="49" charset="0"/>
              </a:rPr>
              <a:t>	__shared__ float temp[</a:t>
            </a:r>
            <a:r>
              <a:rPr lang="en-US" sz="2400" dirty="0" err="1">
                <a:latin typeface="Consolas" panose="020B0609020204030204" pitchFamily="49" charset="0"/>
              </a:rPr>
              <a:t>blockDim.x</a:t>
            </a:r>
            <a:r>
              <a:rPr lang="en-US" sz="2400" dirty="0">
                <a:latin typeface="Consolas" panose="020B0609020204030204" pitchFamily="49" charset="0"/>
              </a:rPr>
              <a:t>];</a:t>
            </a:r>
          </a:p>
          <a:p>
            <a:pPr marL="0" indent="0">
              <a:buNone/>
            </a:pPr>
            <a:r>
              <a:rPr lang="en-US" sz="2400" dirty="0">
                <a:latin typeface="Consolas" panose="020B0609020204030204" pitchFamily="49" charset="0"/>
              </a:rPr>
              <a:t>	if (id &lt; n) </a:t>
            </a:r>
          </a:p>
          <a:p>
            <a:pPr marL="0" indent="0">
              <a:buNone/>
            </a:pPr>
            <a:r>
              <a:rPr lang="en-US" sz="2400" dirty="0">
                <a:latin typeface="Consolas" panose="020B0609020204030204" pitchFamily="49" charset="0"/>
              </a:rPr>
              <a:t>		temp[</a:t>
            </a:r>
            <a:r>
              <a:rPr lang="en-US" sz="2400" dirty="0" err="1">
                <a:latin typeface="Consolas" panose="020B0609020204030204" pitchFamily="49" charset="0"/>
              </a:rPr>
              <a:t>threadIdx.x</a:t>
            </a:r>
            <a:r>
              <a:rPr lang="en-US" sz="2400" dirty="0">
                <a:latin typeface="Consolas" panose="020B0609020204030204" pitchFamily="49" charset="0"/>
              </a:rPr>
              <a:t>] = a[id] + b[id];</a:t>
            </a:r>
          </a:p>
          <a:p>
            <a:pPr marL="0" indent="0">
              <a:buNone/>
            </a:pPr>
            <a:r>
              <a:rPr lang="en-US" sz="2400" dirty="0">
                <a:latin typeface="Consolas" panose="020B0609020204030204" pitchFamily="49" charset="0"/>
              </a:rPr>
              <a:t>	__</a:t>
            </a:r>
            <a:r>
              <a:rPr lang="en-US" sz="2400" dirty="0" err="1">
                <a:latin typeface="Consolas" panose="020B0609020204030204" pitchFamily="49" charset="0"/>
              </a:rPr>
              <a:t>syncthreads</a:t>
            </a:r>
            <a:r>
              <a:rPr lang="en-US" sz="2400" dirty="0">
                <a:latin typeface="Consolas" panose="020B0609020204030204" pitchFamily="49" charset="0"/>
              </a:rPr>
              <a:t>(); // temp is calculated for this whole block</a:t>
            </a:r>
          </a:p>
          <a:p>
            <a:pPr marL="0" indent="0">
              <a:buNone/>
            </a:pPr>
            <a:r>
              <a:rPr lang="en-US" sz="2400" dirty="0">
                <a:latin typeface="Consolas" panose="020B0609020204030204" pitchFamily="49" charset="0"/>
              </a:rPr>
              <a:t>	 if (id &lt; n) </a:t>
            </a:r>
          </a:p>
          <a:p>
            <a:pPr marL="0" indent="0">
              <a:buNone/>
            </a:pPr>
            <a:r>
              <a:rPr lang="en-US" sz="2400" dirty="0">
                <a:latin typeface="Consolas" panose="020B0609020204030204" pitchFamily="49" charset="0"/>
              </a:rPr>
              <a:t>		c[id] = (temp[</a:t>
            </a:r>
            <a:r>
              <a:rPr lang="en-US" sz="2400" dirty="0" err="1">
                <a:latin typeface="Consolas" panose="020B0609020204030204" pitchFamily="49" charset="0"/>
              </a:rPr>
              <a:t>threadIdx</a:t>
            </a:r>
            <a:r>
              <a:rPr lang="en-US" sz="2400" dirty="0">
                <a:latin typeface="Consolas" panose="020B0609020204030204" pitchFamily="49" charset="0"/>
              </a:rPr>
              <a:t>] + </a:t>
            </a:r>
          </a:p>
          <a:p>
            <a:pPr marL="0" indent="0">
              <a:buNone/>
            </a:pPr>
            <a:r>
              <a:rPr lang="en-US" sz="2400" dirty="0">
                <a:latin typeface="Consolas" panose="020B0609020204030204" pitchFamily="49" charset="0"/>
              </a:rPr>
              <a:t>			temp[threadIdx-1] + </a:t>
            </a:r>
          </a:p>
          <a:p>
            <a:pPr marL="0" indent="0">
              <a:buNone/>
            </a:pPr>
            <a:r>
              <a:rPr lang="en-US" sz="2400" dirty="0">
                <a:latin typeface="Consolas" panose="020B0609020204030204" pitchFamily="49" charset="0"/>
              </a:rPr>
              <a:t>			temp[threadIdx+1]) /3;</a:t>
            </a:r>
          </a:p>
          <a:p>
            <a:pPr marL="0" indent="0">
              <a:buNone/>
            </a:pPr>
            <a:r>
              <a:rPr lang="en-US" sz="2400" dirty="0">
                <a:latin typeface="Consolas" panose="020B0609020204030204" pitchFamily="49" charset="0"/>
              </a:rPr>
              <a:t>}</a:t>
            </a:r>
          </a:p>
          <a:p>
            <a:pPr marL="0" indent="0">
              <a:buNone/>
            </a:pPr>
            <a:endParaRPr lang="en-US" sz="2400" dirty="0"/>
          </a:p>
        </p:txBody>
      </p:sp>
    </p:spTree>
    <p:extLst>
      <p:ext uri="{BB962C8B-B14F-4D97-AF65-F5344CB8AC3E}">
        <p14:creationId xmlns:p14="http://schemas.microsoft.com/office/powerpoint/2010/main" val="32959990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6D65F-F266-475C-A39C-4ECE2CE6A8C0}"/>
              </a:ext>
            </a:extLst>
          </p:cNvPr>
          <p:cNvSpPr>
            <a:spLocks noGrp="1"/>
          </p:cNvSpPr>
          <p:nvPr>
            <p:ph type="title"/>
          </p:nvPr>
        </p:nvSpPr>
        <p:spPr/>
        <p:txBody>
          <a:bodyPr/>
          <a:lstStyle/>
          <a:p>
            <a:r>
              <a:rPr lang="en-US" dirty="0"/>
              <a:t>Performance Of Constants</a:t>
            </a:r>
          </a:p>
        </p:txBody>
      </p:sp>
      <p:sp>
        <p:nvSpPr>
          <p:cNvPr id="3" name="Content Placeholder 2">
            <a:extLst>
              <a:ext uri="{FF2B5EF4-FFF2-40B4-BE49-F238E27FC236}">
                <a16:creationId xmlns:a16="http://schemas.microsoft.com/office/drawing/2014/main" id="{D1852020-469A-4872-930B-59D8D55F135A}"/>
              </a:ext>
            </a:extLst>
          </p:cNvPr>
          <p:cNvSpPr>
            <a:spLocks noGrp="1"/>
          </p:cNvSpPr>
          <p:nvPr>
            <p:ph idx="1"/>
          </p:nvPr>
        </p:nvSpPr>
        <p:spPr/>
        <p:txBody>
          <a:bodyPr/>
          <a:lstStyle/>
          <a:p>
            <a:pPr marL="0" indent="0">
              <a:buNone/>
            </a:pPr>
            <a:r>
              <a:rPr lang="en-US" dirty="0"/>
              <a:t>Like shared memory, constants are </a:t>
            </a:r>
            <a:r>
              <a:rPr lang="en-US" b="1" dirty="0"/>
              <a:t>much</a:t>
            </a:r>
            <a:r>
              <a:rPr lang="en-US" dirty="0"/>
              <a:t> faster than global memory.</a:t>
            </a:r>
          </a:p>
          <a:p>
            <a:pPr marL="0" indent="0">
              <a:buNone/>
            </a:pPr>
            <a:endParaRPr lang="en-US" dirty="0"/>
          </a:p>
          <a:p>
            <a:pPr marL="0" indent="0">
              <a:buNone/>
            </a:pPr>
            <a:r>
              <a:rPr lang="en-US" dirty="0"/>
              <a:t>Because they are read-only, the GPU hardware can make optimizations. For example – shared memory must be cleared between blocks. Constants do not need to be cleared.</a:t>
            </a:r>
          </a:p>
          <a:p>
            <a:pPr marL="0" indent="0">
              <a:buNone/>
            </a:pPr>
            <a:endParaRPr lang="en-US" dirty="0"/>
          </a:p>
          <a:p>
            <a:pPr marL="0" indent="0">
              <a:buNone/>
            </a:pPr>
            <a:r>
              <a:rPr lang="en-US" dirty="0"/>
              <a:t>In fact, constants are stored in global memory, but the caching subsystem (yes, just like on a CPU!) can optimize accesses.</a:t>
            </a:r>
          </a:p>
        </p:txBody>
      </p:sp>
    </p:spTree>
    <p:extLst>
      <p:ext uri="{BB962C8B-B14F-4D97-AF65-F5344CB8AC3E}">
        <p14:creationId xmlns:p14="http://schemas.microsoft.com/office/powerpoint/2010/main" val="2084990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2071F-842F-486C-A478-E6D15976FC77}"/>
              </a:ext>
            </a:extLst>
          </p:cNvPr>
          <p:cNvSpPr>
            <a:spLocks noGrp="1"/>
          </p:cNvSpPr>
          <p:nvPr>
            <p:ph type="title"/>
          </p:nvPr>
        </p:nvSpPr>
        <p:spPr/>
        <p:txBody>
          <a:bodyPr/>
          <a:lstStyle/>
          <a:p>
            <a:r>
              <a:rPr lang="en-US" dirty="0"/>
              <a:t>Alignment</a:t>
            </a:r>
          </a:p>
        </p:txBody>
      </p:sp>
      <p:sp>
        <p:nvSpPr>
          <p:cNvPr id="3" name="Content Placeholder 2">
            <a:extLst>
              <a:ext uri="{FF2B5EF4-FFF2-40B4-BE49-F238E27FC236}">
                <a16:creationId xmlns:a16="http://schemas.microsoft.com/office/drawing/2014/main" id="{5AC826D9-C65A-4CF9-8AB3-669AA141C1FD}"/>
              </a:ext>
            </a:extLst>
          </p:cNvPr>
          <p:cNvSpPr>
            <a:spLocks noGrp="1"/>
          </p:cNvSpPr>
          <p:nvPr>
            <p:ph idx="1"/>
          </p:nvPr>
        </p:nvSpPr>
        <p:spPr/>
        <p:txBody>
          <a:bodyPr/>
          <a:lstStyle/>
          <a:p>
            <a:pPr marL="0" indent="0">
              <a:buNone/>
            </a:pPr>
            <a:r>
              <a:rPr lang="en-US" dirty="0"/>
              <a:t>Much like CPUs, GPUs have alignment requirements for best performance. </a:t>
            </a:r>
          </a:p>
          <a:p>
            <a:pPr marL="0" indent="0">
              <a:buNone/>
            </a:pPr>
            <a:endParaRPr lang="en-US" dirty="0"/>
          </a:p>
          <a:p>
            <a:pPr marL="0" indent="0">
              <a:buNone/>
            </a:pPr>
            <a:r>
              <a:rPr lang="en-US" dirty="0"/>
              <a:t>We saw </a:t>
            </a:r>
            <a:r>
              <a:rPr lang="en-US" dirty="0" err="1"/>
              <a:t>cudaMalloc</a:t>
            </a:r>
            <a:r>
              <a:rPr lang="en-US" dirty="0"/>
              <a:t> and </a:t>
            </a:r>
            <a:r>
              <a:rPr lang="en-US" dirty="0" err="1"/>
              <a:t>cudaFree</a:t>
            </a:r>
            <a:r>
              <a:rPr lang="en-US" dirty="0"/>
              <a:t>, already.</a:t>
            </a:r>
          </a:p>
          <a:p>
            <a:pPr marL="0" indent="0">
              <a:buNone/>
            </a:pPr>
            <a:r>
              <a:rPr lang="en-US" dirty="0"/>
              <a:t>For 2D and 3D arrays, we should use </a:t>
            </a:r>
            <a:r>
              <a:rPr lang="en-US" dirty="0" err="1"/>
              <a:t>cudaMallocPitch</a:t>
            </a:r>
            <a:r>
              <a:rPr lang="en-US" dirty="0"/>
              <a:t>() and cudaMalloc3D(). These pad the allocations for alignment.</a:t>
            </a:r>
          </a:p>
          <a:p>
            <a:pPr marL="0" indent="0">
              <a:buNone/>
            </a:pPr>
            <a:endParaRPr lang="en-US" dirty="0"/>
          </a:p>
          <a:p>
            <a:pPr marL="0" indent="0">
              <a:buNone/>
            </a:pPr>
            <a:r>
              <a:rPr lang="en-US" dirty="0"/>
              <a:t>Failure to do so can reduce performance.</a:t>
            </a:r>
          </a:p>
        </p:txBody>
      </p:sp>
    </p:spTree>
    <p:extLst>
      <p:ext uri="{BB962C8B-B14F-4D97-AF65-F5344CB8AC3E}">
        <p14:creationId xmlns:p14="http://schemas.microsoft.com/office/powerpoint/2010/main" val="2413669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C47FC-5DCF-4400-A736-D83E165E0AB5}"/>
              </a:ext>
            </a:extLst>
          </p:cNvPr>
          <p:cNvSpPr>
            <a:spLocks noGrp="1"/>
          </p:cNvSpPr>
          <p:nvPr>
            <p:ph type="title"/>
          </p:nvPr>
        </p:nvSpPr>
        <p:spPr>
          <a:xfrm>
            <a:off x="912303" y="138419"/>
            <a:ext cx="10515600" cy="1325563"/>
          </a:xfrm>
        </p:spPr>
        <p:txBody>
          <a:bodyPr/>
          <a:lstStyle/>
          <a:p>
            <a:r>
              <a:rPr lang="en-US" dirty="0" err="1"/>
              <a:t>cudaMallocPitch</a:t>
            </a:r>
            <a:r>
              <a:rPr lang="en-US" dirty="0"/>
              <a:t> example</a:t>
            </a:r>
          </a:p>
        </p:txBody>
      </p:sp>
      <p:sp>
        <p:nvSpPr>
          <p:cNvPr id="3" name="Content Placeholder 2">
            <a:extLst>
              <a:ext uri="{FF2B5EF4-FFF2-40B4-BE49-F238E27FC236}">
                <a16:creationId xmlns:a16="http://schemas.microsoft.com/office/drawing/2014/main" id="{30E2465D-A17E-484A-AAED-E75F2A628FFB}"/>
              </a:ext>
            </a:extLst>
          </p:cNvPr>
          <p:cNvSpPr>
            <a:spLocks noGrp="1"/>
          </p:cNvSpPr>
          <p:nvPr>
            <p:ph idx="1"/>
          </p:nvPr>
        </p:nvSpPr>
        <p:spPr>
          <a:xfrm>
            <a:off x="268448" y="1707158"/>
            <a:ext cx="11803310" cy="5012423"/>
          </a:xfrm>
        </p:spPr>
        <p:txBody>
          <a:bodyPr>
            <a:normAutofit lnSpcReduction="10000"/>
          </a:bodyPr>
          <a:lstStyle/>
          <a:p>
            <a:pPr marL="0" indent="0">
              <a:buNone/>
            </a:pPr>
            <a:r>
              <a:rPr lang="en-US" sz="2400" dirty="0">
                <a:latin typeface="Consolas" panose="020B0609020204030204" pitchFamily="49" charset="0"/>
              </a:rPr>
              <a:t>main () {</a:t>
            </a:r>
          </a:p>
          <a:p>
            <a:pPr marL="0" indent="0">
              <a:buNone/>
            </a:pPr>
            <a:r>
              <a:rPr lang="en-US" sz="2400" dirty="0">
                <a:latin typeface="Consolas" panose="020B0609020204030204" pitchFamily="49" charset="0"/>
              </a:rPr>
              <a:t>	</a:t>
            </a:r>
            <a:r>
              <a:rPr lang="en-US" sz="2400" dirty="0" err="1">
                <a:latin typeface="Consolas" panose="020B0609020204030204" pitchFamily="49" charset="0"/>
              </a:rPr>
              <a:t>size_t</a:t>
            </a:r>
            <a:r>
              <a:rPr lang="en-US" sz="2400" dirty="0">
                <a:latin typeface="Consolas" panose="020B0609020204030204" pitchFamily="49" charset="0"/>
              </a:rPr>
              <a:t> pitch; float *mem;</a:t>
            </a:r>
          </a:p>
          <a:p>
            <a:pPr marL="0" indent="0">
              <a:buNone/>
            </a:pPr>
            <a:r>
              <a:rPr lang="en-US" sz="2400" dirty="0">
                <a:latin typeface="Consolas" panose="020B0609020204030204" pitchFamily="49" charset="0"/>
              </a:rPr>
              <a:t>	</a:t>
            </a:r>
            <a:r>
              <a:rPr lang="en-US" sz="2400" dirty="0" err="1">
                <a:latin typeface="Consolas" panose="020B0609020204030204" pitchFamily="49" charset="0"/>
              </a:rPr>
              <a:t>cudaMallocPitch</a:t>
            </a:r>
            <a:r>
              <a:rPr lang="en-US" sz="2400" dirty="0">
                <a:latin typeface="Consolas" panose="020B0609020204030204" pitchFamily="49" charset="0"/>
              </a:rPr>
              <a:t>(&amp;device, &amp;pitch, width*</a:t>
            </a:r>
            <a:r>
              <a:rPr lang="en-US" sz="2400" dirty="0" err="1">
                <a:latin typeface="Consolas" panose="020B0609020204030204" pitchFamily="49" charset="0"/>
              </a:rPr>
              <a:t>sizeof</a:t>
            </a:r>
            <a:r>
              <a:rPr lang="en-US" sz="2400" dirty="0">
                <a:latin typeface="Consolas" panose="020B0609020204030204" pitchFamily="49" charset="0"/>
              </a:rPr>
              <a:t>(float),height);</a:t>
            </a:r>
          </a:p>
          <a:p>
            <a:pPr marL="0" indent="0">
              <a:buNone/>
            </a:pPr>
            <a:r>
              <a:rPr lang="en-US" sz="2400" dirty="0">
                <a:latin typeface="Consolas" panose="020B0609020204030204" pitchFamily="49" charset="0"/>
              </a:rPr>
              <a:t>	</a:t>
            </a:r>
            <a:r>
              <a:rPr lang="en-US" sz="2400" dirty="0" err="1">
                <a:latin typeface="Consolas" panose="020B0609020204030204" pitchFamily="49" charset="0"/>
              </a:rPr>
              <a:t>myKernel</a:t>
            </a:r>
            <a:r>
              <a:rPr lang="en-US" sz="2400" dirty="0">
                <a:latin typeface="Consolas" panose="020B0609020204030204" pitchFamily="49" charset="0"/>
              </a:rPr>
              <a:t>&lt;&lt;&lt;100,100&gt;&gt;&gt; (mem, pitch, width, height);</a:t>
            </a:r>
          </a:p>
          <a:p>
            <a:pPr marL="0" indent="0">
              <a:buNone/>
            </a:pPr>
            <a:r>
              <a:rPr lang="en-US" sz="2400" dirty="0">
                <a:latin typeface="Consolas" panose="020B0609020204030204" pitchFamily="49" charset="0"/>
              </a:rPr>
              <a:t>}</a:t>
            </a:r>
          </a:p>
          <a:p>
            <a:pPr marL="0" indent="0">
              <a:buNone/>
            </a:pPr>
            <a:endParaRPr lang="en-US" sz="2400" dirty="0">
              <a:latin typeface="Consolas" panose="020B0609020204030204" pitchFamily="49" charset="0"/>
            </a:endParaRPr>
          </a:p>
          <a:p>
            <a:pPr marL="0" indent="0">
              <a:buNone/>
            </a:pPr>
            <a:r>
              <a:rPr lang="en-US" sz="2400" dirty="0">
                <a:latin typeface="Consolas" panose="020B0609020204030204" pitchFamily="49" charset="0"/>
              </a:rPr>
              <a:t>__global__ void </a:t>
            </a:r>
            <a:r>
              <a:rPr lang="en-US" sz="2400" dirty="0" err="1">
                <a:latin typeface="Consolas" panose="020B0609020204030204" pitchFamily="49" charset="0"/>
              </a:rPr>
              <a:t>myKernel</a:t>
            </a:r>
            <a:r>
              <a:rPr lang="en-US" sz="2400" dirty="0">
                <a:latin typeface="Consolas" panose="020B0609020204030204" pitchFamily="49" charset="0"/>
              </a:rPr>
              <a:t> (float *mem, </a:t>
            </a:r>
            <a:r>
              <a:rPr lang="en-US" sz="2400" dirty="0" err="1">
                <a:latin typeface="Consolas" panose="020B0609020204030204" pitchFamily="49" charset="0"/>
              </a:rPr>
              <a:t>size_t</a:t>
            </a:r>
            <a:r>
              <a:rPr lang="en-US" sz="2400" dirty="0">
                <a:latin typeface="Consolas" panose="020B0609020204030204" pitchFamily="49" charset="0"/>
              </a:rPr>
              <a:t> pitch, int w, int h) {</a:t>
            </a:r>
          </a:p>
          <a:p>
            <a:pPr marL="0" indent="0">
              <a:buNone/>
            </a:pPr>
            <a:r>
              <a:rPr lang="en-US" sz="2400" dirty="0">
                <a:latin typeface="Consolas" panose="020B0609020204030204" pitchFamily="49" charset="0"/>
              </a:rPr>
              <a:t>	for (int row = 0;row&lt;</a:t>
            </a:r>
            <a:r>
              <a:rPr lang="en-US" sz="2400" dirty="0" err="1">
                <a:latin typeface="Consolas" panose="020B0609020204030204" pitchFamily="49" charset="0"/>
              </a:rPr>
              <a:t>h;row</a:t>
            </a:r>
            <a:r>
              <a:rPr lang="en-US" sz="2400" dirty="0">
                <a:latin typeface="Consolas" panose="020B0609020204030204" pitchFamily="49" charset="0"/>
              </a:rPr>
              <a:t>++)</a:t>
            </a:r>
          </a:p>
          <a:p>
            <a:pPr marL="0" indent="0">
              <a:buNone/>
            </a:pPr>
            <a:r>
              <a:rPr lang="en-US" sz="2400" dirty="0">
                <a:latin typeface="Consolas" panose="020B0609020204030204" pitchFamily="49" charset="0"/>
              </a:rPr>
              <a:t>	float *row = mem+ row*pitch;</a:t>
            </a:r>
          </a:p>
          <a:p>
            <a:pPr marL="0" indent="0">
              <a:buNone/>
            </a:pPr>
            <a:r>
              <a:rPr lang="en-US" sz="2400" dirty="0">
                <a:latin typeface="Consolas" panose="020B0609020204030204" pitchFamily="49" charset="0"/>
              </a:rPr>
              <a:t>	for (int col=0;col&lt;</a:t>
            </a:r>
            <a:r>
              <a:rPr lang="en-US" sz="2400" dirty="0" err="1">
                <a:latin typeface="Consolas" panose="020B0609020204030204" pitchFamily="49" charset="0"/>
              </a:rPr>
              <a:t>w;col</a:t>
            </a:r>
            <a:r>
              <a:rPr lang="en-US" sz="2400" dirty="0">
                <a:latin typeface="Consolas" panose="020B0609020204030204" pitchFamily="49" charset="0"/>
              </a:rPr>
              <a:t>++) </a:t>
            </a:r>
          </a:p>
          <a:p>
            <a:pPr marL="0" indent="0">
              <a:buNone/>
            </a:pPr>
            <a:r>
              <a:rPr lang="en-US" sz="2400" dirty="0">
                <a:latin typeface="Consolas" panose="020B0609020204030204" pitchFamily="49" charset="0"/>
              </a:rPr>
              <a:t>		float value=row[col]; </a:t>
            </a:r>
          </a:p>
          <a:p>
            <a:pPr marL="0" indent="0">
              <a:buNone/>
            </a:pPr>
            <a:r>
              <a:rPr lang="en-US" sz="2400" dirty="0">
                <a:latin typeface="Consolas" panose="020B0609020204030204" pitchFamily="49" charset="0"/>
              </a:rPr>
              <a:t>} </a:t>
            </a:r>
          </a:p>
        </p:txBody>
      </p:sp>
    </p:spTree>
    <p:extLst>
      <p:ext uri="{BB962C8B-B14F-4D97-AF65-F5344CB8AC3E}">
        <p14:creationId xmlns:p14="http://schemas.microsoft.com/office/powerpoint/2010/main" val="117126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B8AB1-DE6C-45FE-9DAB-EE94973C38F8}"/>
              </a:ext>
            </a:extLst>
          </p:cNvPr>
          <p:cNvSpPr>
            <a:spLocks noGrp="1"/>
          </p:cNvSpPr>
          <p:nvPr>
            <p:ph type="title"/>
          </p:nvPr>
        </p:nvSpPr>
        <p:spPr/>
        <p:txBody>
          <a:bodyPr/>
          <a:lstStyle/>
          <a:p>
            <a:r>
              <a:rPr lang="en-US" dirty="0"/>
              <a:t>cudaMalloc3D (with extent)</a:t>
            </a:r>
          </a:p>
        </p:txBody>
      </p:sp>
      <p:sp>
        <p:nvSpPr>
          <p:cNvPr id="3" name="Content Placeholder 2">
            <a:extLst>
              <a:ext uri="{FF2B5EF4-FFF2-40B4-BE49-F238E27FC236}">
                <a16:creationId xmlns:a16="http://schemas.microsoft.com/office/drawing/2014/main" id="{2BE3FBF2-6AAE-4667-8CC1-F0A71B71FBC3}"/>
              </a:ext>
            </a:extLst>
          </p:cNvPr>
          <p:cNvSpPr>
            <a:spLocks noGrp="1"/>
          </p:cNvSpPr>
          <p:nvPr>
            <p:ph idx="1"/>
          </p:nvPr>
        </p:nvSpPr>
        <p:spPr>
          <a:xfrm>
            <a:off x="838199" y="1593908"/>
            <a:ext cx="11057389" cy="5264092"/>
          </a:xfrm>
        </p:spPr>
        <p:txBody>
          <a:bodyPr>
            <a:normAutofit fontScale="77500" lnSpcReduction="20000"/>
          </a:bodyPr>
          <a:lstStyle/>
          <a:p>
            <a:pPr marL="0" indent="0">
              <a:buNone/>
            </a:pPr>
            <a:r>
              <a:rPr lang="en-US" dirty="0">
                <a:latin typeface="Consolas" panose="020B0609020204030204" pitchFamily="49" charset="0"/>
              </a:rPr>
              <a:t>void main() { // int w, h, d = width, height, depth</a:t>
            </a:r>
          </a:p>
          <a:p>
            <a:pPr marL="0" indent="0">
              <a:buNone/>
            </a:pPr>
            <a:r>
              <a:rPr lang="en-US" dirty="0">
                <a:latin typeface="Consolas" panose="020B0609020204030204" pitchFamily="49" charset="0"/>
              </a:rPr>
              <a:t>	</a:t>
            </a:r>
            <a:r>
              <a:rPr lang="en-US" dirty="0" err="1">
                <a:latin typeface="Consolas" panose="020B0609020204030204" pitchFamily="49" charset="0"/>
              </a:rPr>
              <a:t>cudaExtent</a:t>
            </a:r>
            <a:r>
              <a:rPr lang="en-US" dirty="0">
                <a:latin typeface="Consolas" panose="020B0609020204030204" pitchFamily="49" charset="0"/>
              </a:rPr>
              <a:t> e = </a:t>
            </a:r>
            <a:r>
              <a:rPr lang="en-US" dirty="0" err="1">
                <a:latin typeface="Consolas" panose="020B0609020204030204" pitchFamily="49" charset="0"/>
              </a:rPr>
              <a:t>make_cudaExtent</a:t>
            </a:r>
            <a:r>
              <a:rPr lang="en-US" dirty="0">
                <a:latin typeface="Consolas" panose="020B0609020204030204" pitchFamily="49" charset="0"/>
              </a:rPr>
              <a:t>(w*</a:t>
            </a:r>
            <a:r>
              <a:rPr lang="en-US" dirty="0" err="1">
                <a:latin typeface="Consolas" panose="020B0609020204030204" pitchFamily="49" charset="0"/>
              </a:rPr>
              <a:t>sizeof</a:t>
            </a:r>
            <a:r>
              <a:rPr lang="en-US" dirty="0">
                <a:latin typeface="Consolas" panose="020B0609020204030204" pitchFamily="49" charset="0"/>
              </a:rPr>
              <a:t>(float),</a:t>
            </a:r>
            <a:r>
              <a:rPr lang="en-US" dirty="0" err="1">
                <a:latin typeface="Consolas" panose="020B0609020204030204" pitchFamily="49" charset="0"/>
              </a:rPr>
              <a:t>h,d</a:t>
            </a:r>
            <a:r>
              <a:rPr lang="en-US" dirty="0">
                <a:latin typeface="Consolas" panose="020B0609020204030204" pitchFamily="49" charset="0"/>
              </a:rPr>
              <a:t>);</a:t>
            </a:r>
          </a:p>
          <a:p>
            <a:pPr marL="0" indent="0">
              <a:buNone/>
            </a:pPr>
            <a:r>
              <a:rPr lang="en-US" dirty="0">
                <a:latin typeface="Consolas" panose="020B0609020204030204" pitchFamily="49" charset="0"/>
              </a:rPr>
              <a:t>	</a:t>
            </a:r>
            <a:r>
              <a:rPr lang="en-US" dirty="0" err="1">
                <a:latin typeface="Consolas" panose="020B0609020204030204" pitchFamily="49" charset="0"/>
              </a:rPr>
              <a:t>cudaPitchedPtr</a:t>
            </a:r>
            <a:r>
              <a:rPr lang="en-US" dirty="0">
                <a:latin typeface="Consolas" panose="020B0609020204030204" pitchFamily="49" charset="0"/>
              </a:rPr>
              <a:t> matrix;</a:t>
            </a:r>
          </a:p>
          <a:p>
            <a:pPr marL="0" indent="0">
              <a:buNone/>
            </a:pPr>
            <a:r>
              <a:rPr lang="en-US" dirty="0">
                <a:latin typeface="Consolas" panose="020B0609020204030204" pitchFamily="49" charset="0"/>
              </a:rPr>
              <a:t>	cudaMalloc3D(&amp;matrix, e);</a:t>
            </a:r>
          </a:p>
          <a:p>
            <a:pPr marL="0" indent="0">
              <a:buNone/>
            </a:pPr>
            <a:r>
              <a:rPr lang="en-US" dirty="0">
                <a:latin typeface="Consolas" panose="020B0609020204030204" pitchFamily="49" charset="0"/>
              </a:rPr>
              <a:t>	</a:t>
            </a:r>
            <a:r>
              <a:rPr lang="en-US" dirty="0" err="1">
                <a:latin typeface="Consolas" panose="020B0609020204030204" pitchFamily="49" charset="0"/>
              </a:rPr>
              <a:t>myKernel</a:t>
            </a:r>
            <a:r>
              <a:rPr lang="en-US" dirty="0">
                <a:latin typeface="Consolas" panose="020B0609020204030204" pitchFamily="49" charset="0"/>
              </a:rPr>
              <a:t>&lt;&lt;&lt;100,100&gt;&gt;&gt;(matrix, </a:t>
            </a:r>
            <a:r>
              <a:rPr lang="en-US" dirty="0" err="1">
                <a:latin typeface="Consolas" panose="020B0609020204030204" pitchFamily="49" charset="0"/>
              </a:rPr>
              <a:t>w,h,d</a:t>
            </a:r>
            <a:r>
              <a:rPr lang="en-US" dirty="0">
                <a:latin typeface="Consolas" panose="020B0609020204030204" pitchFamily="49" charset="0"/>
              </a:rPr>
              <a:t>); </a:t>
            </a:r>
          </a:p>
          <a:p>
            <a:pPr marL="0" indent="0">
              <a:buNone/>
            </a:pPr>
            <a:r>
              <a:rPr lang="en-US" dirty="0">
                <a:latin typeface="Consolas" panose="020B0609020204030204" pitchFamily="49" charset="0"/>
              </a:rPr>
              <a:t>}</a:t>
            </a:r>
          </a:p>
          <a:p>
            <a:pPr marL="0" indent="0">
              <a:buNone/>
            </a:pPr>
            <a:r>
              <a:rPr lang="en-US" dirty="0">
                <a:latin typeface="Consolas" panose="020B0609020204030204" pitchFamily="49" charset="0"/>
              </a:rPr>
              <a:t>__global__ void </a:t>
            </a:r>
            <a:r>
              <a:rPr lang="en-US" dirty="0" err="1">
                <a:latin typeface="Consolas" panose="020B0609020204030204" pitchFamily="49" charset="0"/>
              </a:rPr>
              <a:t>myKernel</a:t>
            </a:r>
            <a:r>
              <a:rPr lang="en-US" dirty="0">
                <a:latin typeface="Consolas" panose="020B0609020204030204" pitchFamily="49" charset="0"/>
              </a:rPr>
              <a:t>(</a:t>
            </a:r>
            <a:r>
              <a:rPr lang="en-US" dirty="0" err="1">
                <a:latin typeface="Consolas" panose="020B0609020204030204" pitchFamily="49" charset="0"/>
              </a:rPr>
              <a:t>cudaPitchedPtr</a:t>
            </a:r>
            <a:r>
              <a:rPr lang="en-US" dirty="0">
                <a:latin typeface="Consolas" panose="020B0609020204030204" pitchFamily="49" charset="0"/>
              </a:rPr>
              <a:t> m, int w, int h, int d) {</a:t>
            </a:r>
          </a:p>
          <a:p>
            <a:pPr marL="0" indent="0">
              <a:buNone/>
            </a:pPr>
            <a:r>
              <a:rPr lang="en-US" dirty="0">
                <a:latin typeface="Consolas" panose="020B0609020204030204" pitchFamily="49" charset="0"/>
              </a:rPr>
              <a:t>	for (int z=0;z&lt;</a:t>
            </a:r>
            <a:r>
              <a:rPr lang="en-US" dirty="0" err="1">
                <a:latin typeface="Consolas" panose="020B0609020204030204" pitchFamily="49" charset="0"/>
              </a:rPr>
              <a:t>d;z</a:t>
            </a:r>
            <a:r>
              <a:rPr lang="en-US" dirty="0">
                <a:latin typeface="Consolas" panose="020B0609020204030204" pitchFamily="49" charset="0"/>
              </a:rPr>
              <a:t>++) {</a:t>
            </a:r>
          </a:p>
          <a:p>
            <a:pPr marL="0" indent="0">
              <a:buNone/>
            </a:pPr>
            <a:r>
              <a:rPr lang="en-US" dirty="0">
                <a:latin typeface="Consolas" panose="020B0609020204030204" pitchFamily="49" charset="0"/>
              </a:rPr>
              <a:t>		char *slice = </a:t>
            </a:r>
            <a:r>
              <a:rPr lang="en-US" dirty="0" err="1">
                <a:latin typeface="Consolas" panose="020B0609020204030204" pitchFamily="49" charset="0"/>
              </a:rPr>
              <a:t>m.ptr</a:t>
            </a:r>
            <a:r>
              <a:rPr lang="en-US" dirty="0">
                <a:latin typeface="Consolas" panose="020B0609020204030204" pitchFamily="49" charset="0"/>
              </a:rPr>
              <a:t> + z * </a:t>
            </a:r>
            <a:r>
              <a:rPr lang="en-US" dirty="0" err="1">
                <a:latin typeface="Consolas" panose="020B0609020204030204" pitchFamily="49" charset="0"/>
              </a:rPr>
              <a:t>m.pitch</a:t>
            </a:r>
            <a:r>
              <a:rPr lang="en-US" dirty="0">
                <a:latin typeface="Consolas" panose="020B0609020204030204" pitchFamily="49" charset="0"/>
              </a:rPr>
              <a:t> * h; // pitch = </a:t>
            </a:r>
            <a:r>
              <a:rPr lang="en-US" dirty="0" err="1">
                <a:latin typeface="Consolas" panose="020B0609020204030204" pitchFamily="49" charset="0"/>
              </a:rPr>
              <a:t>rowSize</a:t>
            </a:r>
            <a:endParaRPr lang="en-US" dirty="0">
              <a:latin typeface="Consolas" panose="020B0609020204030204" pitchFamily="49" charset="0"/>
            </a:endParaRPr>
          </a:p>
          <a:p>
            <a:pPr marL="0" indent="0">
              <a:buNone/>
            </a:pPr>
            <a:r>
              <a:rPr lang="en-US" dirty="0">
                <a:latin typeface="Consolas" panose="020B0609020204030204" pitchFamily="49" charset="0"/>
              </a:rPr>
              <a:t>		for (y=0;y&lt;</a:t>
            </a:r>
            <a:r>
              <a:rPr lang="en-US" dirty="0" err="1">
                <a:latin typeface="Consolas" panose="020B0609020204030204" pitchFamily="49" charset="0"/>
              </a:rPr>
              <a:t>h;y</a:t>
            </a:r>
            <a:r>
              <a:rPr lang="en-US" dirty="0">
                <a:latin typeface="Consolas" panose="020B0609020204030204" pitchFamily="49" charset="0"/>
              </a:rPr>
              <a:t>++) {</a:t>
            </a:r>
          </a:p>
          <a:p>
            <a:pPr marL="0" indent="0">
              <a:buNone/>
            </a:pPr>
            <a:r>
              <a:rPr lang="en-US" dirty="0">
                <a:latin typeface="Consolas" panose="020B0609020204030204" pitchFamily="49" charset="0"/>
              </a:rPr>
              <a:t>			float *row = slice + y * </a:t>
            </a:r>
            <a:r>
              <a:rPr lang="en-US" dirty="0" err="1">
                <a:latin typeface="Consolas" panose="020B0609020204030204" pitchFamily="49" charset="0"/>
              </a:rPr>
              <a:t>m.pitch</a:t>
            </a:r>
            <a:r>
              <a:rPr lang="en-US" dirty="0">
                <a:latin typeface="Consolas" panose="020B0609020204030204" pitchFamily="49" charset="0"/>
              </a:rPr>
              <a:t>;</a:t>
            </a:r>
          </a:p>
          <a:p>
            <a:pPr marL="0" indent="0">
              <a:buNone/>
            </a:pPr>
            <a:r>
              <a:rPr lang="en-US" dirty="0">
                <a:latin typeface="Consolas" panose="020B0609020204030204" pitchFamily="49" charset="0"/>
              </a:rPr>
              <a:t>			for (x=0;x&lt;</a:t>
            </a:r>
            <a:r>
              <a:rPr lang="en-US" dirty="0" err="1">
                <a:latin typeface="Consolas" panose="020B0609020204030204" pitchFamily="49" charset="0"/>
              </a:rPr>
              <a:t>w;x</a:t>
            </a:r>
            <a:r>
              <a:rPr lang="en-US" dirty="0">
                <a:latin typeface="Consolas" panose="020B0609020204030204" pitchFamily="49" charset="0"/>
              </a:rPr>
              <a:t>++)</a:t>
            </a:r>
          </a:p>
          <a:p>
            <a:pPr marL="0" indent="0">
              <a:buNone/>
            </a:pPr>
            <a:r>
              <a:rPr lang="en-US" dirty="0">
                <a:latin typeface="Consolas" panose="020B0609020204030204" pitchFamily="49" charset="0"/>
              </a:rPr>
              <a:t>				float e = row[x];</a:t>
            </a:r>
          </a:p>
          <a:p>
            <a:pPr marL="0" indent="0">
              <a:buNone/>
            </a:pPr>
            <a:r>
              <a:rPr lang="en-US" dirty="0">
                <a:latin typeface="Consolas" panose="020B0609020204030204" pitchFamily="49" charset="0"/>
              </a:rPr>
              <a:t>} }}</a:t>
            </a:r>
          </a:p>
        </p:txBody>
      </p:sp>
    </p:spTree>
    <p:extLst>
      <p:ext uri="{BB962C8B-B14F-4D97-AF65-F5344CB8AC3E}">
        <p14:creationId xmlns:p14="http://schemas.microsoft.com/office/powerpoint/2010/main" val="9498687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3575-4EBB-48F5-8645-1CC0E60230CE}"/>
              </a:ext>
            </a:extLst>
          </p:cNvPr>
          <p:cNvSpPr>
            <a:spLocks noGrp="1"/>
          </p:cNvSpPr>
          <p:nvPr>
            <p:ph type="title"/>
          </p:nvPr>
        </p:nvSpPr>
        <p:spPr/>
        <p:txBody>
          <a:bodyPr/>
          <a:lstStyle/>
          <a:p>
            <a:r>
              <a:rPr lang="en-US" dirty="0"/>
              <a:t>Execution Model</a:t>
            </a:r>
          </a:p>
        </p:txBody>
      </p:sp>
      <p:sp>
        <p:nvSpPr>
          <p:cNvPr id="3" name="Content Placeholder 2">
            <a:extLst>
              <a:ext uri="{FF2B5EF4-FFF2-40B4-BE49-F238E27FC236}">
                <a16:creationId xmlns:a16="http://schemas.microsoft.com/office/drawing/2014/main" id="{9C3B780F-6CA8-4A14-B454-735603423A36}"/>
              </a:ext>
            </a:extLst>
          </p:cNvPr>
          <p:cNvSpPr>
            <a:spLocks noGrp="1"/>
          </p:cNvSpPr>
          <p:nvPr>
            <p:ph idx="1"/>
          </p:nvPr>
        </p:nvSpPr>
        <p:spPr/>
        <p:txBody>
          <a:bodyPr/>
          <a:lstStyle/>
          <a:p>
            <a:pPr marL="0" indent="0">
              <a:buNone/>
            </a:pPr>
            <a:r>
              <a:rPr lang="en-US" dirty="0"/>
              <a:t>We have talked extensively about grids of blocks and blocks of threads.</a:t>
            </a:r>
          </a:p>
          <a:p>
            <a:pPr marL="0" indent="0">
              <a:buNone/>
            </a:pPr>
            <a:endParaRPr lang="en-US" dirty="0"/>
          </a:p>
          <a:p>
            <a:pPr marL="0" indent="0">
              <a:buNone/>
            </a:pPr>
            <a:r>
              <a:rPr lang="en-US" dirty="0"/>
              <a:t>We mentioned, some time ago, the concept of warps. Now let’s tie those together.</a:t>
            </a:r>
          </a:p>
          <a:p>
            <a:pPr marL="0" indent="0">
              <a:buNone/>
            </a:pPr>
            <a:endParaRPr lang="en-US" dirty="0"/>
          </a:p>
          <a:p>
            <a:pPr marL="0" indent="0">
              <a:buNone/>
            </a:pPr>
            <a:r>
              <a:rPr lang="en-US" dirty="0"/>
              <a:t>A GPU has a number of execution units (much like cores in a CPU).</a:t>
            </a:r>
          </a:p>
          <a:p>
            <a:pPr marL="0" indent="0">
              <a:buNone/>
            </a:pPr>
            <a:endParaRPr lang="en-US" dirty="0"/>
          </a:p>
          <a:p>
            <a:pPr marL="0" indent="0">
              <a:buNone/>
            </a:pPr>
            <a:r>
              <a:rPr lang="en-US" dirty="0"/>
              <a:t>A warp is a set of execution units that all share the same PC and work on one group of threads at a time.</a:t>
            </a:r>
          </a:p>
        </p:txBody>
      </p:sp>
    </p:spTree>
    <p:extLst>
      <p:ext uri="{BB962C8B-B14F-4D97-AF65-F5344CB8AC3E}">
        <p14:creationId xmlns:p14="http://schemas.microsoft.com/office/powerpoint/2010/main" val="491512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6" name="Straight Connector 95">
            <a:extLst>
              <a:ext uri="{FF2B5EF4-FFF2-40B4-BE49-F238E27FC236}">
                <a16:creationId xmlns:a16="http://schemas.microsoft.com/office/drawing/2014/main" id="{B724ED76-B192-4B68-B225-1FCF14DD26C7}"/>
              </a:ext>
            </a:extLst>
          </p:cNvPr>
          <p:cNvCxnSpPr>
            <a:cxnSpLocks/>
          </p:cNvCxnSpPr>
          <p:nvPr/>
        </p:nvCxnSpPr>
        <p:spPr>
          <a:xfrm rot="60000" flipH="1" flipV="1">
            <a:off x="5319491" y="157563"/>
            <a:ext cx="113279" cy="656152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C49C15A9-74D2-4052-900A-C3DB818C4AAC}"/>
              </a:ext>
            </a:extLst>
          </p:cNvPr>
          <p:cNvSpPr txBox="1"/>
          <p:nvPr/>
        </p:nvSpPr>
        <p:spPr>
          <a:xfrm>
            <a:off x="2997026" y="6451731"/>
            <a:ext cx="2067297" cy="369332"/>
          </a:xfrm>
          <a:prstGeom prst="rect">
            <a:avLst/>
          </a:prstGeom>
          <a:noFill/>
        </p:spPr>
        <p:txBody>
          <a:bodyPr wrap="none" rtlCol="0">
            <a:spAutoFit/>
          </a:bodyPr>
          <a:lstStyle/>
          <a:p>
            <a:r>
              <a:rPr lang="en-US" dirty="0"/>
              <a:t>Logical Organization</a:t>
            </a:r>
          </a:p>
        </p:txBody>
      </p:sp>
      <p:sp>
        <p:nvSpPr>
          <p:cNvPr id="98" name="TextBox 97">
            <a:extLst>
              <a:ext uri="{FF2B5EF4-FFF2-40B4-BE49-F238E27FC236}">
                <a16:creationId xmlns:a16="http://schemas.microsoft.com/office/drawing/2014/main" id="{BC154822-75F4-4C74-A6F2-40E1D629FB0F}"/>
              </a:ext>
            </a:extLst>
          </p:cNvPr>
          <p:cNvSpPr txBox="1"/>
          <p:nvPr/>
        </p:nvSpPr>
        <p:spPr>
          <a:xfrm>
            <a:off x="5605230" y="6444012"/>
            <a:ext cx="2166683" cy="369332"/>
          </a:xfrm>
          <a:prstGeom prst="rect">
            <a:avLst/>
          </a:prstGeom>
          <a:noFill/>
        </p:spPr>
        <p:txBody>
          <a:bodyPr wrap="none" rtlCol="0">
            <a:spAutoFit/>
          </a:bodyPr>
          <a:lstStyle/>
          <a:p>
            <a:r>
              <a:rPr lang="en-US" dirty="0"/>
              <a:t>Physical Organization</a:t>
            </a:r>
          </a:p>
        </p:txBody>
      </p:sp>
      <p:sp>
        <p:nvSpPr>
          <p:cNvPr id="99" name="Rectangle 98">
            <a:extLst>
              <a:ext uri="{FF2B5EF4-FFF2-40B4-BE49-F238E27FC236}">
                <a16:creationId xmlns:a16="http://schemas.microsoft.com/office/drawing/2014/main" id="{4D9E3C6F-B74A-4235-B7EB-F8F3C3A81DB4}"/>
              </a:ext>
            </a:extLst>
          </p:cNvPr>
          <p:cNvSpPr/>
          <p:nvPr/>
        </p:nvSpPr>
        <p:spPr>
          <a:xfrm>
            <a:off x="5481265" y="2628742"/>
            <a:ext cx="1142279" cy="1581926"/>
          </a:xfrm>
          <a:prstGeom prst="rect">
            <a:avLst/>
          </a:prstGeom>
          <a:solidFill>
            <a:srgbClr val="FB991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Execution Manager</a:t>
            </a:r>
          </a:p>
        </p:txBody>
      </p:sp>
      <p:sp>
        <p:nvSpPr>
          <p:cNvPr id="102" name="Rectangle 101">
            <a:extLst>
              <a:ext uri="{FF2B5EF4-FFF2-40B4-BE49-F238E27FC236}">
                <a16:creationId xmlns:a16="http://schemas.microsoft.com/office/drawing/2014/main" id="{193C1A47-6B18-42BD-AB12-B3FF9096C230}"/>
              </a:ext>
            </a:extLst>
          </p:cNvPr>
          <p:cNvSpPr/>
          <p:nvPr/>
        </p:nvSpPr>
        <p:spPr>
          <a:xfrm>
            <a:off x="10754022" y="29884"/>
            <a:ext cx="1342881" cy="668969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tx1">
                    <a:lumMod val="95000"/>
                    <a:lumOff val="5000"/>
                  </a:schemeClr>
                </a:solidFill>
              </a:rPr>
              <a:t>GPU</a:t>
            </a:r>
            <a:br>
              <a:rPr lang="en-US" dirty="0">
                <a:solidFill>
                  <a:schemeClr val="tx1">
                    <a:lumMod val="95000"/>
                    <a:lumOff val="5000"/>
                  </a:schemeClr>
                </a:solidFill>
              </a:rPr>
            </a:br>
            <a:r>
              <a:rPr lang="en-US" dirty="0">
                <a:solidFill>
                  <a:schemeClr val="tx1">
                    <a:lumMod val="95000"/>
                    <a:lumOff val="5000"/>
                  </a:schemeClr>
                </a:solidFill>
              </a:rPr>
              <a:t>Global Memory</a:t>
            </a:r>
          </a:p>
        </p:txBody>
      </p:sp>
      <p:grpSp>
        <p:nvGrpSpPr>
          <p:cNvPr id="115" name="Group 114">
            <a:extLst>
              <a:ext uri="{FF2B5EF4-FFF2-40B4-BE49-F238E27FC236}">
                <a16:creationId xmlns:a16="http://schemas.microsoft.com/office/drawing/2014/main" id="{C2C391EE-E633-4696-8B23-A1CAD20A1881}"/>
              </a:ext>
            </a:extLst>
          </p:cNvPr>
          <p:cNvGrpSpPr/>
          <p:nvPr/>
        </p:nvGrpSpPr>
        <p:grpSpPr>
          <a:xfrm>
            <a:off x="230894" y="3575342"/>
            <a:ext cx="4856672" cy="2837513"/>
            <a:chOff x="167781" y="142613"/>
            <a:chExt cx="6149130" cy="3984771"/>
          </a:xfrm>
        </p:grpSpPr>
        <p:grpSp>
          <p:nvGrpSpPr>
            <p:cNvPr id="116" name="Group 115">
              <a:extLst>
                <a:ext uri="{FF2B5EF4-FFF2-40B4-BE49-F238E27FC236}">
                  <a16:creationId xmlns:a16="http://schemas.microsoft.com/office/drawing/2014/main" id="{B6C0CB6A-23C1-4DBE-AB7D-495B286133CD}"/>
                </a:ext>
              </a:extLst>
            </p:cNvPr>
            <p:cNvGrpSpPr/>
            <p:nvPr/>
          </p:nvGrpSpPr>
          <p:grpSpPr>
            <a:xfrm>
              <a:off x="167781" y="142613"/>
              <a:ext cx="6149130" cy="3984771"/>
              <a:chOff x="5863904" y="92279"/>
              <a:chExt cx="5226341" cy="4420998"/>
            </a:xfrm>
          </p:grpSpPr>
          <p:sp>
            <p:nvSpPr>
              <p:cNvPr id="205" name="Rectangle 204">
                <a:extLst>
                  <a:ext uri="{FF2B5EF4-FFF2-40B4-BE49-F238E27FC236}">
                    <a16:creationId xmlns:a16="http://schemas.microsoft.com/office/drawing/2014/main" id="{DE2D77CF-5B92-423E-9E7A-0684D0F45984}"/>
                  </a:ext>
                </a:extLst>
              </p:cNvPr>
              <p:cNvSpPr/>
              <p:nvPr/>
            </p:nvSpPr>
            <p:spPr>
              <a:xfrm>
                <a:off x="5863904" y="92279"/>
                <a:ext cx="5226341" cy="4420998"/>
              </a:xfrm>
              <a:prstGeom prst="rect">
                <a:avLst/>
              </a:prstGeom>
              <a:solidFill>
                <a:schemeClr val="accent1">
                  <a:lumMod val="20000"/>
                  <a:lumOff val="80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206" name="TextBox 205">
                <a:extLst>
                  <a:ext uri="{FF2B5EF4-FFF2-40B4-BE49-F238E27FC236}">
                    <a16:creationId xmlns:a16="http://schemas.microsoft.com/office/drawing/2014/main" id="{AB830732-7A05-4442-8F7F-9F2161B323A0}"/>
                  </a:ext>
                </a:extLst>
              </p:cNvPr>
              <p:cNvSpPr txBox="1"/>
              <p:nvPr/>
            </p:nvSpPr>
            <p:spPr>
              <a:xfrm>
                <a:off x="5998128" y="92279"/>
                <a:ext cx="585417" cy="369332"/>
              </a:xfrm>
              <a:prstGeom prst="rect">
                <a:avLst/>
              </a:prstGeom>
              <a:noFill/>
            </p:spPr>
            <p:txBody>
              <a:bodyPr wrap="none" rtlCol="0">
                <a:spAutoFit/>
              </a:bodyPr>
              <a:lstStyle/>
              <a:p>
                <a:r>
                  <a:rPr lang="en-US" dirty="0"/>
                  <a:t>Grid</a:t>
                </a:r>
              </a:p>
            </p:txBody>
          </p:sp>
        </p:grpSp>
        <p:grpSp>
          <p:nvGrpSpPr>
            <p:cNvPr id="117" name="Group 116">
              <a:extLst>
                <a:ext uri="{FF2B5EF4-FFF2-40B4-BE49-F238E27FC236}">
                  <a16:creationId xmlns:a16="http://schemas.microsoft.com/office/drawing/2014/main" id="{72FC6B3C-324D-4AE6-A689-56F4B6C62D8D}"/>
                </a:ext>
              </a:extLst>
            </p:cNvPr>
            <p:cNvGrpSpPr/>
            <p:nvPr/>
          </p:nvGrpSpPr>
          <p:grpSpPr>
            <a:xfrm>
              <a:off x="285225" y="2336680"/>
              <a:ext cx="2823246" cy="1718352"/>
              <a:chOff x="2306972" y="2155971"/>
              <a:chExt cx="2823246" cy="1718352"/>
            </a:xfrm>
          </p:grpSpPr>
          <p:grpSp>
            <p:nvGrpSpPr>
              <p:cNvPr id="184" name="Group 183">
                <a:extLst>
                  <a:ext uri="{FF2B5EF4-FFF2-40B4-BE49-F238E27FC236}">
                    <a16:creationId xmlns:a16="http://schemas.microsoft.com/office/drawing/2014/main" id="{E7019EAA-13CC-4FA7-92B8-34D293CB6A0B}"/>
                  </a:ext>
                </a:extLst>
              </p:cNvPr>
              <p:cNvGrpSpPr/>
              <p:nvPr/>
            </p:nvGrpSpPr>
            <p:grpSpPr>
              <a:xfrm>
                <a:off x="2311517" y="2155971"/>
                <a:ext cx="2818701" cy="1718352"/>
                <a:chOff x="2306972" y="2155971"/>
                <a:chExt cx="2130804" cy="1718352"/>
              </a:xfrm>
            </p:grpSpPr>
            <p:sp>
              <p:nvSpPr>
                <p:cNvPr id="203" name="Rectangle 202">
                  <a:extLst>
                    <a:ext uri="{FF2B5EF4-FFF2-40B4-BE49-F238E27FC236}">
                      <a16:creationId xmlns:a16="http://schemas.microsoft.com/office/drawing/2014/main" id="{E98D8A67-0949-4F19-9C6D-D0448C78B4CB}"/>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04" name="TextBox 203">
                  <a:extLst>
                    <a:ext uri="{FF2B5EF4-FFF2-40B4-BE49-F238E27FC236}">
                      <a16:creationId xmlns:a16="http://schemas.microsoft.com/office/drawing/2014/main" id="{36E2EE7C-0714-433A-BF35-AA29462325E7}"/>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185" name="Group 184">
                <a:extLst>
                  <a:ext uri="{FF2B5EF4-FFF2-40B4-BE49-F238E27FC236}">
                    <a16:creationId xmlns:a16="http://schemas.microsoft.com/office/drawing/2014/main" id="{D862AA3A-C770-4126-A1E4-09CAE9A60D42}"/>
                  </a:ext>
                </a:extLst>
              </p:cNvPr>
              <p:cNvGrpSpPr/>
              <p:nvPr/>
            </p:nvGrpSpPr>
            <p:grpSpPr>
              <a:xfrm>
                <a:off x="2306972" y="2458265"/>
                <a:ext cx="893933" cy="668190"/>
                <a:chOff x="2528681" y="4740070"/>
                <a:chExt cx="893933" cy="668190"/>
              </a:xfrm>
            </p:grpSpPr>
            <p:sp>
              <p:nvSpPr>
                <p:cNvPr id="201" name="Rectangle 200">
                  <a:extLst>
                    <a:ext uri="{FF2B5EF4-FFF2-40B4-BE49-F238E27FC236}">
                      <a16:creationId xmlns:a16="http://schemas.microsoft.com/office/drawing/2014/main" id="{89000F75-C817-4D5D-8505-24D088693302}"/>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02" name="TextBox 201">
                  <a:extLst>
                    <a:ext uri="{FF2B5EF4-FFF2-40B4-BE49-F238E27FC236}">
                      <a16:creationId xmlns:a16="http://schemas.microsoft.com/office/drawing/2014/main" id="{11C534E2-A9BB-4CA0-A9CC-B0597EACBE7C}"/>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86" name="Group 185">
                <a:extLst>
                  <a:ext uri="{FF2B5EF4-FFF2-40B4-BE49-F238E27FC236}">
                    <a16:creationId xmlns:a16="http://schemas.microsoft.com/office/drawing/2014/main" id="{0E1082E9-6475-42DE-89DD-68DB122A4765}"/>
                  </a:ext>
                </a:extLst>
              </p:cNvPr>
              <p:cNvGrpSpPr/>
              <p:nvPr/>
            </p:nvGrpSpPr>
            <p:grpSpPr>
              <a:xfrm>
                <a:off x="3246086" y="2458265"/>
                <a:ext cx="893933" cy="668190"/>
                <a:chOff x="2528681" y="4740070"/>
                <a:chExt cx="893933" cy="668190"/>
              </a:xfrm>
            </p:grpSpPr>
            <p:sp>
              <p:nvSpPr>
                <p:cNvPr id="199" name="Rectangle 198">
                  <a:extLst>
                    <a:ext uri="{FF2B5EF4-FFF2-40B4-BE49-F238E27FC236}">
                      <a16:creationId xmlns:a16="http://schemas.microsoft.com/office/drawing/2014/main" id="{17D3ED44-FDFF-4022-88D0-DBF08EEC0846}"/>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00" name="TextBox 199">
                  <a:extLst>
                    <a:ext uri="{FF2B5EF4-FFF2-40B4-BE49-F238E27FC236}">
                      <a16:creationId xmlns:a16="http://schemas.microsoft.com/office/drawing/2014/main" id="{09BA67DA-D3AD-4CAB-A2F7-9C955077F5A6}"/>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87" name="Group 186">
                <a:extLst>
                  <a:ext uri="{FF2B5EF4-FFF2-40B4-BE49-F238E27FC236}">
                    <a16:creationId xmlns:a16="http://schemas.microsoft.com/office/drawing/2014/main" id="{751B4953-4D82-4B71-A6FF-FC04563BC748}"/>
                  </a:ext>
                </a:extLst>
              </p:cNvPr>
              <p:cNvGrpSpPr/>
              <p:nvPr/>
            </p:nvGrpSpPr>
            <p:grpSpPr>
              <a:xfrm>
                <a:off x="2324701" y="3113346"/>
                <a:ext cx="893933" cy="668190"/>
                <a:chOff x="2528681" y="4740070"/>
                <a:chExt cx="893933" cy="668190"/>
              </a:xfrm>
            </p:grpSpPr>
            <p:sp>
              <p:nvSpPr>
                <p:cNvPr id="197" name="Rectangle 196">
                  <a:extLst>
                    <a:ext uri="{FF2B5EF4-FFF2-40B4-BE49-F238E27FC236}">
                      <a16:creationId xmlns:a16="http://schemas.microsoft.com/office/drawing/2014/main" id="{EFF22FFD-D068-4C27-AF67-8D5D1233B546}"/>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8" name="TextBox 197">
                  <a:extLst>
                    <a:ext uri="{FF2B5EF4-FFF2-40B4-BE49-F238E27FC236}">
                      <a16:creationId xmlns:a16="http://schemas.microsoft.com/office/drawing/2014/main" id="{C0F1891E-06CE-4DDD-A0F2-3C7850F3E790}"/>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88" name="Group 187">
                <a:extLst>
                  <a:ext uri="{FF2B5EF4-FFF2-40B4-BE49-F238E27FC236}">
                    <a16:creationId xmlns:a16="http://schemas.microsoft.com/office/drawing/2014/main" id="{72C61F2E-2284-4B05-B58A-1E1D4CF545F1}"/>
                  </a:ext>
                </a:extLst>
              </p:cNvPr>
              <p:cNvGrpSpPr/>
              <p:nvPr/>
            </p:nvGrpSpPr>
            <p:grpSpPr>
              <a:xfrm>
                <a:off x="3243153" y="3113346"/>
                <a:ext cx="893933" cy="668190"/>
                <a:chOff x="2528681" y="4740070"/>
                <a:chExt cx="893933" cy="668190"/>
              </a:xfrm>
            </p:grpSpPr>
            <p:sp>
              <p:nvSpPr>
                <p:cNvPr id="195" name="Rectangle 194">
                  <a:extLst>
                    <a:ext uri="{FF2B5EF4-FFF2-40B4-BE49-F238E27FC236}">
                      <a16:creationId xmlns:a16="http://schemas.microsoft.com/office/drawing/2014/main" id="{36977AB6-C7BD-45A6-B76B-EF0E9518811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6" name="TextBox 195">
                  <a:extLst>
                    <a:ext uri="{FF2B5EF4-FFF2-40B4-BE49-F238E27FC236}">
                      <a16:creationId xmlns:a16="http://schemas.microsoft.com/office/drawing/2014/main" id="{D2CF35AE-313C-4F47-8F9B-B9C46D80B5F2}"/>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89" name="Group 188">
                <a:extLst>
                  <a:ext uri="{FF2B5EF4-FFF2-40B4-BE49-F238E27FC236}">
                    <a16:creationId xmlns:a16="http://schemas.microsoft.com/office/drawing/2014/main" id="{D6414ADC-2216-48CD-A901-C5A4D744D2DB}"/>
                  </a:ext>
                </a:extLst>
              </p:cNvPr>
              <p:cNvGrpSpPr/>
              <p:nvPr/>
            </p:nvGrpSpPr>
            <p:grpSpPr>
              <a:xfrm>
                <a:off x="4170420" y="2458265"/>
                <a:ext cx="893933" cy="668190"/>
                <a:chOff x="2528681" y="4740070"/>
                <a:chExt cx="893933" cy="668190"/>
              </a:xfrm>
            </p:grpSpPr>
            <p:sp>
              <p:nvSpPr>
                <p:cNvPr id="193" name="Rectangle 192">
                  <a:extLst>
                    <a:ext uri="{FF2B5EF4-FFF2-40B4-BE49-F238E27FC236}">
                      <a16:creationId xmlns:a16="http://schemas.microsoft.com/office/drawing/2014/main" id="{C6003C22-A3FF-4504-86D3-FA0F00AC3DB5}"/>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4" name="TextBox 193">
                  <a:extLst>
                    <a:ext uri="{FF2B5EF4-FFF2-40B4-BE49-F238E27FC236}">
                      <a16:creationId xmlns:a16="http://schemas.microsoft.com/office/drawing/2014/main" id="{2DAB8455-800E-40D9-87AC-659471F8231F}"/>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90" name="Group 189">
                <a:extLst>
                  <a:ext uri="{FF2B5EF4-FFF2-40B4-BE49-F238E27FC236}">
                    <a16:creationId xmlns:a16="http://schemas.microsoft.com/office/drawing/2014/main" id="{566AE673-25D9-4392-B18E-48E43D0D6879}"/>
                  </a:ext>
                </a:extLst>
              </p:cNvPr>
              <p:cNvGrpSpPr/>
              <p:nvPr/>
            </p:nvGrpSpPr>
            <p:grpSpPr>
              <a:xfrm>
                <a:off x="4167487" y="3113346"/>
                <a:ext cx="893933" cy="668190"/>
                <a:chOff x="2528681" y="4740070"/>
                <a:chExt cx="893933" cy="668190"/>
              </a:xfrm>
            </p:grpSpPr>
            <p:sp>
              <p:nvSpPr>
                <p:cNvPr id="191" name="Rectangle 190">
                  <a:extLst>
                    <a:ext uri="{FF2B5EF4-FFF2-40B4-BE49-F238E27FC236}">
                      <a16:creationId xmlns:a16="http://schemas.microsoft.com/office/drawing/2014/main" id="{983E6D83-376F-496E-9BEB-DFD484D8147B}"/>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2" name="TextBox 191">
                  <a:extLst>
                    <a:ext uri="{FF2B5EF4-FFF2-40B4-BE49-F238E27FC236}">
                      <a16:creationId xmlns:a16="http://schemas.microsoft.com/office/drawing/2014/main" id="{55CF0DE8-DA4D-4094-9872-AB7C1CF691B1}"/>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nvGrpSpPr>
            <p:cNvPr id="118" name="Group 117">
              <a:extLst>
                <a:ext uri="{FF2B5EF4-FFF2-40B4-BE49-F238E27FC236}">
                  <a16:creationId xmlns:a16="http://schemas.microsoft.com/office/drawing/2014/main" id="{837E2A74-C1AC-4C57-BD1D-F00E2DC6B5C4}"/>
                </a:ext>
              </a:extLst>
            </p:cNvPr>
            <p:cNvGrpSpPr/>
            <p:nvPr/>
          </p:nvGrpSpPr>
          <p:grpSpPr>
            <a:xfrm>
              <a:off x="285225" y="547854"/>
              <a:ext cx="2823246" cy="1718352"/>
              <a:chOff x="2306972" y="2155971"/>
              <a:chExt cx="2823246" cy="1718352"/>
            </a:xfrm>
          </p:grpSpPr>
          <p:grpSp>
            <p:nvGrpSpPr>
              <p:cNvPr id="163" name="Group 162">
                <a:extLst>
                  <a:ext uri="{FF2B5EF4-FFF2-40B4-BE49-F238E27FC236}">
                    <a16:creationId xmlns:a16="http://schemas.microsoft.com/office/drawing/2014/main" id="{B35C0BB7-37ED-4E93-9C8B-C59E64321185}"/>
                  </a:ext>
                </a:extLst>
              </p:cNvPr>
              <p:cNvGrpSpPr/>
              <p:nvPr/>
            </p:nvGrpSpPr>
            <p:grpSpPr>
              <a:xfrm>
                <a:off x="2311517" y="2155971"/>
                <a:ext cx="2818701" cy="1718352"/>
                <a:chOff x="2306972" y="2155971"/>
                <a:chExt cx="2130804" cy="1718352"/>
              </a:xfrm>
            </p:grpSpPr>
            <p:sp>
              <p:nvSpPr>
                <p:cNvPr id="182" name="Rectangle 181">
                  <a:extLst>
                    <a:ext uri="{FF2B5EF4-FFF2-40B4-BE49-F238E27FC236}">
                      <a16:creationId xmlns:a16="http://schemas.microsoft.com/office/drawing/2014/main" id="{77EC1D76-CD20-4416-9F7E-DFD132FBDC02}"/>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83" name="TextBox 182">
                  <a:extLst>
                    <a:ext uri="{FF2B5EF4-FFF2-40B4-BE49-F238E27FC236}">
                      <a16:creationId xmlns:a16="http://schemas.microsoft.com/office/drawing/2014/main" id="{3AB58F07-BA30-4170-BAF0-30A858EC3685}"/>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164" name="Group 163">
                <a:extLst>
                  <a:ext uri="{FF2B5EF4-FFF2-40B4-BE49-F238E27FC236}">
                    <a16:creationId xmlns:a16="http://schemas.microsoft.com/office/drawing/2014/main" id="{E1B66D4C-9AF1-411E-B1E5-E25C673FA704}"/>
                  </a:ext>
                </a:extLst>
              </p:cNvPr>
              <p:cNvGrpSpPr/>
              <p:nvPr/>
            </p:nvGrpSpPr>
            <p:grpSpPr>
              <a:xfrm>
                <a:off x="2306972" y="2458265"/>
                <a:ext cx="893933" cy="668190"/>
                <a:chOff x="2528681" y="4740070"/>
                <a:chExt cx="893933" cy="668190"/>
              </a:xfrm>
            </p:grpSpPr>
            <p:sp>
              <p:nvSpPr>
                <p:cNvPr id="180" name="Rectangle 179">
                  <a:extLst>
                    <a:ext uri="{FF2B5EF4-FFF2-40B4-BE49-F238E27FC236}">
                      <a16:creationId xmlns:a16="http://schemas.microsoft.com/office/drawing/2014/main" id="{B0CCB277-F4A6-4EA8-9A18-2223E3F6AE0C}"/>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81" name="TextBox 180">
                  <a:extLst>
                    <a:ext uri="{FF2B5EF4-FFF2-40B4-BE49-F238E27FC236}">
                      <a16:creationId xmlns:a16="http://schemas.microsoft.com/office/drawing/2014/main" id="{E8F622B0-81CF-40EE-9A76-D749BCB153EC}"/>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65" name="Group 164">
                <a:extLst>
                  <a:ext uri="{FF2B5EF4-FFF2-40B4-BE49-F238E27FC236}">
                    <a16:creationId xmlns:a16="http://schemas.microsoft.com/office/drawing/2014/main" id="{45DD177D-E7DF-4B07-B08D-CEE0F7AF6770}"/>
                  </a:ext>
                </a:extLst>
              </p:cNvPr>
              <p:cNvGrpSpPr/>
              <p:nvPr/>
            </p:nvGrpSpPr>
            <p:grpSpPr>
              <a:xfrm>
                <a:off x="3246086" y="2458265"/>
                <a:ext cx="893933" cy="668190"/>
                <a:chOff x="2528681" y="4740070"/>
                <a:chExt cx="893933" cy="668190"/>
              </a:xfrm>
            </p:grpSpPr>
            <p:sp>
              <p:nvSpPr>
                <p:cNvPr id="178" name="Rectangle 177">
                  <a:extLst>
                    <a:ext uri="{FF2B5EF4-FFF2-40B4-BE49-F238E27FC236}">
                      <a16:creationId xmlns:a16="http://schemas.microsoft.com/office/drawing/2014/main" id="{7E9C29EA-33C7-44B5-9E1A-10DD49D8BAEE}"/>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79" name="TextBox 178">
                  <a:extLst>
                    <a:ext uri="{FF2B5EF4-FFF2-40B4-BE49-F238E27FC236}">
                      <a16:creationId xmlns:a16="http://schemas.microsoft.com/office/drawing/2014/main" id="{406B526C-99D4-41F9-A587-E63A7C563310}"/>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66" name="Group 165">
                <a:extLst>
                  <a:ext uri="{FF2B5EF4-FFF2-40B4-BE49-F238E27FC236}">
                    <a16:creationId xmlns:a16="http://schemas.microsoft.com/office/drawing/2014/main" id="{60205645-294C-44E2-9E68-D540398CDEC5}"/>
                  </a:ext>
                </a:extLst>
              </p:cNvPr>
              <p:cNvGrpSpPr/>
              <p:nvPr/>
            </p:nvGrpSpPr>
            <p:grpSpPr>
              <a:xfrm>
                <a:off x="2324701" y="3113346"/>
                <a:ext cx="893933" cy="668190"/>
                <a:chOff x="2528681" y="4740070"/>
                <a:chExt cx="893933" cy="668190"/>
              </a:xfrm>
            </p:grpSpPr>
            <p:sp>
              <p:nvSpPr>
                <p:cNvPr id="176" name="Rectangle 175">
                  <a:extLst>
                    <a:ext uri="{FF2B5EF4-FFF2-40B4-BE49-F238E27FC236}">
                      <a16:creationId xmlns:a16="http://schemas.microsoft.com/office/drawing/2014/main" id="{497D9B8B-B326-48DE-83CD-F58DDD0A84C8}"/>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77" name="TextBox 176">
                  <a:extLst>
                    <a:ext uri="{FF2B5EF4-FFF2-40B4-BE49-F238E27FC236}">
                      <a16:creationId xmlns:a16="http://schemas.microsoft.com/office/drawing/2014/main" id="{2E0CB64B-7409-4B7B-9688-BC5D48013A21}"/>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67" name="Group 166">
                <a:extLst>
                  <a:ext uri="{FF2B5EF4-FFF2-40B4-BE49-F238E27FC236}">
                    <a16:creationId xmlns:a16="http://schemas.microsoft.com/office/drawing/2014/main" id="{0E8421FF-A43B-4075-A13A-2356B08DC471}"/>
                  </a:ext>
                </a:extLst>
              </p:cNvPr>
              <p:cNvGrpSpPr/>
              <p:nvPr/>
            </p:nvGrpSpPr>
            <p:grpSpPr>
              <a:xfrm>
                <a:off x="3243153" y="3113346"/>
                <a:ext cx="893933" cy="668190"/>
                <a:chOff x="2528681" y="4740070"/>
                <a:chExt cx="893933" cy="668190"/>
              </a:xfrm>
            </p:grpSpPr>
            <p:sp>
              <p:nvSpPr>
                <p:cNvPr id="174" name="Rectangle 173">
                  <a:extLst>
                    <a:ext uri="{FF2B5EF4-FFF2-40B4-BE49-F238E27FC236}">
                      <a16:creationId xmlns:a16="http://schemas.microsoft.com/office/drawing/2014/main" id="{3A6BA15B-CA8A-45D6-95A3-96C0CD3978A5}"/>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75" name="TextBox 174">
                  <a:extLst>
                    <a:ext uri="{FF2B5EF4-FFF2-40B4-BE49-F238E27FC236}">
                      <a16:creationId xmlns:a16="http://schemas.microsoft.com/office/drawing/2014/main" id="{C0348E8F-9A96-44A3-91CD-19CDB1508444}"/>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68" name="Group 167">
                <a:extLst>
                  <a:ext uri="{FF2B5EF4-FFF2-40B4-BE49-F238E27FC236}">
                    <a16:creationId xmlns:a16="http://schemas.microsoft.com/office/drawing/2014/main" id="{3524A1B3-1CB3-4F04-A712-8939FFE0F55D}"/>
                  </a:ext>
                </a:extLst>
              </p:cNvPr>
              <p:cNvGrpSpPr/>
              <p:nvPr/>
            </p:nvGrpSpPr>
            <p:grpSpPr>
              <a:xfrm>
                <a:off x="4170420" y="2458265"/>
                <a:ext cx="893933" cy="668190"/>
                <a:chOff x="2528681" y="4740070"/>
                <a:chExt cx="893933" cy="668190"/>
              </a:xfrm>
            </p:grpSpPr>
            <p:sp>
              <p:nvSpPr>
                <p:cNvPr id="172" name="Rectangle 171">
                  <a:extLst>
                    <a:ext uri="{FF2B5EF4-FFF2-40B4-BE49-F238E27FC236}">
                      <a16:creationId xmlns:a16="http://schemas.microsoft.com/office/drawing/2014/main" id="{C4BFD91B-C6DE-4A9F-B62F-BDBA6286578D}"/>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73" name="TextBox 172">
                  <a:extLst>
                    <a:ext uri="{FF2B5EF4-FFF2-40B4-BE49-F238E27FC236}">
                      <a16:creationId xmlns:a16="http://schemas.microsoft.com/office/drawing/2014/main" id="{FCA4F3CB-F9B4-4785-9AF5-AE9676AE12E8}"/>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69" name="Group 168">
                <a:extLst>
                  <a:ext uri="{FF2B5EF4-FFF2-40B4-BE49-F238E27FC236}">
                    <a16:creationId xmlns:a16="http://schemas.microsoft.com/office/drawing/2014/main" id="{A2210744-212D-4B36-AD16-141AA02646E2}"/>
                  </a:ext>
                </a:extLst>
              </p:cNvPr>
              <p:cNvGrpSpPr/>
              <p:nvPr/>
            </p:nvGrpSpPr>
            <p:grpSpPr>
              <a:xfrm>
                <a:off x="4167487" y="3113346"/>
                <a:ext cx="893933" cy="668190"/>
                <a:chOff x="2528681" y="4740070"/>
                <a:chExt cx="893933" cy="668190"/>
              </a:xfrm>
            </p:grpSpPr>
            <p:sp>
              <p:nvSpPr>
                <p:cNvPr id="170" name="Rectangle 169">
                  <a:extLst>
                    <a:ext uri="{FF2B5EF4-FFF2-40B4-BE49-F238E27FC236}">
                      <a16:creationId xmlns:a16="http://schemas.microsoft.com/office/drawing/2014/main" id="{6C7D2D20-CA7F-4695-8EE2-E62B89778CE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71" name="TextBox 170">
                  <a:extLst>
                    <a:ext uri="{FF2B5EF4-FFF2-40B4-BE49-F238E27FC236}">
                      <a16:creationId xmlns:a16="http://schemas.microsoft.com/office/drawing/2014/main" id="{8FBBD486-0825-4A41-ACF0-56EFB8D8B960}"/>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nvGrpSpPr>
            <p:cNvPr id="119" name="Group 118">
              <a:extLst>
                <a:ext uri="{FF2B5EF4-FFF2-40B4-BE49-F238E27FC236}">
                  <a16:creationId xmlns:a16="http://schemas.microsoft.com/office/drawing/2014/main" id="{210355E5-1554-4B17-8F39-03AF0879E5A3}"/>
                </a:ext>
              </a:extLst>
            </p:cNvPr>
            <p:cNvGrpSpPr/>
            <p:nvPr/>
          </p:nvGrpSpPr>
          <p:grpSpPr>
            <a:xfrm>
              <a:off x="3230461" y="2324733"/>
              <a:ext cx="2823246" cy="1718352"/>
              <a:chOff x="2306972" y="2155971"/>
              <a:chExt cx="2823246" cy="1718352"/>
            </a:xfrm>
          </p:grpSpPr>
          <p:grpSp>
            <p:nvGrpSpPr>
              <p:cNvPr id="142" name="Group 141">
                <a:extLst>
                  <a:ext uri="{FF2B5EF4-FFF2-40B4-BE49-F238E27FC236}">
                    <a16:creationId xmlns:a16="http://schemas.microsoft.com/office/drawing/2014/main" id="{2C34A390-E243-433D-A55B-924EF94FE4FB}"/>
                  </a:ext>
                </a:extLst>
              </p:cNvPr>
              <p:cNvGrpSpPr/>
              <p:nvPr/>
            </p:nvGrpSpPr>
            <p:grpSpPr>
              <a:xfrm>
                <a:off x="2311517" y="2155971"/>
                <a:ext cx="2818701" cy="1718352"/>
                <a:chOff x="2306972" y="2155971"/>
                <a:chExt cx="2130804" cy="1718352"/>
              </a:xfrm>
            </p:grpSpPr>
            <p:sp>
              <p:nvSpPr>
                <p:cNvPr id="161" name="Rectangle 160">
                  <a:extLst>
                    <a:ext uri="{FF2B5EF4-FFF2-40B4-BE49-F238E27FC236}">
                      <a16:creationId xmlns:a16="http://schemas.microsoft.com/office/drawing/2014/main" id="{3969B4A1-5012-46CD-BCC8-C5B3640E547C}"/>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62" name="TextBox 161">
                  <a:extLst>
                    <a:ext uri="{FF2B5EF4-FFF2-40B4-BE49-F238E27FC236}">
                      <a16:creationId xmlns:a16="http://schemas.microsoft.com/office/drawing/2014/main" id="{AB838983-04C2-4D07-8295-20CD48B7166F}"/>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143" name="Group 142">
                <a:extLst>
                  <a:ext uri="{FF2B5EF4-FFF2-40B4-BE49-F238E27FC236}">
                    <a16:creationId xmlns:a16="http://schemas.microsoft.com/office/drawing/2014/main" id="{A8472C09-00DC-4D7B-B7B5-CCF1C76EDDC3}"/>
                  </a:ext>
                </a:extLst>
              </p:cNvPr>
              <p:cNvGrpSpPr/>
              <p:nvPr/>
            </p:nvGrpSpPr>
            <p:grpSpPr>
              <a:xfrm>
                <a:off x="2306972" y="2458265"/>
                <a:ext cx="893933" cy="668190"/>
                <a:chOff x="2528681" y="4740070"/>
                <a:chExt cx="893933" cy="668190"/>
              </a:xfrm>
            </p:grpSpPr>
            <p:sp>
              <p:nvSpPr>
                <p:cNvPr id="159" name="Rectangle 158">
                  <a:extLst>
                    <a:ext uri="{FF2B5EF4-FFF2-40B4-BE49-F238E27FC236}">
                      <a16:creationId xmlns:a16="http://schemas.microsoft.com/office/drawing/2014/main" id="{C16DB1AD-22BF-4822-8D3E-98618554D26C}"/>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60" name="TextBox 159">
                  <a:extLst>
                    <a:ext uri="{FF2B5EF4-FFF2-40B4-BE49-F238E27FC236}">
                      <a16:creationId xmlns:a16="http://schemas.microsoft.com/office/drawing/2014/main" id="{83EB9498-00C4-41E7-862E-0E182F8CDB7B}"/>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44" name="Group 143">
                <a:extLst>
                  <a:ext uri="{FF2B5EF4-FFF2-40B4-BE49-F238E27FC236}">
                    <a16:creationId xmlns:a16="http://schemas.microsoft.com/office/drawing/2014/main" id="{43FBB02D-662B-4688-A1FC-1B6524F878E3}"/>
                  </a:ext>
                </a:extLst>
              </p:cNvPr>
              <p:cNvGrpSpPr/>
              <p:nvPr/>
            </p:nvGrpSpPr>
            <p:grpSpPr>
              <a:xfrm>
                <a:off x="3246086" y="2458265"/>
                <a:ext cx="893933" cy="668190"/>
                <a:chOff x="2528681" y="4740070"/>
                <a:chExt cx="893933" cy="668190"/>
              </a:xfrm>
            </p:grpSpPr>
            <p:sp>
              <p:nvSpPr>
                <p:cNvPr id="157" name="Rectangle 156">
                  <a:extLst>
                    <a:ext uri="{FF2B5EF4-FFF2-40B4-BE49-F238E27FC236}">
                      <a16:creationId xmlns:a16="http://schemas.microsoft.com/office/drawing/2014/main" id="{7971F4CF-F435-406C-9521-D8A3C52C2E50}"/>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58" name="TextBox 157">
                  <a:extLst>
                    <a:ext uri="{FF2B5EF4-FFF2-40B4-BE49-F238E27FC236}">
                      <a16:creationId xmlns:a16="http://schemas.microsoft.com/office/drawing/2014/main" id="{16C17367-94F4-4A0E-B8A7-25F033BADF5E}"/>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45" name="Group 144">
                <a:extLst>
                  <a:ext uri="{FF2B5EF4-FFF2-40B4-BE49-F238E27FC236}">
                    <a16:creationId xmlns:a16="http://schemas.microsoft.com/office/drawing/2014/main" id="{F25BA27D-AFF9-4AA7-9C02-1C418FFC48BD}"/>
                  </a:ext>
                </a:extLst>
              </p:cNvPr>
              <p:cNvGrpSpPr/>
              <p:nvPr/>
            </p:nvGrpSpPr>
            <p:grpSpPr>
              <a:xfrm>
                <a:off x="2324701" y="3113346"/>
                <a:ext cx="893933" cy="668190"/>
                <a:chOff x="2528681" y="4740070"/>
                <a:chExt cx="893933" cy="668190"/>
              </a:xfrm>
            </p:grpSpPr>
            <p:sp>
              <p:nvSpPr>
                <p:cNvPr id="155" name="Rectangle 154">
                  <a:extLst>
                    <a:ext uri="{FF2B5EF4-FFF2-40B4-BE49-F238E27FC236}">
                      <a16:creationId xmlns:a16="http://schemas.microsoft.com/office/drawing/2014/main" id="{374B4E3D-0AB6-4622-8B91-88717A2C77E6}"/>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56" name="TextBox 155">
                  <a:extLst>
                    <a:ext uri="{FF2B5EF4-FFF2-40B4-BE49-F238E27FC236}">
                      <a16:creationId xmlns:a16="http://schemas.microsoft.com/office/drawing/2014/main" id="{FD8933AF-0248-4937-B28B-A25ACA0AE73B}"/>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46" name="Group 145">
                <a:extLst>
                  <a:ext uri="{FF2B5EF4-FFF2-40B4-BE49-F238E27FC236}">
                    <a16:creationId xmlns:a16="http://schemas.microsoft.com/office/drawing/2014/main" id="{B03D0C11-8E4F-4618-B2F6-5DBE5AD0827B}"/>
                  </a:ext>
                </a:extLst>
              </p:cNvPr>
              <p:cNvGrpSpPr/>
              <p:nvPr/>
            </p:nvGrpSpPr>
            <p:grpSpPr>
              <a:xfrm>
                <a:off x="3243153" y="3113346"/>
                <a:ext cx="893933" cy="668190"/>
                <a:chOff x="2528681" y="4740070"/>
                <a:chExt cx="893933" cy="668190"/>
              </a:xfrm>
            </p:grpSpPr>
            <p:sp>
              <p:nvSpPr>
                <p:cNvPr id="153" name="Rectangle 152">
                  <a:extLst>
                    <a:ext uri="{FF2B5EF4-FFF2-40B4-BE49-F238E27FC236}">
                      <a16:creationId xmlns:a16="http://schemas.microsoft.com/office/drawing/2014/main" id="{F4D658D7-7E7B-4DC3-8672-4A85A42DB923}"/>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54" name="TextBox 153">
                  <a:extLst>
                    <a:ext uri="{FF2B5EF4-FFF2-40B4-BE49-F238E27FC236}">
                      <a16:creationId xmlns:a16="http://schemas.microsoft.com/office/drawing/2014/main" id="{5F358C08-2420-4EC2-9C29-1E535A9E409D}"/>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47" name="Group 146">
                <a:extLst>
                  <a:ext uri="{FF2B5EF4-FFF2-40B4-BE49-F238E27FC236}">
                    <a16:creationId xmlns:a16="http://schemas.microsoft.com/office/drawing/2014/main" id="{7D91EBA1-4345-44A0-B4F2-08CC411B607A}"/>
                  </a:ext>
                </a:extLst>
              </p:cNvPr>
              <p:cNvGrpSpPr/>
              <p:nvPr/>
            </p:nvGrpSpPr>
            <p:grpSpPr>
              <a:xfrm>
                <a:off x="4170420" y="2458265"/>
                <a:ext cx="893933" cy="668190"/>
                <a:chOff x="2528681" y="4740070"/>
                <a:chExt cx="893933" cy="668190"/>
              </a:xfrm>
            </p:grpSpPr>
            <p:sp>
              <p:nvSpPr>
                <p:cNvPr id="151" name="Rectangle 150">
                  <a:extLst>
                    <a:ext uri="{FF2B5EF4-FFF2-40B4-BE49-F238E27FC236}">
                      <a16:creationId xmlns:a16="http://schemas.microsoft.com/office/drawing/2014/main" id="{7D1AC090-A2C8-48E7-ABF4-420BF414F1D7}"/>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52" name="TextBox 151">
                  <a:extLst>
                    <a:ext uri="{FF2B5EF4-FFF2-40B4-BE49-F238E27FC236}">
                      <a16:creationId xmlns:a16="http://schemas.microsoft.com/office/drawing/2014/main" id="{159A31B2-2605-49C9-8E0A-1808675FF133}"/>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48" name="Group 147">
                <a:extLst>
                  <a:ext uri="{FF2B5EF4-FFF2-40B4-BE49-F238E27FC236}">
                    <a16:creationId xmlns:a16="http://schemas.microsoft.com/office/drawing/2014/main" id="{CEDDB22C-1B8B-42C1-8C39-9E9F65A687B0}"/>
                  </a:ext>
                </a:extLst>
              </p:cNvPr>
              <p:cNvGrpSpPr/>
              <p:nvPr/>
            </p:nvGrpSpPr>
            <p:grpSpPr>
              <a:xfrm>
                <a:off x="4167487" y="3113346"/>
                <a:ext cx="893933" cy="668190"/>
                <a:chOff x="2528681" y="4740070"/>
                <a:chExt cx="893933" cy="668190"/>
              </a:xfrm>
            </p:grpSpPr>
            <p:sp>
              <p:nvSpPr>
                <p:cNvPr id="149" name="Rectangle 148">
                  <a:extLst>
                    <a:ext uri="{FF2B5EF4-FFF2-40B4-BE49-F238E27FC236}">
                      <a16:creationId xmlns:a16="http://schemas.microsoft.com/office/drawing/2014/main" id="{8CF19283-C613-4946-98D4-AB3D0608FB57}"/>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50" name="TextBox 149">
                  <a:extLst>
                    <a:ext uri="{FF2B5EF4-FFF2-40B4-BE49-F238E27FC236}">
                      <a16:creationId xmlns:a16="http://schemas.microsoft.com/office/drawing/2014/main" id="{6D3E65C9-6E7C-4364-AB4B-321830CE07C5}"/>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nvGrpSpPr>
            <p:cNvPr id="120" name="Group 119">
              <a:extLst>
                <a:ext uri="{FF2B5EF4-FFF2-40B4-BE49-F238E27FC236}">
                  <a16:creationId xmlns:a16="http://schemas.microsoft.com/office/drawing/2014/main" id="{0CDD570C-028F-4149-A39F-22D1CA59F2EB}"/>
                </a:ext>
              </a:extLst>
            </p:cNvPr>
            <p:cNvGrpSpPr/>
            <p:nvPr/>
          </p:nvGrpSpPr>
          <p:grpSpPr>
            <a:xfrm>
              <a:off x="3230461" y="535907"/>
              <a:ext cx="2823246" cy="1718352"/>
              <a:chOff x="2306972" y="2155971"/>
              <a:chExt cx="2823246" cy="1718352"/>
            </a:xfrm>
          </p:grpSpPr>
          <p:grpSp>
            <p:nvGrpSpPr>
              <p:cNvPr id="121" name="Group 120">
                <a:extLst>
                  <a:ext uri="{FF2B5EF4-FFF2-40B4-BE49-F238E27FC236}">
                    <a16:creationId xmlns:a16="http://schemas.microsoft.com/office/drawing/2014/main" id="{40C4452C-F4DA-4FB3-A324-15D496181C9E}"/>
                  </a:ext>
                </a:extLst>
              </p:cNvPr>
              <p:cNvGrpSpPr/>
              <p:nvPr/>
            </p:nvGrpSpPr>
            <p:grpSpPr>
              <a:xfrm>
                <a:off x="2311517" y="2155971"/>
                <a:ext cx="2818701" cy="1718352"/>
                <a:chOff x="2306972" y="2155971"/>
                <a:chExt cx="2130804" cy="1718352"/>
              </a:xfrm>
            </p:grpSpPr>
            <p:sp>
              <p:nvSpPr>
                <p:cNvPr id="140" name="Rectangle 139">
                  <a:extLst>
                    <a:ext uri="{FF2B5EF4-FFF2-40B4-BE49-F238E27FC236}">
                      <a16:creationId xmlns:a16="http://schemas.microsoft.com/office/drawing/2014/main" id="{AF9B6580-440F-4A8F-8D8B-613ACD17AB2A}"/>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1" name="TextBox 140">
                  <a:extLst>
                    <a:ext uri="{FF2B5EF4-FFF2-40B4-BE49-F238E27FC236}">
                      <a16:creationId xmlns:a16="http://schemas.microsoft.com/office/drawing/2014/main" id="{E7C37B5F-CA22-4795-99FE-8E6E11D0372C}"/>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122" name="Group 121">
                <a:extLst>
                  <a:ext uri="{FF2B5EF4-FFF2-40B4-BE49-F238E27FC236}">
                    <a16:creationId xmlns:a16="http://schemas.microsoft.com/office/drawing/2014/main" id="{44C2BF3F-B8AA-445E-9E26-9D5D11061FB9}"/>
                  </a:ext>
                </a:extLst>
              </p:cNvPr>
              <p:cNvGrpSpPr/>
              <p:nvPr/>
            </p:nvGrpSpPr>
            <p:grpSpPr>
              <a:xfrm>
                <a:off x="2306972" y="2458265"/>
                <a:ext cx="893933" cy="668190"/>
                <a:chOff x="2528681" y="4740070"/>
                <a:chExt cx="893933" cy="668190"/>
              </a:xfrm>
            </p:grpSpPr>
            <p:sp>
              <p:nvSpPr>
                <p:cNvPr id="138" name="Rectangle 137">
                  <a:extLst>
                    <a:ext uri="{FF2B5EF4-FFF2-40B4-BE49-F238E27FC236}">
                      <a16:creationId xmlns:a16="http://schemas.microsoft.com/office/drawing/2014/main" id="{01DFB779-F917-4FF4-896A-4EE9E0D906A9}"/>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39" name="TextBox 138">
                  <a:extLst>
                    <a:ext uri="{FF2B5EF4-FFF2-40B4-BE49-F238E27FC236}">
                      <a16:creationId xmlns:a16="http://schemas.microsoft.com/office/drawing/2014/main" id="{7C1F61E7-8A56-4ADF-A132-87A4D5439713}"/>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23" name="Group 122">
                <a:extLst>
                  <a:ext uri="{FF2B5EF4-FFF2-40B4-BE49-F238E27FC236}">
                    <a16:creationId xmlns:a16="http://schemas.microsoft.com/office/drawing/2014/main" id="{CD40377C-AE45-4B6E-BBBD-8E5ADA14260E}"/>
                  </a:ext>
                </a:extLst>
              </p:cNvPr>
              <p:cNvGrpSpPr/>
              <p:nvPr/>
            </p:nvGrpSpPr>
            <p:grpSpPr>
              <a:xfrm>
                <a:off x="3246086" y="2458265"/>
                <a:ext cx="893933" cy="668190"/>
                <a:chOff x="2528681" y="4740070"/>
                <a:chExt cx="893933" cy="668190"/>
              </a:xfrm>
            </p:grpSpPr>
            <p:sp>
              <p:nvSpPr>
                <p:cNvPr id="136" name="Rectangle 135">
                  <a:extLst>
                    <a:ext uri="{FF2B5EF4-FFF2-40B4-BE49-F238E27FC236}">
                      <a16:creationId xmlns:a16="http://schemas.microsoft.com/office/drawing/2014/main" id="{101F69CD-AAE6-4504-8769-2147EF8546DB}"/>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37" name="TextBox 136">
                  <a:extLst>
                    <a:ext uri="{FF2B5EF4-FFF2-40B4-BE49-F238E27FC236}">
                      <a16:creationId xmlns:a16="http://schemas.microsoft.com/office/drawing/2014/main" id="{3B108124-A74E-4C08-8AFE-05746965EC55}"/>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24" name="Group 123">
                <a:extLst>
                  <a:ext uri="{FF2B5EF4-FFF2-40B4-BE49-F238E27FC236}">
                    <a16:creationId xmlns:a16="http://schemas.microsoft.com/office/drawing/2014/main" id="{40D036D2-1C0A-4DE4-80E5-59162DA47A1C}"/>
                  </a:ext>
                </a:extLst>
              </p:cNvPr>
              <p:cNvGrpSpPr/>
              <p:nvPr/>
            </p:nvGrpSpPr>
            <p:grpSpPr>
              <a:xfrm>
                <a:off x="2324701" y="3113346"/>
                <a:ext cx="893933" cy="668190"/>
                <a:chOff x="2528681" y="4740070"/>
                <a:chExt cx="893933" cy="668190"/>
              </a:xfrm>
            </p:grpSpPr>
            <p:sp>
              <p:nvSpPr>
                <p:cNvPr id="134" name="Rectangle 133">
                  <a:extLst>
                    <a:ext uri="{FF2B5EF4-FFF2-40B4-BE49-F238E27FC236}">
                      <a16:creationId xmlns:a16="http://schemas.microsoft.com/office/drawing/2014/main" id="{F47174A3-638A-4589-A4CB-A8A12085B5E6}"/>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35" name="TextBox 134">
                  <a:extLst>
                    <a:ext uri="{FF2B5EF4-FFF2-40B4-BE49-F238E27FC236}">
                      <a16:creationId xmlns:a16="http://schemas.microsoft.com/office/drawing/2014/main" id="{00A69132-8AF4-40F0-AD8D-1B9ABE6238AB}"/>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25" name="Group 124">
                <a:extLst>
                  <a:ext uri="{FF2B5EF4-FFF2-40B4-BE49-F238E27FC236}">
                    <a16:creationId xmlns:a16="http://schemas.microsoft.com/office/drawing/2014/main" id="{70F6742D-1148-4A17-9F22-6864F79BF33A}"/>
                  </a:ext>
                </a:extLst>
              </p:cNvPr>
              <p:cNvGrpSpPr/>
              <p:nvPr/>
            </p:nvGrpSpPr>
            <p:grpSpPr>
              <a:xfrm>
                <a:off x="3243153" y="3113346"/>
                <a:ext cx="893933" cy="668190"/>
                <a:chOff x="2528681" y="4740070"/>
                <a:chExt cx="893933" cy="668190"/>
              </a:xfrm>
            </p:grpSpPr>
            <p:sp>
              <p:nvSpPr>
                <p:cNvPr id="132" name="Rectangle 131">
                  <a:extLst>
                    <a:ext uri="{FF2B5EF4-FFF2-40B4-BE49-F238E27FC236}">
                      <a16:creationId xmlns:a16="http://schemas.microsoft.com/office/drawing/2014/main" id="{2B3A204F-04EA-4C55-B673-710D34F8B72A}"/>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33" name="TextBox 132">
                  <a:extLst>
                    <a:ext uri="{FF2B5EF4-FFF2-40B4-BE49-F238E27FC236}">
                      <a16:creationId xmlns:a16="http://schemas.microsoft.com/office/drawing/2014/main" id="{A6DE9BED-B5A5-4291-ADB3-451448BAF19C}"/>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26" name="Group 125">
                <a:extLst>
                  <a:ext uri="{FF2B5EF4-FFF2-40B4-BE49-F238E27FC236}">
                    <a16:creationId xmlns:a16="http://schemas.microsoft.com/office/drawing/2014/main" id="{800B909F-A18E-48E9-A01F-84513C59BED8}"/>
                  </a:ext>
                </a:extLst>
              </p:cNvPr>
              <p:cNvGrpSpPr/>
              <p:nvPr/>
            </p:nvGrpSpPr>
            <p:grpSpPr>
              <a:xfrm>
                <a:off x="4170420" y="2458265"/>
                <a:ext cx="893933" cy="668190"/>
                <a:chOff x="2528681" y="4740070"/>
                <a:chExt cx="893933" cy="668190"/>
              </a:xfrm>
            </p:grpSpPr>
            <p:sp>
              <p:nvSpPr>
                <p:cNvPr id="130" name="Rectangle 129">
                  <a:extLst>
                    <a:ext uri="{FF2B5EF4-FFF2-40B4-BE49-F238E27FC236}">
                      <a16:creationId xmlns:a16="http://schemas.microsoft.com/office/drawing/2014/main" id="{847D62B2-0D92-42D4-BAEB-5B563C33A55F}"/>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31" name="TextBox 130">
                  <a:extLst>
                    <a:ext uri="{FF2B5EF4-FFF2-40B4-BE49-F238E27FC236}">
                      <a16:creationId xmlns:a16="http://schemas.microsoft.com/office/drawing/2014/main" id="{BFFBE31F-4F8C-4001-9434-93F1A07B3B1A}"/>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27" name="Group 126">
                <a:extLst>
                  <a:ext uri="{FF2B5EF4-FFF2-40B4-BE49-F238E27FC236}">
                    <a16:creationId xmlns:a16="http://schemas.microsoft.com/office/drawing/2014/main" id="{239F24DE-F589-442C-802D-FEAD02828F14}"/>
                  </a:ext>
                </a:extLst>
              </p:cNvPr>
              <p:cNvGrpSpPr/>
              <p:nvPr/>
            </p:nvGrpSpPr>
            <p:grpSpPr>
              <a:xfrm>
                <a:off x="4167487" y="3113346"/>
                <a:ext cx="893933" cy="668190"/>
                <a:chOff x="2528681" y="4740070"/>
                <a:chExt cx="893933" cy="668190"/>
              </a:xfrm>
            </p:grpSpPr>
            <p:sp>
              <p:nvSpPr>
                <p:cNvPr id="128" name="Rectangle 127">
                  <a:extLst>
                    <a:ext uri="{FF2B5EF4-FFF2-40B4-BE49-F238E27FC236}">
                      <a16:creationId xmlns:a16="http://schemas.microsoft.com/office/drawing/2014/main" id="{96F14F44-2B50-4908-8F90-B0AF3B19465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29" name="TextBox 128">
                  <a:extLst>
                    <a:ext uri="{FF2B5EF4-FFF2-40B4-BE49-F238E27FC236}">
                      <a16:creationId xmlns:a16="http://schemas.microsoft.com/office/drawing/2014/main" id="{CD01DB5B-2029-4552-A9F7-E90B67DB71AC}"/>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grpSp>
        <p:nvGrpSpPr>
          <p:cNvPr id="207" name="Group 206">
            <a:extLst>
              <a:ext uri="{FF2B5EF4-FFF2-40B4-BE49-F238E27FC236}">
                <a16:creationId xmlns:a16="http://schemas.microsoft.com/office/drawing/2014/main" id="{C1C5DB80-EE23-42E9-BECA-7A1F3858111F}"/>
              </a:ext>
            </a:extLst>
          </p:cNvPr>
          <p:cNvGrpSpPr/>
          <p:nvPr/>
        </p:nvGrpSpPr>
        <p:grpSpPr>
          <a:xfrm>
            <a:off x="230894" y="469388"/>
            <a:ext cx="4856672" cy="2837513"/>
            <a:chOff x="167781" y="142613"/>
            <a:chExt cx="6149130" cy="3984771"/>
          </a:xfrm>
        </p:grpSpPr>
        <p:grpSp>
          <p:nvGrpSpPr>
            <p:cNvPr id="208" name="Group 207">
              <a:extLst>
                <a:ext uri="{FF2B5EF4-FFF2-40B4-BE49-F238E27FC236}">
                  <a16:creationId xmlns:a16="http://schemas.microsoft.com/office/drawing/2014/main" id="{2E688B2F-8C3B-4A61-80AD-7E910C473E20}"/>
                </a:ext>
              </a:extLst>
            </p:cNvPr>
            <p:cNvGrpSpPr/>
            <p:nvPr/>
          </p:nvGrpSpPr>
          <p:grpSpPr>
            <a:xfrm>
              <a:off x="167781" y="142613"/>
              <a:ext cx="6149130" cy="3984771"/>
              <a:chOff x="5863904" y="92279"/>
              <a:chExt cx="5226341" cy="4420998"/>
            </a:xfrm>
          </p:grpSpPr>
          <p:sp>
            <p:nvSpPr>
              <p:cNvPr id="297" name="Rectangle 296">
                <a:extLst>
                  <a:ext uri="{FF2B5EF4-FFF2-40B4-BE49-F238E27FC236}">
                    <a16:creationId xmlns:a16="http://schemas.microsoft.com/office/drawing/2014/main" id="{930CAC01-9553-4EA0-A6A8-667E292C78E2}"/>
                  </a:ext>
                </a:extLst>
              </p:cNvPr>
              <p:cNvSpPr/>
              <p:nvPr/>
            </p:nvSpPr>
            <p:spPr>
              <a:xfrm>
                <a:off x="5863904" y="92279"/>
                <a:ext cx="5226341" cy="4420998"/>
              </a:xfrm>
              <a:prstGeom prst="rect">
                <a:avLst/>
              </a:prstGeom>
              <a:solidFill>
                <a:schemeClr val="accent1">
                  <a:lumMod val="20000"/>
                  <a:lumOff val="80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298" name="TextBox 297">
                <a:extLst>
                  <a:ext uri="{FF2B5EF4-FFF2-40B4-BE49-F238E27FC236}">
                    <a16:creationId xmlns:a16="http://schemas.microsoft.com/office/drawing/2014/main" id="{0CF3E7C6-37A4-4632-854A-7E323B3FAECF}"/>
                  </a:ext>
                </a:extLst>
              </p:cNvPr>
              <p:cNvSpPr txBox="1"/>
              <p:nvPr/>
            </p:nvSpPr>
            <p:spPr>
              <a:xfrm>
                <a:off x="5998128" y="92279"/>
                <a:ext cx="585417" cy="369332"/>
              </a:xfrm>
              <a:prstGeom prst="rect">
                <a:avLst/>
              </a:prstGeom>
              <a:noFill/>
            </p:spPr>
            <p:txBody>
              <a:bodyPr wrap="none" rtlCol="0">
                <a:spAutoFit/>
              </a:bodyPr>
              <a:lstStyle/>
              <a:p>
                <a:r>
                  <a:rPr lang="en-US" dirty="0"/>
                  <a:t>Grid</a:t>
                </a:r>
              </a:p>
            </p:txBody>
          </p:sp>
        </p:grpSp>
        <p:grpSp>
          <p:nvGrpSpPr>
            <p:cNvPr id="209" name="Group 208">
              <a:extLst>
                <a:ext uri="{FF2B5EF4-FFF2-40B4-BE49-F238E27FC236}">
                  <a16:creationId xmlns:a16="http://schemas.microsoft.com/office/drawing/2014/main" id="{C8A226CC-B5CB-4CE6-95B1-52E08210F8AD}"/>
                </a:ext>
              </a:extLst>
            </p:cNvPr>
            <p:cNvGrpSpPr/>
            <p:nvPr/>
          </p:nvGrpSpPr>
          <p:grpSpPr>
            <a:xfrm>
              <a:off x="285225" y="2336680"/>
              <a:ext cx="2823246" cy="1718352"/>
              <a:chOff x="2306972" y="2155971"/>
              <a:chExt cx="2823246" cy="1718352"/>
            </a:xfrm>
          </p:grpSpPr>
          <p:grpSp>
            <p:nvGrpSpPr>
              <p:cNvPr id="276" name="Group 275">
                <a:extLst>
                  <a:ext uri="{FF2B5EF4-FFF2-40B4-BE49-F238E27FC236}">
                    <a16:creationId xmlns:a16="http://schemas.microsoft.com/office/drawing/2014/main" id="{1CF636A6-F3FB-444E-9044-F266D615AB0A}"/>
                  </a:ext>
                </a:extLst>
              </p:cNvPr>
              <p:cNvGrpSpPr/>
              <p:nvPr/>
            </p:nvGrpSpPr>
            <p:grpSpPr>
              <a:xfrm>
                <a:off x="2311517" y="2155971"/>
                <a:ext cx="2818701" cy="1718352"/>
                <a:chOff x="2306972" y="2155971"/>
                <a:chExt cx="2130804" cy="1718352"/>
              </a:xfrm>
            </p:grpSpPr>
            <p:sp>
              <p:nvSpPr>
                <p:cNvPr id="295" name="Rectangle 294">
                  <a:extLst>
                    <a:ext uri="{FF2B5EF4-FFF2-40B4-BE49-F238E27FC236}">
                      <a16:creationId xmlns:a16="http://schemas.microsoft.com/office/drawing/2014/main" id="{E56792EC-CB8E-4AE4-8165-74F698B96378}"/>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96" name="TextBox 295">
                  <a:extLst>
                    <a:ext uri="{FF2B5EF4-FFF2-40B4-BE49-F238E27FC236}">
                      <a16:creationId xmlns:a16="http://schemas.microsoft.com/office/drawing/2014/main" id="{851C00A3-2F7D-4361-ABFB-BC33CB4005C1}"/>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277" name="Group 276">
                <a:extLst>
                  <a:ext uri="{FF2B5EF4-FFF2-40B4-BE49-F238E27FC236}">
                    <a16:creationId xmlns:a16="http://schemas.microsoft.com/office/drawing/2014/main" id="{D31ABC0F-07FB-413C-8FF3-29DCA0EA0F7E}"/>
                  </a:ext>
                </a:extLst>
              </p:cNvPr>
              <p:cNvGrpSpPr/>
              <p:nvPr/>
            </p:nvGrpSpPr>
            <p:grpSpPr>
              <a:xfrm>
                <a:off x="2306972" y="2458265"/>
                <a:ext cx="893933" cy="668190"/>
                <a:chOff x="2528681" y="4740070"/>
                <a:chExt cx="893933" cy="668190"/>
              </a:xfrm>
            </p:grpSpPr>
            <p:sp>
              <p:nvSpPr>
                <p:cNvPr id="293" name="Rectangle 292">
                  <a:extLst>
                    <a:ext uri="{FF2B5EF4-FFF2-40B4-BE49-F238E27FC236}">
                      <a16:creationId xmlns:a16="http://schemas.microsoft.com/office/drawing/2014/main" id="{355D5080-EFC4-4AC8-ADFA-C1C73BB7E1B2}"/>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94" name="TextBox 293">
                  <a:extLst>
                    <a:ext uri="{FF2B5EF4-FFF2-40B4-BE49-F238E27FC236}">
                      <a16:creationId xmlns:a16="http://schemas.microsoft.com/office/drawing/2014/main" id="{6D280D5A-2D32-4A73-979F-3911A6F83EBB}"/>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78" name="Group 277">
                <a:extLst>
                  <a:ext uri="{FF2B5EF4-FFF2-40B4-BE49-F238E27FC236}">
                    <a16:creationId xmlns:a16="http://schemas.microsoft.com/office/drawing/2014/main" id="{F6F12D3F-54EF-4698-BBA3-D49BCC79EA8D}"/>
                  </a:ext>
                </a:extLst>
              </p:cNvPr>
              <p:cNvGrpSpPr/>
              <p:nvPr/>
            </p:nvGrpSpPr>
            <p:grpSpPr>
              <a:xfrm>
                <a:off x="3246086" y="2458265"/>
                <a:ext cx="893933" cy="668190"/>
                <a:chOff x="2528681" y="4740070"/>
                <a:chExt cx="893933" cy="668190"/>
              </a:xfrm>
            </p:grpSpPr>
            <p:sp>
              <p:nvSpPr>
                <p:cNvPr id="291" name="Rectangle 290">
                  <a:extLst>
                    <a:ext uri="{FF2B5EF4-FFF2-40B4-BE49-F238E27FC236}">
                      <a16:creationId xmlns:a16="http://schemas.microsoft.com/office/drawing/2014/main" id="{A61024EA-AFD8-42D2-875A-A3C09DCF1BF9}"/>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92" name="TextBox 291">
                  <a:extLst>
                    <a:ext uri="{FF2B5EF4-FFF2-40B4-BE49-F238E27FC236}">
                      <a16:creationId xmlns:a16="http://schemas.microsoft.com/office/drawing/2014/main" id="{41F681D7-A023-4564-9B82-737433641168}"/>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79" name="Group 278">
                <a:extLst>
                  <a:ext uri="{FF2B5EF4-FFF2-40B4-BE49-F238E27FC236}">
                    <a16:creationId xmlns:a16="http://schemas.microsoft.com/office/drawing/2014/main" id="{73315E39-103E-4DB6-BB0C-764F9DB37B22}"/>
                  </a:ext>
                </a:extLst>
              </p:cNvPr>
              <p:cNvGrpSpPr/>
              <p:nvPr/>
            </p:nvGrpSpPr>
            <p:grpSpPr>
              <a:xfrm>
                <a:off x="2324701" y="3113346"/>
                <a:ext cx="893933" cy="668190"/>
                <a:chOff x="2528681" y="4740070"/>
                <a:chExt cx="893933" cy="668190"/>
              </a:xfrm>
            </p:grpSpPr>
            <p:sp>
              <p:nvSpPr>
                <p:cNvPr id="289" name="Rectangle 288">
                  <a:extLst>
                    <a:ext uri="{FF2B5EF4-FFF2-40B4-BE49-F238E27FC236}">
                      <a16:creationId xmlns:a16="http://schemas.microsoft.com/office/drawing/2014/main" id="{EB8EF22A-30C5-4150-B666-9F1E93A45C8E}"/>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90" name="TextBox 289">
                  <a:extLst>
                    <a:ext uri="{FF2B5EF4-FFF2-40B4-BE49-F238E27FC236}">
                      <a16:creationId xmlns:a16="http://schemas.microsoft.com/office/drawing/2014/main" id="{05F5FAF9-F15A-4F2C-9FDC-1E1344C645F1}"/>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80" name="Group 279">
                <a:extLst>
                  <a:ext uri="{FF2B5EF4-FFF2-40B4-BE49-F238E27FC236}">
                    <a16:creationId xmlns:a16="http://schemas.microsoft.com/office/drawing/2014/main" id="{297AB955-E27C-4069-8C2A-D79980D3554E}"/>
                  </a:ext>
                </a:extLst>
              </p:cNvPr>
              <p:cNvGrpSpPr/>
              <p:nvPr/>
            </p:nvGrpSpPr>
            <p:grpSpPr>
              <a:xfrm>
                <a:off x="3243153" y="3113346"/>
                <a:ext cx="893933" cy="668190"/>
                <a:chOff x="2528681" y="4740070"/>
                <a:chExt cx="893933" cy="668190"/>
              </a:xfrm>
            </p:grpSpPr>
            <p:sp>
              <p:nvSpPr>
                <p:cNvPr id="287" name="Rectangle 286">
                  <a:extLst>
                    <a:ext uri="{FF2B5EF4-FFF2-40B4-BE49-F238E27FC236}">
                      <a16:creationId xmlns:a16="http://schemas.microsoft.com/office/drawing/2014/main" id="{D3D59227-CF97-4457-A10C-8387AE7BB5BA}"/>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88" name="TextBox 287">
                  <a:extLst>
                    <a:ext uri="{FF2B5EF4-FFF2-40B4-BE49-F238E27FC236}">
                      <a16:creationId xmlns:a16="http://schemas.microsoft.com/office/drawing/2014/main" id="{C06B0DEB-9995-4F32-9CD0-038927BF0C75}"/>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81" name="Group 280">
                <a:extLst>
                  <a:ext uri="{FF2B5EF4-FFF2-40B4-BE49-F238E27FC236}">
                    <a16:creationId xmlns:a16="http://schemas.microsoft.com/office/drawing/2014/main" id="{1D38848A-D6F7-485F-B052-F933DEB0079C}"/>
                  </a:ext>
                </a:extLst>
              </p:cNvPr>
              <p:cNvGrpSpPr/>
              <p:nvPr/>
            </p:nvGrpSpPr>
            <p:grpSpPr>
              <a:xfrm>
                <a:off x="4170420" y="2458265"/>
                <a:ext cx="893933" cy="668190"/>
                <a:chOff x="2528681" y="4740070"/>
                <a:chExt cx="893933" cy="668190"/>
              </a:xfrm>
            </p:grpSpPr>
            <p:sp>
              <p:nvSpPr>
                <p:cNvPr id="285" name="Rectangle 284">
                  <a:extLst>
                    <a:ext uri="{FF2B5EF4-FFF2-40B4-BE49-F238E27FC236}">
                      <a16:creationId xmlns:a16="http://schemas.microsoft.com/office/drawing/2014/main" id="{573FB4D3-C6C0-4C13-AF36-05C76282A87D}"/>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86" name="TextBox 285">
                  <a:extLst>
                    <a:ext uri="{FF2B5EF4-FFF2-40B4-BE49-F238E27FC236}">
                      <a16:creationId xmlns:a16="http://schemas.microsoft.com/office/drawing/2014/main" id="{A0F608A8-4FD6-4F48-977C-DAB5CB333114}"/>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82" name="Group 281">
                <a:extLst>
                  <a:ext uri="{FF2B5EF4-FFF2-40B4-BE49-F238E27FC236}">
                    <a16:creationId xmlns:a16="http://schemas.microsoft.com/office/drawing/2014/main" id="{29BBE813-8F7E-4B9E-B49D-9AEE8F81BC0C}"/>
                  </a:ext>
                </a:extLst>
              </p:cNvPr>
              <p:cNvGrpSpPr/>
              <p:nvPr/>
            </p:nvGrpSpPr>
            <p:grpSpPr>
              <a:xfrm>
                <a:off x="4167487" y="3113346"/>
                <a:ext cx="893933" cy="668190"/>
                <a:chOff x="2528681" y="4740070"/>
                <a:chExt cx="893933" cy="668190"/>
              </a:xfrm>
            </p:grpSpPr>
            <p:sp>
              <p:nvSpPr>
                <p:cNvPr id="283" name="Rectangle 282">
                  <a:extLst>
                    <a:ext uri="{FF2B5EF4-FFF2-40B4-BE49-F238E27FC236}">
                      <a16:creationId xmlns:a16="http://schemas.microsoft.com/office/drawing/2014/main" id="{393CA897-8701-455A-8763-41C2D64CF005}"/>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84" name="TextBox 283">
                  <a:extLst>
                    <a:ext uri="{FF2B5EF4-FFF2-40B4-BE49-F238E27FC236}">
                      <a16:creationId xmlns:a16="http://schemas.microsoft.com/office/drawing/2014/main" id="{5AEA26A2-4444-4BEA-BCC9-AC82AE1145FB}"/>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nvGrpSpPr>
            <p:cNvPr id="210" name="Group 209">
              <a:extLst>
                <a:ext uri="{FF2B5EF4-FFF2-40B4-BE49-F238E27FC236}">
                  <a16:creationId xmlns:a16="http://schemas.microsoft.com/office/drawing/2014/main" id="{2A00E7BD-D5F4-4227-9613-1A447CDA246E}"/>
                </a:ext>
              </a:extLst>
            </p:cNvPr>
            <p:cNvGrpSpPr/>
            <p:nvPr/>
          </p:nvGrpSpPr>
          <p:grpSpPr>
            <a:xfrm>
              <a:off x="285225" y="547854"/>
              <a:ext cx="2823246" cy="1718352"/>
              <a:chOff x="2306972" y="2155971"/>
              <a:chExt cx="2823246" cy="1718352"/>
            </a:xfrm>
          </p:grpSpPr>
          <p:grpSp>
            <p:nvGrpSpPr>
              <p:cNvPr id="255" name="Group 254">
                <a:extLst>
                  <a:ext uri="{FF2B5EF4-FFF2-40B4-BE49-F238E27FC236}">
                    <a16:creationId xmlns:a16="http://schemas.microsoft.com/office/drawing/2014/main" id="{12A1070C-3009-4B54-902B-1C8610696373}"/>
                  </a:ext>
                </a:extLst>
              </p:cNvPr>
              <p:cNvGrpSpPr/>
              <p:nvPr/>
            </p:nvGrpSpPr>
            <p:grpSpPr>
              <a:xfrm>
                <a:off x="2311517" y="2155971"/>
                <a:ext cx="2818701" cy="1718352"/>
                <a:chOff x="2306972" y="2155971"/>
                <a:chExt cx="2130804" cy="1718352"/>
              </a:xfrm>
            </p:grpSpPr>
            <p:sp>
              <p:nvSpPr>
                <p:cNvPr id="274" name="Rectangle 273">
                  <a:extLst>
                    <a:ext uri="{FF2B5EF4-FFF2-40B4-BE49-F238E27FC236}">
                      <a16:creationId xmlns:a16="http://schemas.microsoft.com/office/drawing/2014/main" id="{CAD3BCF5-9D8D-4253-9F52-C10180C6779A}"/>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75" name="TextBox 274">
                  <a:extLst>
                    <a:ext uri="{FF2B5EF4-FFF2-40B4-BE49-F238E27FC236}">
                      <a16:creationId xmlns:a16="http://schemas.microsoft.com/office/drawing/2014/main" id="{C4D27B57-B4E7-435D-BF85-7B7504B36437}"/>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256" name="Group 255">
                <a:extLst>
                  <a:ext uri="{FF2B5EF4-FFF2-40B4-BE49-F238E27FC236}">
                    <a16:creationId xmlns:a16="http://schemas.microsoft.com/office/drawing/2014/main" id="{66A404B3-516E-43AD-98A0-405D9A98E17C}"/>
                  </a:ext>
                </a:extLst>
              </p:cNvPr>
              <p:cNvGrpSpPr/>
              <p:nvPr/>
            </p:nvGrpSpPr>
            <p:grpSpPr>
              <a:xfrm>
                <a:off x="2306972" y="2458265"/>
                <a:ext cx="893933" cy="668190"/>
                <a:chOff x="2528681" y="4740070"/>
                <a:chExt cx="893933" cy="668190"/>
              </a:xfrm>
            </p:grpSpPr>
            <p:sp>
              <p:nvSpPr>
                <p:cNvPr id="272" name="Rectangle 271">
                  <a:extLst>
                    <a:ext uri="{FF2B5EF4-FFF2-40B4-BE49-F238E27FC236}">
                      <a16:creationId xmlns:a16="http://schemas.microsoft.com/office/drawing/2014/main" id="{73869E11-902F-40D9-B477-BE7B627020FD}"/>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73" name="TextBox 272">
                  <a:extLst>
                    <a:ext uri="{FF2B5EF4-FFF2-40B4-BE49-F238E27FC236}">
                      <a16:creationId xmlns:a16="http://schemas.microsoft.com/office/drawing/2014/main" id="{13FBE58D-F0D3-4A29-B8C9-020914E1F622}"/>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57" name="Group 256">
                <a:extLst>
                  <a:ext uri="{FF2B5EF4-FFF2-40B4-BE49-F238E27FC236}">
                    <a16:creationId xmlns:a16="http://schemas.microsoft.com/office/drawing/2014/main" id="{16B103CF-4F61-4593-B29D-CDAF5697CEE0}"/>
                  </a:ext>
                </a:extLst>
              </p:cNvPr>
              <p:cNvGrpSpPr/>
              <p:nvPr/>
            </p:nvGrpSpPr>
            <p:grpSpPr>
              <a:xfrm>
                <a:off x="3246086" y="2458265"/>
                <a:ext cx="893933" cy="668190"/>
                <a:chOff x="2528681" y="4740070"/>
                <a:chExt cx="893933" cy="668190"/>
              </a:xfrm>
            </p:grpSpPr>
            <p:sp>
              <p:nvSpPr>
                <p:cNvPr id="270" name="Rectangle 269">
                  <a:extLst>
                    <a:ext uri="{FF2B5EF4-FFF2-40B4-BE49-F238E27FC236}">
                      <a16:creationId xmlns:a16="http://schemas.microsoft.com/office/drawing/2014/main" id="{8E0FC52D-BD10-4F9A-8E56-49B3CBF3D4FA}"/>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71" name="TextBox 270">
                  <a:extLst>
                    <a:ext uri="{FF2B5EF4-FFF2-40B4-BE49-F238E27FC236}">
                      <a16:creationId xmlns:a16="http://schemas.microsoft.com/office/drawing/2014/main" id="{D5FE3EF0-14A0-46CB-8D69-76E47CF5E949}"/>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58" name="Group 257">
                <a:extLst>
                  <a:ext uri="{FF2B5EF4-FFF2-40B4-BE49-F238E27FC236}">
                    <a16:creationId xmlns:a16="http://schemas.microsoft.com/office/drawing/2014/main" id="{6CAA695C-7141-4E1C-B2C5-6AC155BCED13}"/>
                  </a:ext>
                </a:extLst>
              </p:cNvPr>
              <p:cNvGrpSpPr/>
              <p:nvPr/>
            </p:nvGrpSpPr>
            <p:grpSpPr>
              <a:xfrm>
                <a:off x="2324701" y="3113346"/>
                <a:ext cx="893933" cy="668190"/>
                <a:chOff x="2528681" y="4740070"/>
                <a:chExt cx="893933" cy="668190"/>
              </a:xfrm>
            </p:grpSpPr>
            <p:sp>
              <p:nvSpPr>
                <p:cNvPr id="268" name="Rectangle 267">
                  <a:extLst>
                    <a:ext uri="{FF2B5EF4-FFF2-40B4-BE49-F238E27FC236}">
                      <a16:creationId xmlns:a16="http://schemas.microsoft.com/office/drawing/2014/main" id="{430161D8-78B1-4750-9FAB-8F1ADBDF4663}"/>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69" name="TextBox 268">
                  <a:extLst>
                    <a:ext uri="{FF2B5EF4-FFF2-40B4-BE49-F238E27FC236}">
                      <a16:creationId xmlns:a16="http://schemas.microsoft.com/office/drawing/2014/main" id="{94F72661-8714-464C-ACBD-37F2A34F6001}"/>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59" name="Group 258">
                <a:extLst>
                  <a:ext uri="{FF2B5EF4-FFF2-40B4-BE49-F238E27FC236}">
                    <a16:creationId xmlns:a16="http://schemas.microsoft.com/office/drawing/2014/main" id="{B4298195-491F-4ED7-AB88-75758B20624D}"/>
                  </a:ext>
                </a:extLst>
              </p:cNvPr>
              <p:cNvGrpSpPr/>
              <p:nvPr/>
            </p:nvGrpSpPr>
            <p:grpSpPr>
              <a:xfrm>
                <a:off x="3243153" y="3113346"/>
                <a:ext cx="893933" cy="668190"/>
                <a:chOff x="2528681" y="4740070"/>
                <a:chExt cx="893933" cy="668190"/>
              </a:xfrm>
            </p:grpSpPr>
            <p:sp>
              <p:nvSpPr>
                <p:cNvPr id="266" name="Rectangle 265">
                  <a:extLst>
                    <a:ext uri="{FF2B5EF4-FFF2-40B4-BE49-F238E27FC236}">
                      <a16:creationId xmlns:a16="http://schemas.microsoft.com/office/drawing/2014/main" id="{2B6E52AA-8380-4123-99F4-0DF7BFE09297}"/>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67" name="TextBox 266">
                  <a:extLst>
                    <a:ext uri="{FF2B5EF4-FFF2-40B4-BE49-F238E27FC236}">
                      <a16:creationId xmlns:a16="http://schemas.microsoft.com/office/drawing/2014/main" id="{FCF76508-AB14-4672-9EAC-601BE043F405}"/>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60" name="Group 259">
                <a:extLst>
                  <a:ext uri="{FF2B5EF4-FFF2-40B4-BE49-F238E27FC236}">
                    <a16:creationId xmlns:a16="http://schemas.microsoft.com/office/drawing/2014/main" id="{2DB07DEC-C904-4C27-8577-8B9B1A956F9E}"/>
                  </a:ext>
                </a:extLst>
              </p:cNvPr>
              <p:cNvGrpSpPr/>
              <p:nvPr/>
            </p:nvGrpSpPr>
            <p:grpSpPr>
              <a:xfrm>
                <a:off x="4170420" y="2458265"/>
                <a:ext cx="893933" cy="668190"/>
                <a:chOff x="2528681" y="4740070"/>
                <a:chExt cx="893933" cy="668190"/>
              </a:xfrm>
            </p:grpSpPr>
            <p:sp>
              <p:nvSpPr>
                <p:cNvPr id="264" name="Rectangle 263">
                  <a:extLst>
                    <a:ext uri="{FF2B5EF4-FFF2-40B4-BE49-F238E27FC236}">
                      <a16:creationId xmlns:a16="http://schemas.microsoft.com/office/drawing/2014/main" id="{2FBE1436-26A5-4552-A65A-A0858528AB53}"/>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65" name="TextBox 264">
                  <a:extLst>
                    <a:ext uri="{FF2B5EF4-FFF2-40B4-BE49-F238E27FC236}">
                      <a16:creationId xmlns:a16="http://schemas.microsoft.com/office/drawing/2014/main" id="{2E9AD182-CEAF-4453-B56B-A24DA0093393}"/>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61" name="Group 260">
                <a:extLst>
                  <a:ext uri="{FF2B5EF4-FFF2-40B4-BE49-F238E27FC236}">
                    <a16:creationId xmlns:a16="http://schemas.microsoft.com/office/drawing/2014/main" id="{AFDE66E6-982D-4F84-9FFF-6F12B914F6BF}"/>
                  </a:ext>
                </a:extLst>
              </p:cNvPr>
              <p:cNvGrpSpPr/>
              <p:nvPr/>
            </p:nvGrpSpPr>
            <p:grpSpPr>
              <a:xfrm>
                <a:off x="4167487" y="3113346"/>
                <a:ext cx="893933" cy="668190"/>
                <a:chOff x="2528681" y="4740070"/>
                <a:chExt cx="893933" cy="668190"/>
              </a:xfrm>
            </p:grpSpPr>
            <p:sp>
              <p:nvSpPr>
                <p:cNvPr id="262" name="Rectangle 261">
                  <a:extLst>
                    <a:ext uri="{FF2B5EF4-FFF2-40B4-BE49-F238E27FC236}">
                      <a16:creationId xmlns:a16="http://schemas.microsoft.com/office/drawing/2014/main" id="{5D949FD1-13B4-4D3B-95F7-0944D25ADD6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63" name="TextBox 262">
                  <a:extLst>
                    <a:ext uri="{FF2B5EF4-FFF2-40B4-BE49-F238E27FC236}">
                      <a16:creationId xmlns:a16="http://schemas.microsoft.com/office/drawing/2014/main" id="{5B9D174D-A420-4E76-8486-809E7268528E}"/>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nvGrpSpPr>
            <p:cNvPr id="211" name="Group 210">
              <a:extLst>
                <a:ext uri="{FF2B5EF4-FFF2-40B4-BE49-F238E27FC236}">
                  <a16:creationId xmlns:a16="http://schemas.microsoft.com/office/drawing/2014/main" id="{2EEE8D9F-9493-45B1-B7C0-D094742EEB67}"/>
                </a:ext>
              </a:extLst>
            </p:cNvPr>
            <p:cNvGrpSpPr/>
            <p:nvPr/>
          </p:nvGrpSpPr>
          <p:grpSpPr>
            <a:xfrm>
              <a:off x="3230461" y="2324733"/>
              <a:ext cx="2823246" cy="1718352"/>
              <a:chOff x="2306972" y="2155971"/>
              <a:chExt cx="2823246" cy="1718352"/>
            </a:xfrm>
          </p:grpSpPr>
          <p:grpSp>
            <p:nvGrpSpPr>
              <p:cNvPr id="234" name="Group 233">
                <a:extLst>
                  <a:ext uri="{FF2B5EF4-FFF2-40B4-BE49-F238E27FC236}">
                    <a16:creationId xmlns:a16="http://schemas.microsoft.com/office/drawing/2014/main" id="{0A77960A-D00D-4289-A5D4-1A0483A41139}"/>
                  </a:ext>
                </a:extLst>
              </p:cNvPr>
              <p:cNvGrpSpPr/>
              <p:nvPr/>
            </p:nvGrpSpPr>
            <p:grpSpPr>
              <a:xfrm>
                <a:off x="2311517" y="2155971"/>
                <a:ext cx="2818701" cy="1718352"/>
                <a:chOff x="2306972" y="2155971"/>
                <a:chExt cx="2130804" cy="1718352"/>
              </a:xfrm>
            </p:grpSpPr>
            <p:sp>
              <p:nvSpPr>
                <p:cNvPr id="253" name="Rectangle 252">
                  <a:extLst>
                    <a:ext uri="{FF2B5EF4-FFF2-40B4-BE49-F238E27FC236}">
                      <a16:creationId xmlns:a16="http://schemas.microsoft.com/office/drawing/2014/main" id="{42A23C11-7059-43D4-9AAE-20E61268E3CD}"/>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54" name="TextBox 253">
                  <a:extLst>
                    <a:ext uri="{FF2B5EF4-FFF2-40B4-BE49-F238E27FC236}">
                      <a16:creationId xmlns:a16="http://schemas.microsoft.com/office/drawing/2014/main" id="{C6B62540-BF2F-4119-888E-86F4962F1F2A}"/>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235" name="Group 234">
                <a:extLst>
                  <a:ext uri="{FF2B5EF4-FFF2-40B4-BE49-F238E27FC236}">
                    <a16:creationId xmlns:a16="http://schemas.microsoft.com/office/drawing/2014/main" id="{84DAD6D7-6452-47C1-85AB-233A8C256D51}"/>
                  </a:ext>
                </a:extLst>
              </p:cNvPr>
              <p:cNvGrpSpPr/>
              <p:nvPr/>
            </p:nvGrpSpPr>
            <p:grpSpPr>
              <a:xfrm>
                <a:off x="2306972" y="2458265"/>
                <a:ext cx="893933" cy="668190"/>
                <a:chOff x="2528681" y="4740070"/>
                <a:chExt cx="893933" cy="668190"/>
              </a:xfrm>
            </p:grpSpPr>
            <p:sp>
              <p:nvSpPr>
                <p:cNvPr id="251" name="Rectangle 250">
                  <a:extLst>
                    <a:ext uri="{FF2B5EF4-FFF2-40B4-BE49-F238E27FC236}">
                      <a16:creationId xmlns:a16="http://schemas.microsoft.com/office/drawing/2014/main" id="{54BE377A-C7AA-4297-8A54-10E941C738E2}"/>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52" name="TextBox 251">
                  <a:extLst>
                    <a:ext uri="{FF2B5EF4-FFF2-40B4-BE49-F238E27FC236}">
                      <a16:creationId xmlns:a16="http://schemas.microsoft.com/office/drawing/2014/main" id="{388B289B-D5AF-46B2-915D-CF10BAA2452A}"/>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36" name="Group 235">
                <a:extLst>
                  <a:ext uri="{FF2B5EF4-FFF2-40B4-BE49-F238E27FC236}">
                    <a16:creationId xmlns:a16="http://schemas.microsoft.com/office/drawing/2014/main" id="{47D258FF-DCBC-48C6-B2E2-02BDB8B2CD88}"/>
                  </a:ext>
                </a:extLst>
              </p:cNvPr>
              <p:cNvGrpSpPr/>
              <p:nvPr/>
            </p:nvGrpSpPr>
            <p:grpSpPr>
              <a:xfrm>
                <a:off x="3246086" y="2458265"/>
                <a:ext cx="893933" cy="668190"/>
                <a:chOff x="2528681" y="4740070"/>
                <a:chExt cx="893933" cy="668190"/>
              </a:xfrm>
            </p:grpSpPr>
            <p:sp>
              <p:nvSpPr>
                <p:cNvPr id="249" name="Rectangle 248">
                  <a:extLst>
                    <a:ext uri="{FF2B5EF4-FFF2-40B4-BE49-F238E27FC236}">
                      <a16:creationId xmlns:a16="http://schemas.microsoft.com/office/drawing/2014/main" id="{093906B0-1F9B-42B0-829B-D4C7AA351E1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50" name="TextBox 249">
                  <a:extLst>
                    <a:ext uri="{FF2B5EF4-FFF2-40B4-BE49-F238E27FC236}">
                      <a16:creationId xmlns:a16="http://schemas.microsoft.com/office/drawing/2014/main" id="{AA9054A3-F3DE-4572-BE03-22EA812A2466}"/>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37" name="Group 236">
                <a:extLst>
                  <a:ext uri="{FF2B5EF4-FFF2-40B4-BE49-F238E27FC236}">
                    <a16:creationId xmlns:a16="http://schemas.microsoft.com/office/drawing/2014/main" id="{6EF8B0FA-B57B-4217-908E-D485355914C2}"/>
                  </a:ext>
                </a:extLst>
              </p:cNvPr>
              <p:cNvGrpSpPr/>
              <p:nvPr/>
            </p:nvGrpSpPr>
            <p:grpSpPr>
              <a:xfrm>
                <a:off x="2324701" y="3113346"/>
                <a:ext cx="893933" cy="668190"/>
                <a:chOff x="2528681" y="4740070"/>
                <a:chExt cx="893933" cy="668190"/>
              </a:xfrm>
            </p:grpSpPr>
            <p:sp>
              <p:nvSpPr>
                <p:cNvPr id="247" name="Rectangle 246">
                  <a:extLst>
                    <a:ext uri="{FF2B5EF4-FFF2-40B4-BE49-F238E27FC236}">
                      <a16:creationId xmlns:a16="http://schemas.microsoft.com/office/drawing/2014/main" id="{A72BCD70-6DC5-497C-9159-5F7FA07978FD}"/>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48" name="TextBox 247">
                  <a:extLst>
                    <a:ext uri="{FF2B5EF4-FFF2-40B4-BE49-F238E27FC236}">
                      <a16:creationId xmlns:a16="http://schemas.microsoft.com/office/drawing/2014/main" id="{D7264100-EF08-4C95-876E-F890E5E21906}"/>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38" name="Group 237">
                <a:extLst>
                  <a:ext uri="{FF2B5EF4-FFF2-40B4-BE49-F238E27FC236}">
                    <a16:creationId xmlns:a16="http://schemas.microsoft.com/office/drawing/2014/main" id="{97E6644E-E36D-4F56-ACFE-DA697D9E77C1}"/>
                  </a:ext>
                </a:extLst>
              </p:cNvPr>
              <p:cNvGrpSpPr/>
              <p:nvPr/>
            </p:nvGrpSpPr>
            <p:grpSpPr>
              <a:xfrm>
                <a:off x="3243153" y="3113346"/>
                <a:ext cx="893933" cy="668190"/>
                <a:chOff x="2528681" y="4740070"/>
                <a:chExt cx="893933" cy="668190"/>
              </a:xfrm>
            </p:grpSpPr>
            <p:sp>
              <p:nvSpPr>
                <p:cNvPr id="245" name="Rectangle 244">
                  <a:extLst>
                    <a:ext uri="{FF2B5EF4-FFF2-40B4-BE49-F238E27FC236}">
                      <a16:creationId xmlns:a16="http://schemas.microsoft.com/office/drawing/2014/main" id="{951B1709-3508-45BF-A153-99BB6E44D0D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46" name="TextBox 245">
                  <a:extLst>
                    <a:ext uri="{FF2B5EF4-FFF2-40B4-BE49-F238E27FC236}">
                      <a16:creationId xmlns:a16="http://schemas.microsoft.com/office/drawing/2014/main" id="{A5CA51EE-8423-4853-A560-3EA0E7245A0B}"/>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39" name="Group 238">
                <a:extLst>
                  <a:ext uri="{FF2B5EF4-FFF2-40B4-BE49-F238E27FC236}">
                    <a16:creationId xmlns:a16="http://schemas.microsoft.com/office/drawing/2014/main" id="{4B7C3AB0-824C-4306-938C-78A77531B723}"/>
                  </a:ext>
                </a:extLst>
              </p:cNvPr>
              <p:cNvGrpSpPr/>
              <p:nvPr/>
            </p:nvGrpSpPr>
            <p:grpSpPr>
              <a:xfrm>
                <a:off x="4170420" y="2458265"/>
                <a:ext cx="893933" cy="668190"/>
                <a:chOff x="2528681" y="4740070"/>
                <a:chExt cx="893933" cy="668190"/>
              </a:xfrm>
            </p:grpSpPr>
            <p:sp>
              <p:nvSpPr>
                <p:cNvPr id="243" name="Rectangle 242">
                  <a:extLst>
                    <a:ext uri="{FF2B5EF4-FFF2-40B4-BE49-F238E27FC236}">
                      <a16:creationId xmlns:a16="http://schemas.microsoft.com/office/drawing/2014/main" id="{E5010517-D322-4733-9023-28E6BBB5F885}"/>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44" name="TextBox 243">
                  <a:extLst>
                    <a:ext uri="{FF2B5EF4-FFF2-40B4-BE49-F238E27FC236}">
                      <a16:creationId xmlns:a16="http://schemas.microsoft.com/office/drawing/2014/main" id="{2D5B5270-E2D8-43B0-BAE9-2EAD2F575413}"/>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40" name="Group 239">
                <a:extLst>
                  <a:ext uri="{FF2B5EF4-FFF2-40B4-BE49-F238E27FC236}">
                    <a16:creationId xmlns:a16="http://schemas.microsoft.com/office/drawing/2014/main" id="{8F3D08C4-FA60-435A-AD91-53FEC7216841}"/>
                  </a:ext>
                </a:extLst>
              </p:cNvPr>
              <p:cNvGrpSpPr/>
              <p:nvPr/>
            </p:nvGrpSpPr>
            <p:grpSpPr>
              <a:xfrm>
                <a:off x="4167487" y="3113346"/>
                <a:ext cx="893933" cy="668190"/>
                <a:chOff x="2528681" y="4740070"/>
                <a:chExt cx="893933" cy="668190"/>
              </a:xfrm>
            </p:grpSpPr>
            <p:sp>
              <p:nvSpPr>
                <p:cNvPr id="241" name="Rectangle 240">
                  <a:extLst>
                    <a:ext uri="{FF2B5EF4-FFF2-40B4-BE49-F238E27FC236}">
                      <a16:creationId xmlns:a16="http://schemas.microsoft.com/office/drawing/2014/main" id="{57B30A0D-14F7-4363-810C-810AE58105EA}"/>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42" name="TextBox 241">
                  <a:extLst>
                    <a:ext uri="{FF2B5EF4-FFF2-40B4-BE49-F238E27FC236}">
                      <a16:creationId xmlns:a16="http://schemas.microsoft.com/office/drawing/2014/main" id="{83909C25-FB9F-4FD8-B48A-9E3E2BEDEA61}"/>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nvGrpSpPr>
            <p:cNvPr id="212" name="Group 211">
              <a:extLst>
                <a:ext uri="{FF2B5EF4-FFF2-40B4-BE49-F238E27FC236}">
                  <a16:creationId xmlns:a16="http://schemas.microsoft.com/office/drawing/2014/main" id="{65AC6D29-517F-405A-A152-C848D86B81E2}"/>
                </a:ext>
              </a:extLst>
            </p:cNvPr>
            <p:cNvGrpSpPr/>
            <p:nvPr/>
          </p:nvGrpSpPr>
          <p:grpSpPr>
            <a:xfrm>
              <a:off x="3230461" y="535907"/>
              <a:ext cx="2823246" cy="1718352"/>
              <a:chOff x="2306972" y="2155971"/>
              <a:chExt cx="2823246" cy="1718352"/>
            </a:xfrm>
          </p:grpSpPr>
          <p:grpSp>
            <p:nvGrpSpPr>
              <p:cNvPr id="213" name="Group 212">
                <a:extLst>
                  <a:ext uri="{FF2B5EF4-FFF2-40B4-BE49-F238E27FC236}">
                    <a16:creationId xmlns:a16="http://schemas.microsoft.com/office/drawing/2014/main" id="{7B6D07B1-B5B2-49A5-94FC-3D0449EE03FF}"/>
                  </a:ext>
                </a:extLst>
              </p:cNvPr>
              <p:cNvGrpSpPr/>
              <p:nvPr/>
            </p:nvGrpSpPr>
            <p:grpSpPr>
              <a:xfrm>
                <a:off x="2311517" y="2155971"/>
                <a:ext cx="2818701" cy="1718352"/>
                <a:chOff x="2306972" y="2155971"/>
                <a:chExt cx="2130804" cy="1718352"/>
              </a:xfrm>
            </p:grpSpPr>
            <p:sp>
              <p:nvSpPr>
                <p:cNvPr id="232" name="Rectangle 231">
                  <a:extLst>
                    <a:ext uri="{FF2B5EF4-FFF2-40B4-BE49-F238E27FC236}">
                      <a16:creationId xmlns:a16="http://schemas.microsoft.com/office/drawing/2014/main" id="{961CDB51-8529-49B2-9F9E-7CF9409BB813}"/>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33" name="TextBox 232">
                  <a:extLst>
                    <a:ext uri="{FF2B5EF4-FFF2-40B4-BE49-F238E27FC236}">
                      <a16:creationId xmlns:a16="http://schemas.microsoft.com/office/drawing/2014/main" id="{B5748028-F490-4709-AA42-1DC1AEC33EC1}"/>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214" name="Group 213">
                <a:extLst>
                  <a:ext uri="{FF2B5EF4-FFF2-40B4-BE49-F238E27FC236}">
                    <a16:creationId xmlns:a16="http://schemas.microsoft.com/office/drawing/2014/main" id="{76E39E75-45F5-42AA-9AD9-000994888A83}"/>
                  </a:ext>
                </a:extLst>
              </p:cNvPr>
              <p:cNvGrpSpPr/>
              <p:nvPr/>
            </p:nvGrpSpPr>
            <p:grpSpPr>
              <a:xfrm>
                <a:off x="2306972" y="2458265"/>
                <a:ext cx="893933" cy="668190"/>
                <a:chOff x="2528681" y="4740070"/>
                <a:chExt cx="893933" cy="668190"/>
              </a:xfrm>
            </p:grpSpPr>
            <p:sp>
              <p:nvSpPr>
                <p:cNvPr id="230" name="Rectangle 229">
                  <a:extLst>
                    <a:ext uri="{FF2B5EF4-FFF2-40B4-BE49-F238E27FC236}">
                      <a16:creationId xmlns:a16="http://schemas.microsoft.com/office/drawing/2014/main" id="{9B889BB8-4E24-4302-B776-B7AEA1A47E1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31" name="TextBox 230">
                  <a:extLst>
                    <a:ext uri="{FF2B5EF4-FFF2-40B4-BE49-F238E27FC236}">
                      <a16:creationId xmlns:a16="http://schemas.microsoft.com/office/drawing/2014/main" id="{C8DF5762-18C3-4915-872D-2B94BA86A03E}"/>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15" name="Group 214">
                <a:extLst>
                  <a:ext uri="{FF2B5EF4-FFF2-40B4-BE49-F238E27FC236}">
                    <a16:creationId xmlns:a16="http://schemas.microsoft.com/office/drawing/2014/main" id="{9B28734D-81AF-4545-8904-623A9C80CE02}"/>
                  </a:ext>
                </a:extLst>
              </p:cNvPr>
              <p:cNvGrpSpPr/>
              <p:nvPr/>
            </p:nvGrpSpPr>
            <p:grpSpPr>
              <a:xfrm>
                <a:off x="3246086" y="2458265"/>
                <a:ext cx="893933" cy="668190"/>
                <a:chOff x="2528681" y="4740070"/>
                <a:chExt cx="893933" cy="668190"/>
              </a:xfrm>
            </p:grpSpPr>
            <p:sp>
              <p:nvSpPr>
                <p:cNvPr id="228" name="Rectangle 227">
                  <a:extLst>
                    <a:ext uri="{FF2B5EF4-FFF2-40B4-BE49-F238E27FC236}">
                      <a16:creationId xmlns:a16="http://schemas.microsoft.com/office/drawing/2014/main" id="{90650743-6F7D-4703-827D-7502C779636C}"/>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29" name="TextBox 228">
                  <a:extLst>
                    <a:ext uri="{FF2B5EF4-FFF2-40B4-BE49-F238E27FC236}">
                      <a16:creationId xmlns:a16="http://schemas.microsoft.com/office/drawing/2014/main" id="{797F7542-B45A-4AE5-9456-C8CC78437CE4}"/>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16" name="Group 215">
                <a:extLst>
                  <a:ext uri="{FF2B5EF4-FFF2-40B4-BE49-F238E27FC236}">
                    <a16:creationId xmlns:a16="http://schemas.microsoft.com/office/drawing/2014/main" id="{4CA42FDD-7DF6-4296-88D9-C1634B5F9ADF}"/>
                  </a:ext>
                </a:extLst>
              </p:cNvPr>
              <p:cNvGrpSpPr/>
              <p:nvPr/>
            </p:nvGrpSpPr>
            <p:grpSpPr>
              <a:xfrm>
                <a:off x="2324701" y="3113346"/>
                <a:ext cx="893933" cy="668190"/>
                <a:chOff x="2528681" y="4740070"/>
                <a:chExt cx="893933" cy="668190"/>
              </a:xfrm>
            </p:grpSpPr>
            <p:sp>
              <p:nvSpPr>
                <p:cNvPr id="226" name="Rectangle 225">
                  <a:extLst>
                    <a:ext uri="{FF2B5EF4-FFF2-40B4-BE49-F238E27FC236}">
                      <a16:creationId xmlns:a16="http://schemas.microsoft.com/office/drawing/2014/main" id="{D8514934-5676-4C12-B374-508597CA5977}"/>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27" name="TextBox 226">
                  <a:extLst>
                    <a:ext uri="{FF2B5EF4-FFF2-40B4-BE49-F238E27FC236}">
                      <a16:creationId xmlns:a16="http://schemas.microsoft.com/office/drawing/2014/main" id="{BE90901F-5AA1-4B9E-8874-EC9C1488A642}"/>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17" name="Group 216">
                <a:extLst>
                  <a:ext uri="{FF2B5EF4-FFF2-40B4-BE49-F238E27FC236}">
                    <a16:creationId xmlns:a16="http://schemas.microsoft.com/office/drawing/2014/main" id="{904CE290-D974-42D6-8563-54C157ED7089}"/>
                  </a:ext>
                </a:extLst>
              </p:cNvPr>
              <p:cNvGrpSpPr/>
              <p:nvPr/>
            </p:nvGrpSpPr>
            <p:grpSpPr>
              <a:xfrm>
                <a:off x="3243153" y="3113346"/>
                <a:ext cx="893933" cy="668190"/>
                <a:chOff x="2528681" y="4740070"/>
                <a:chExt cx="893933" cy="668190"/>
              </a:xfrm>
            </p:grpSpPr>
            <p:sp>
              <p:nvSpPr>
                <p:cNvPr id="224" name="Rectangle 223">
                  <a:extLst>
                    <a:ext uri="{FF2B5EF4-FFF2-40B4-BE49-F238E27FC236}">
                      <a16:creationId xmlns:a16="http://schemas.microsoft.com/office/drawing/2014/main" id="{4B4E3B58-8B10-44D0-B08C-383B280176C6}"/>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25" name="TextBox 224">
                  <a:extLst>
                    <a:ext uri="{FF2B5EF4-FFF2-40B4-BE49-F238E27FC236}">
                      <a16:creationId xmlns:a16="http://schemas.microsoft.com/office/drawing/2014/main" id="{ECE635C9-C3F9-4FF6-8658-F43FDE05AB0E}"/>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18" name="Group 217">
                <a:extLst>
                  <a:ext uri="{FF2B5EF4-FFF2-40B4-BE49-F238E27FC236}">
                    <a16:creationId xmlns:a16="http://schemas.microsoft.com/office/drawing/2014/main" id="{6882D3BA-472E-4FAB-AB78-B3BCD3844183}"/>
                  </a:ext>
                </a:extLst>
              </p:cNvPr>
              <p:cNvGrpSpPr/>
              <p:nvPr/>
            </p:nvGrpSpPr>
            <p:grpSpPr>
              <a:xfrm>
                <a:off x="4170420" y="2458265"/>
                <a:ext cx="893933" cy="668190"/>
                <a:chOff x="2528681" y="4740070"/>
                <a:chExt cx="893933" cy="668190"/>
              </a:xfrm>
            </p:grpSpPr>
            <p:sp>
              <p:nvSpPr>
                <p:cNvPr id="222" name="Rectangle 221">
                  <a:extLst>
                    <a:ext uri="{FF2B5EF4-FFF2-40B4-BE49-F238E27FC236}">
                      <a16:creationId xmlns:a16="http://schemas.microsoft.com/office/drawing/2014/main" id="{C580E2E1-639B-4D62-B893-A94C712EA85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23" name="TextBox 222">
                  <a:extLst>
                    <a:ext uri="{FF2B5EF4-FFF2-40B4-BE49-F238E27FC236}">
                      <a16:creationId xmlns:a16="http://schemas.microsoft.com/office/drawing/2014/main" id="{0785B154-FC56-4D32-90AF-09408D489804}"/>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19" name="Group 218">
                <a:extLst>
                  <a:ext uri="{FF2B5EF4-FFF2-40B4-BE49-F238E27FC236}">
                    <a16:creationId xmlns:a16="http://schemas.microsoft.com/office/drawing/2014/main" id="{5430A0F8-1CD4-4DBD-8355-AA8303680957}"/>
                  </a:ext>
                </a:extLst>
              </p:cNvPr>
              <p:cNvGrpSpPr/>
              <p:nvPr/>
            </p:nvGrpSpPr>
            <p:grpSpPr>
              <a:xfrm>
                <a:off x="4167487" y="3113346"/>
                <a:ext cx="893933" cy="668190"/>
                <a:chOff x="2528681" y="4740070"/>
                <a:chExt cx="893933" cy="668190"/>
              </a:xfrm>
            </p:grpSpPr>
            <p:sp>
              <p:nvSpPr>
                <p:cNvPr id="220" name="Rectangle 219">
                  <a:extLst>
                    <a:ext uri="{FF2B5EF4-FFF2-40B4-BE49-F238E27FC236}">
                      <a16:creationId xmlns:a16="http://schemas.microsoft.com/office/drawing/2014/main" id="{383BF3A0-84FB-40B9-BEE6-897660C7B2DC}"/>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21" name="TextBox 220">
                  <a:extLst>
                    <a:ext uri="{FF2B5EF4-FFF2-40B4-BE49-F238E27FC236}">
                      <a16:creationId xmlns:a16="http://schemas.microsoft.com/office/drawing/2014/main" id="{5715CD15-8097-446C-93BD-CBD3C5FB1557}"/>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grpSp>
        <p:nvGrpSpPr>
          <p:cNvPr id="302" name="Group 301">
            <a:extLst>
              <a:ext uri="{FF2B5EF4-FFF2-40B4-BE49-F238E27FC236}">
                <a16:creationId xmlns:a16="http://schemas.microsoft.com/office/drawing/2014/main" id="{960B9B2C-FFFB-40B3-AD71-340F7A6B58D7}"/>
              </a:ext>
            </a:extLst>
          </p:cNvPr>
          <p:cNvGrpSpPr/>
          <p:nvPr/>
        </p:nvGrpSpPr>
        <p:grpSpPr>
          <a:xfrm>
            <a:off x="7177295" y="2796225"/>
            <a:ext cx="2190863" cy="2464479"/>
            <a:chOff x="7168433" y="2713496"/>
            <a:chExt cx="2190863" cy="2464479"/>
          </a:xfrm>
        </p:grpSpPr>
        <p:pic>
          <p:nvPicPr>
            <p:cNvPr id="108" name="Picture 107" descr="A screenshot of a computer&#10;&#10;Description automatically generated with low confidence">
              <a:extLst>
                <a:ext uri="{FF2B5EF4-FFF2-40B4-BE49-F238E27FC236}">
                  <a16:creationId xmlns:a16="http://schemas.microsoft.com/office/drawing/2014/main" id="{6F0EE376-0D63-4015-8C04-82D7E92CA2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68433" y="2713496"/>
              <a:ext cx="2190863" cy="2114659"/>
            </a:xfrm>
            <a:prstGeom prst="rect">
              <a:avLst/>
            </a:prstGeom>
          </p:spPr>
        </p:pic>
        <p:sp>
          <p:nvSpPr>
            <p:cNvPr id="299" name="Rectangle: Rounded Corners 298">
              <a:extLst>
                <a:ext uri="{FF2B5EF4-FFF2-40B4-BE49-F238E27FC236}">
                  <a16:creationId xmlns:a16="http://schemas.microsoft.com/office/drawing/2014/main" id="{554BBCE5-9106-4B2D-8B91-91504604D7C3}"/>
                </a:ext>
              </a:extLst>
            </p:cNvPr>
            <p:cNvSpPr/>
            <p:nvPr/>
          </p:nvSpPr>
          <p:spPr>
            <a:xfrm>
              <a:off x="7234414" y="4808643"/>
              <a:ext cx="2009920" cy="369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Shared Memory</a:t>
              </a:r>
            </a:p>
          </p:txBody>
        </p:sp>
      </p:grpSp>
      <p:grpSp>
        <p:nvGrpSpPr>
          <p:cNvPr id="301" name="Group 300">
            <a:extLst>
              <a:ext uri="{FF2B5EF4-FFF2-40B4-BE49-F238E27FC236}">
                <a16:creationId xmlns:a16="http://schemas.microsoft.com/office/drawing/2014/main" id="{3C9250AB-39E1-4278-9598-903AE5A058CA}"/>
              </a:ext>
            </a:extLst>
          </p:cNvPr>
          <p:cNvGrpSpPr/>
          <p:nvPr/>
        </p:nvGrpSpPr>
        <p:grpSpPr>
          <a:xfrm>
            <a:off x="7211755" y="198882"/>
            <a:ext cx="2121944" cy="2407714"/>
            <a:chOff x="7211755" y="198882"/>
            <a:chExt cx="2121944" cy="2407714"/>
          </a:xfrm>
        </p:grpSpPr>
        <p:pic>
          <p:nvPicPr>
            <p:cNvPr id="109" name="Picture 108" descr="A screenshot of a computer&#10;&#10;Description automatically generated with low confidence">
              <a:extLst>
                <a:ext uri="{FF2B5EF4-FFF2-40B4-BE49-F238E27FC236}">
                  <a16:creationId xmlns:a16="http://schemas.microsoft.com/office/drawing/2014/main" id="{2B5125BE-07BD-41FD-9337-EEF1CDF76E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1755" y="198882"/>
              <a:ext cx="2121944" cy="2048138"/>
            </a:xfrm>
            <a:prstGeom prst="rect">
              <a:avLst/>
            </a:prstGeom>
          </p:spPr>
        </p:pic>
        <p:sp>
          <p:nvSpPr>
            <p:cNvPr id="300" name="Rectangle: Rounded Corners 299">
              <a:extLst>
                <a:ext uri="{FF2B5EF4-FFF2-40B4-BE49-F238E27FC236}">
                  <a16:creationId xmlns:a16="http://schemas.microsoft.com/office/drawing/2014/main" id="{54B262AA-EE47-44F8-9371-4ED36A1158A0}"/>
                </a:ext>
              </a:extLst>
            </p:cNvPr>
            <p:cNvSpPr/>
            <p:nvPr/>
          </p:nvSpPr>
          <p:spPr>
            <a:xfrm>
              <a:off x="7267767" y="2237264"/>
              <a:ext cx="2009920" cy="369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Shared Memory</a:t>
              </a:r>
            </a:p>
          </p:txBody>
        </p:sp>
      </p:grpSp>
      <p:sp>
        <p:nvSpPr>
          <p:cNvPr id="303" name="TextBox 302">
            <a:extLst>
              <a:ext uri="{FF2B5EF4-FFF2-40B4-BE49-F238E27FC236}">
                <a16:creationId xmlns:a16="http://schemas.microsoft.com/office/drawing/2014/main" id="{0BB391AF-8FC3-43AC-9D29-AE1A5B32E5D2}"/>
              </a:ext>
            </a:extLst>
          </p:cNvPr>
          <p:cNvSpPr txBox="1"/>
          <p:nvPr/>
        </p:nvSpPr>
        <p:spPr>
          <a:xfrm>
            <a:off x="7533581" y="5702097"/>
            <a:ext cx="1358577" cy="369332"/>
          </a:xfrm>
          <a:prstGeom prst="rect">
            <a:avLst/>
          </a:prstGeom>
          <a:noFill/>
        </p:spPr>
        <p:txBody>
          <a:bodyPr wrap="none" rtlCol="0">
            <a:spAutoFit/>
          </a:bodyPr>
          <a:lstStyle/>
          <a:p>
            <a:r>
              <a:rPr lang="en-US" dirty="0"/>
              <a:t>More SM’s…</a:t>
            </a:r>
          </a:p>
        </p:txBody>
      </p:sp>
      <p:sp>
        <p:nvSpPr>
          <p:cNvPr id="304" name="Arrow: Left-Right 303">
            <a:extLst>
              <a:ext uri="{FF2B5EF4-FFF2-40B4-BE49-F238E27FC236}">
                <a16:creationId xmlns:a16="http://schemas.microsoft.com/office/drawing/2014/main" id="{62548418-4932-4282-96F0-CECC371E1606}"/>
              </a:ext>
            </a:extLst>
          </p:cNvPr>
          <p:cNvSpPr/>
          <p:nvPr/>
        </p:nvSpPr>
        <p:spPr>
          <a:xfrm>
            <a:off x="9312146" y="1220167"/>
            <a:ext cx="1431099" cy="36933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Arrow: Left-Right 304">
            <a:extLst>
              <a:ext uri="{FF2B5EF4-FFF2-40B4-BE49-F238E27FC236}">
                <a16:creationId xmlns:a16="http://schemas.microsoft.com/office/drawing/2014/main" id="{9F027D22-B8B5-4D12-992C-D87E72F3BB73}"/>
              </a:ext>
            </a:extLst>
          </p:cNvPr>
          <p:cNvSpPr/>
          <p:nvPr/>
        </p:nvSpPr>
        <p:spPr>
          <a:xfrm>
            <a:off x="9345542" y="3668888"/>
            <a:ext cx="1397704" cy="36933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Speech Bubble: Rectangle 305">
            <a:extLst>
              <a:ext uri="{FF2B5EF4-FFF2-40B4-BE49-F238E27FC236}">
                <a16:creationId xmlns:a16="http://schemas.microsoft.com/office/drawing/2014/main" id="{DC75A06C-8A69-4738-B04B-2FD54BD4D491}"/>
              </a:ext>
            </a:extLst>
          </p:cNvPr>
          <p:cNvSpPr/>
          <p:nvPr/>
        </p:nvSpPr>
        <p:spPr>
          <a:xfrm>
            <a:off x="5805653" y="374058"/>
            <a:ext cx="1142279" cy="750779"/>
          </a:xfrm>
          <a:prstGeom prst="wedgeRectCallout">
            <a:avLst>
              <a:gd name="adj1" fmla="val 84187"/>
              <a:gd name="adj2" fmla="val 5467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Streaming Processor</a:t>
            </a:r>
          </a:p>
        </p:txBody>
      </p:sp>
      <p:sp>
        <p:nvSpPr>
          <p:cNvPr id="307" name="Speech Bubble: Rectangle 306">
            <a:extLst>
              <a:ext uri="{FF2B5EF4-FFF2-40B4-BE49-F238E27FC236}">
                <a16:creationId xmlns:a16="http://schemas.microsoft.com/office/drawing/2014/main" id="{CD7E6A8E-7C09-44D3-A086-65B1A83CD038}"/>
              </a:ext>
            </a:extLst>
          </p:cNvPr>
          <p:cNvSpPr/>
          <p:nvPr/>
        </p:nvSpPr>
        <p:spPr>
          <a:xfrm>
            <a:off x="9489951" y="270174"/>
            <a:ext cx="1142279" cy="750779"/>
          </a:xfrm>
          <a:prstGeom prst="wedgeRectCallout">
            <a:avLst>
              <a:gd name="adj1" fmla="val -78117"/>
              <a:gd name="adj2" fmla="val 6138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Special Function Unit</a:t>
            </a:r>
          </a:p>
        </p:txBody>
      </p:sp>
    </p:spTree>
    <p:extLst>
      <p:ext uri="{BB962C8B-B14F-4D97-AF65-F5344CB8AC3E}">
        <p14:creationId xmlns:p14="http://schemas.microsoft.com/office/powerpoint/2010/main" val="3454764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6" name="Straight Connector 95">
            <a:extLst>
              <a:ext uri="{FF2B5EF4-FFF2-40B4-BE49-F238E27FC236}">
                <a16:creationId xmlns:a16="http://schemas.microsoft.com/office/drawing/2014/main" id="{B724ED76-B192-4B68-B225-1FCF14DD26C7}"/>
              </a:ext>
            </a:extLst>
          </p:cNvPr>
          <p:cNvCxnSpPr>
            <a:cxnSpLocks/>
          </p:cNvCxnSpPr>
          <p:nvPr/>
        </p:nvCxnSpPr>
        <p:spPr>
          <a:xfrm rot="60000" flipH="1" flipV="1">
            <a:off x="5319491" y="157563"/>
            <a:ext cx="113279" cy="656152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C49C15A9-74D2-4052-900A-C3DB818C4AAC}"/>
              </a:ext>
            </a:extLst>
          </p:cNvPr>
          <p:cNvSpPr txBox="1"/>
          <p:nvPr/>
        </p:nvSpPr>
        <p:spPr>
          <a:xfrm>
            <a:off x="2997026" y="6451731"/>
            <a:ext cx="2067297" cy="369332"/>
          </a:xfrm>
          <a:prstGeom prst="rect">
            <a:avLst/>
          </a:prstGeom>
          <a:noFill/>
        </p:spPr>
        <p:txBody>
          <a:bodyPr wrap="none" rtlCol="0">
            <a:spAutoFit/>
          </a:bodyPr>
          <a:lstStyle/>
          <a:p>
            <a:r>
              <a:rPr lang="en-US" dirty="0"/>
              <a:t>Logical Organization</a:t>
            </a:r>
          </a:p>
        </p:txBody>
      </p:sp>
      <p:sp>
        <p:nvSpPr>
          <p:cNvPr id="98" name="TextBox 97">
            <a:extLst>
              <a:ext uri="{FF2B5EF4-FFF2-40B4-BE49-F238E27FC236}">
                <a16:creationId xmlns:a16="http://schemas.microsoft.com/office/drawing/2014/main" id="{BC154822-75F4-4C74-A6F2-40E1D629FB0F}"/>
              </a:ext>
            </a:extLst>
          </p:cNvPr>
          <p:cNvSpPr txBox="1"/>
          <p:nvPr/>
        </p:nvSpPr>
        <p:spPr>
          <a:xfrm>
            <a:off x="5605230" y="6444012"/>
            <a:ext cx="2166683" cy="369332"/>
          </a:xfrm>
          <a:prstGeom prst="rect">
            <a:avLst/>
          </a:prstGeom>
          <a:noFill/>
        </p:spPr>
        <p:txBody>
          <a:bodyPr wrap="none" rtlCol="0">
            <a:spAutoFit/>
          </a:bodyPr>
          <a:lstStyle/>
          <a:p>
            <a:r>
              <a:rPr lang="en-US" dirty="0"/>
              <a:t>Physical Organization</a:t>
            </a:r>
          </a:p>
        </p:txBody>
      </p:sp>
      <p:sp>
        <p:nvSpPr>
          <p:cNvPr id="99" name="Rectangle 98">
            <a:extLst>
              <a:ext uri="{FF2B5EF4-FFF2-40B4-BE49-F238E27FC236}">
                <a16:creationId xmlns:a16="http://schemas.microsoft.com/office/drawing/2014/main" id="{4D9E3C6F-B74A-4235-B7EB-F8F3C3A81DB4}"/>
              </a:ext>
            </a:extLst>
          </p:cNvPr>
          <p:cNvSpPr/>
          <p:nvPr/>
        </p:nvSpPr>
        <p:spPr>
          <a:xfrm>
            <a:off x="5481265" y="2628742"/>
            <a:ext cx="1142279" cy="1581926"/>
          </a:xfrm>
          <a:prstGeom prst="rect">
            <a:avLst/>
          </a:prstGeom>
          <a:solidFill>
            <a:srgbClr val="FB991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Execution Manager</a:t>
            </a:r>
          </a:p>
        </p:txBody>
      </p:sp>
      <p:sp>
        <p:nvSpPr>
          <p:cNvPr id="102" name="Rectangle 101">
            <a:extLst>
              <a:ext uri="{FF2B5EF4-FFF2-40B4-BE49-F238E27FC236}">
                <a16:creationId xmlns:a16="http://schemas.microsoft.com/office/drawing/2014/main" id="{193C1A47-6B18-42BD-AB12-B3FF9096C230}"/>
              </a:ext>
            </a:extLst>
          </p:cNvPr>
          <p:cNvSpPr/>
          <p:nvPr/>
        </p:nvSpPr>
        <p:spPr>
          <a:xfrm>
            <a:off x="10754022" y="29884"/>
            <a:ext cx="1342881" cy="668969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tx1">
                    <a:lumMod val="95000"/>
                    <a:lumOff val="5000"/>
                  </a:schemeClr>
                </a:solidFill>
              </a:rPr>
              <a:t>GPU</a:t>
            </a:r>
            <a:br>
              <a:rPr lang="en-US" dirty="0">
                <a:solidFill>
                  <a:schemeClr val="tx1">
                    <a:lumMod val="95000"/>
                    <a:lumOff val="5000"/>
                  </a:schemeClr>
                </a:solidFill>
              </a:rPr>
            </a:br>
            <a:r>
              <a:rPr lang="en-US" dirty="0">
                <a:solidFill>
                  <a:schemeClr val="tx1">
                    <a:lumMod val="95000"/>
                    <a:lumOff val="5000"/>
                  </a:schemeClr>
                </a:solidFill>
              </a:rPr>
              <a:t>Global Memory</a:t>
            </a:r>
          </a:p>
        </p:txBody>
      </p:sp>
      <p:grpSp>
        <p:nvGrpSpPr>
          <p:cNvPr id="115" name="Group 114">
            <a:extLst>
              <a:ext uri="{FF2B5EF4-FFF2-40B4-BE49-F238E27FC236}">
                <a16:creationId xmlns:a16="http://schemas.microsoft.com/office/drawing/2014/main" id="{C2C391EE-E633-4696-8B23-A1CAD20A1881}"/>
              </a:ext>
            </a:extLst>
          </p:cNvPr>
          <p:cNvGrpSpPr/>
          <p:nvPr/>
        </p:nvGrpSpPr>
        <p:grpSpPr>
          <a:xfrm>
            <a:off x="230894" y="3575342"/>
            <a:ext cx="4856672" cy="2837513"/>
            <a:chOff x="167781" y="142613"/>
            <a:chExt cx="6149130" cy="3984771"/>
          </a:xfrm>
        </p:grpSpPr>
        <p:grpSp>
          <p:nvGrpSpPr>
            <p:cNvPr id="116" name="Group 115">
              <a:extLst>
                <a:ext uri="{FF2B5EF4-FFF2-40B4-BE49-F238E27FC236}">
                  <a16:creationId xmlns:a16="http://schemas.microsoft.com/office/drawing/2014/main" id="{B6C0CB6A-23C1-4DBE-AB7D-495B286133CD}"/>
                </a:ext>
              </a:extLst>
            </p:cNvPr>
            <p:cNvGrpSpPr/>
            <p:nvPr/>
          </p:nvGrpSpPr>
          <p:grpSpPr>
            <a:xfrm>
              <a:off x="167781" y="142613"/>
              <a:ext cx="6149130" cy="3984771"/>
              <a:chOff x="5863904" y="92279"/>
              <a:chExt cx="5226341" cy="4420998"/>
            </a:xfrm>
          </p:grpSpPr>
          <p:sp>
            <p:nvSpPr>
              <p:cNvPr id="205" name="Rectangle 204">
                <a:extLst>
                  <a:ext uri="{FF2B5EF4-FFF2-40B4-BE49-F238E27FC236}">
                    <a16:creationId xmlns:a16="http://schemas.microsoft.com/office/drawing/2014/main" id="{DE2D77CF-5B92-423E-9E7A-0684D0F45984}"/>
                  </a:ext>
                </a:extLst>
              </p:cNvPr>
              <p:cNvSpPr/>
              <p:nvPr/>
            </p:nvSpPr>
            <p:spPr>
              <a:xfrm>
                <a:off x="5863904" y="92279"/>
                <a:ext cx="5226341" cy="4420998"/>
              </a:xfrm>
              <a:prstGeom prst="rect">
                <a:avLst/>
              </a:prstGeom>
              <a:solidFill>
                <a:schemeClr val="accent1">
                  <a:lumMod val="20000"/>
                  <a:lumOff val="80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206" name="TextBox 205">
                <a:extLst>
                  <a:ext uri="{FF2B5EF4-FFF2-40B4-BE49-F238E27FC236}">
                    <a16:creationId xmlns:a16="http://schemas.microsoft.com/office/drawing/2014/main" id="{AB830732-7A05-4442-8F7F-9F2161B323A0}"/>
                  </a:ext>
                </a:extLst>
              </p:cNvPr>
              <p:cNvSpPr txBox="1"/>
              <p:nvPr/>
            </p:nvSpPr>
            <p:spPr>
              <a:xfrm>
                <a:off x="5998128" y="92279"/>
                <a:ext cx="585417" cy="369332"/>
              </a:xfrm>
              <a:prstGeom prst="rect">
                <a:avLst/>
              </a:prstGeom>
              <a:noFill/>
            </p:spPr>
            <p:txBody>
              <a:bodyPr wrap="none" rtlCol="0">
                <a:spAutoFit/>
              </a:bodyPr>
              <a:lstStyle/>
              <a:p>
                <a:r>
                  <a:rPr lang="en-US" dirty="0"/>
                  <a:t>Grid</a:t>
                </a:r>
              </a:p>
            </p:txBody>
          </p:sp>
        </p:grpSp>
        <p:grpSp>
          <p:nvGrpSpPr>
            <p:cNvPr id="117" name="Group 116">
              <a:extLst>
                <a:ext uri="{FF2B5EF4-FFF2-40B4-BE49-F238E27FC236}">
                  <a16:creationId xmlns:a16="http://schemas.microsoft.com/office/drawing/2014/main" id="{72FC6B3C-324D-4AE6-A689-56F4B6C62D8D}"/>
                </a:ext>
              </a:extLst>
            </p:cNvPr>
            <p:cNvGrpSpPr/>
            <p:nvPr/>
          </p:nvGrpSpPr>
          <p:grpSpPr>
            <a:xfrm>
              <a:off x="285225" y="2336680"/>
              <a:ext cx="2823246" cy="1718352"/>
              <a:chOff x="2306972" y="2155971"/>
              <a:chExt cx="2823246" cy="1718352"/>
            </a:xfrm>
          </p:grpSpPr>
          <p:grpSp>
            <p:nvGrpSpPr>
              <p:cNvPr id="184" name="Group 183">
                <a:extLst>
                  <a:ext uri="{FF2B5EF4-FFF2-40B4-BE49-F238E27FC236}">
                    <a16:creationId xmlns:a16="http://schemas.microsoft.com/office/drawing/2014/main" id="{E7019EAA-13CC-4FA7-92B8-34D293CB6A0B}"/>
                  </a:ext>
                </a:extLst>
              </p:cNvPr>
              <p:cNvGrpSpPr/>
              <p:nvPr/>
            </p:nvGrpSpPr>
            <p:grpSpPr>
              <a:xfrm>
                <a:off x="2311517" y="2155971"/>
                <a:ext cx="2818701" cy="1718352"/>
                <a:chOff x="2306972" y="2155971"/>
                <a:chExt cx="2130804" cy="1718352"/>
              </a:xfrm>
            </p:grpSpPr>
            <p:sp>
              <p:nvSpPr>
                <p:cNvPr id="203" name="Rectangle 202">
                  <a:extLst>
                    <a:ext uri="{FF2B5EF4-FFF2-40B4-BE49-F238E27FC236}">
                      <a16:creationId xmlns:a16="http://schemas.microsoft.com/office/drawing/2014/main" id="{E98D8A67-0949-4F19-9C6D-D0448C78B4CB}"/>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04" name="TextBox 203">
                  <a:extLst>
                    <a:ext uri="{FF2B5EF4-FFF2-40B4-BE49-F238E27FC236}">
                      <a16:creationId xmlns:a16="http://schemas.microsoft.com/office/drawing/2014/main" id="{36E2EE7C-0714-433A-BF35-AA29462325E7}"/>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185" name="Group 184">
                <a:extLst>
                  <a:ext uri="{FF2B5EF4-FFF2-40B4-BE49-F238E27FC236}">
                    <a16:creationId xmlns:a16="http://schemas.microsoft.com/office/drawing/2014/main" id="{D862AA3A-C770-4126-A1E4-09CAE9A60D42}"/>
                  </a:ext>
                </a:extLst>
              </p:cNvPr>
              <p:cNvGrpSpPr/>
              <p:nvPr/>
            </p:nvGrpSpPr>
            <p:grpSpPr>
              <a:xfrm>
                <a:off x="2306972" y="2458265"/>
                <a:ext cx="893933" cy="668190"/>
                <a:chOff x="2528681" y="4740070"/>
                <a:chExt cx="893933" cy="668190"/>
              </a:xfrm>
            </p:grpSpPr>
            <p:sp>
              <p:nvSpPr>
                <p:cNvPr id="201" name="Rectangle 200">
                  <a:extLst>
                    <a:ext uri="{FF2B5EF4-FFF2-40B4-BE49-F238E27FC236}">
                      <a16:creationId xmlns:a16="http://schemas.microsoft.com/office/drawing/2014/main" id="{89000F75-C817-4D5D-8505-24D088693302}"/>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02" name="TextBox 201">
                  <a:extLst>
                    <a:ext uri="{FF2B5EF4-FFF2-40B4-BE49-F238E27FC236}">
                      <a16:creationId xmlns:a16="http://schemas.microsoft.com/office/drawing/2014/main" id="{11C534E2-A9BB-4CA0-A9CC-B0597EACBE7C}"/>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86" name="Group 185">
                <a:extLst>
                  <a:ext uri="{FF2B5EF4-FFF2-40B4-BE49-F238E27FC236}">
                    <a16:creationId xmlns:a16="http://schemas.microsoft.com/office/drawing/2014/main" id="{0E1082E9-6475-42DE-89DD-68DB122A4765}"/>
                  </a:ext>
                </a:extLst>
              </p:cNvPr>
              <p:cNvGrpSpPr/>
              <p:nvPr/>
            </p:nvGrpSpPr>
            <p:grpSpPr>
              <a:xfrm>
                <a:off x="3246086" y="2458265"/>
                <a:ext cx="893933" cy="668190"/>
                <a:chOff x="2528681" y="4740070"/>
                <a:chExt cx="893933" cy="668190"/>
              </a:xfrm>
            </p:grpSpPr>
            <p:sp>
              <p:nvSpPr>
                <p:cNvPr id="199" name="Rectangle 198">
                  <a:extLst>
                    <a:ext uri="{FF2B5EF4-FFF2-40B4-BE49-F238E27FC236}">
                      <a16:creationId xmlns:a16="http://schemas.microsoft.com/office/drawing/2014/main" id="{17D3ED44-FDFF-4022-88D0-DBF08EEC0846}"/>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00" name="TextBox 199">
                  <a:extLst>
                    <a:ext uri="{FF2B5EF4-FFF2-40B4-BE49-F238E27FC236}">
                      <a16:creationId xmlns:a16="http://schemas.microsoft.com/office/drawing/2014/main" id="{09BA67DA-D3AD-4CAB-A2F7-9C955077F5A6}"/>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87" name="Group 186">
                <a:extLst>
                  <a:ext uri="{FF2B5EF4-FFF2-40B4-BE49-F238E27FC236}">
                    <a16:creationId xmlns:a16="http://schemas.microsoft.com/office/drawing/2014/main" id="{751B4953-4D82-4B71-A6FF-FC04563BC748}"/>
                  </a:ext>
                </a:extLst>
              </p:cNvPr>
              <p:cNvGrpSpPr/>
              <p:nvPr/>
            </p:nvGrpSpPr>
            <p:grpSpPr>
              <a:xfrm>
                <a:off x="2324701" y="3113346"/>
                <a:ext cx="893933" cy="668190"/>
                <a:chOff x="2528681" y="4740070"/>
                <a:chExt cx="893933" cy="668190"/>
              </a:xfrm>
            </p:grpSpPr>
            <p:sp>
              <p:nvSpPr>
                <p:cNvPr id="197" name="Rectangle 196">
                  <a:extLst>
                    <a:ext uri="{FF2B5EF4-FFF2-40B4-BE49-F238E27FC236}">
                      <a16:creationId xmlns:a16="http://schemas.microsoft.com/office/drawing/2014/main" id="{EFF22FFD-D068-4C27-AF67-8D5D1233B546}"/>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8" name="TextBox 197">
                  <a:extLst>
                    <a:ext uri="{FF2B5EF4-FFF2-40B4-BE49-F238E27FC236}">
                      <a16:creationId xmlns:a16="http://schemas.microsoft.com/office/drawing/2014/main" id="{C0F1891E-06CE-4DDD-A0F2-3C7850F3E790}"/>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88" name="Group 187">
                <a:extLst>
                  <a:ext uri="{FF2B5EF4-FFF2-40B4-BE49-F238E27FC236}">
                    <a16:creationId xmlns:a16="http://schemas.microsoft.com/office/drawing/2014/main" id="{72C61F2E-2284-4B05-B58A-1E1D4CF545F1}"/>
                  </a:ext>
                </a:extLst>
              </p:cNvPr>
              <p:cNvGrpSpPr/>
              <p:nvPr/>
            </p:nvGrpSpPr>
            <p:grpSpPr>
              <a:xfrm>
                <a:off x="3243153" y="3113346"/>
                <a:ext cx="893933" cy="668190"/>
                <a:chOff x="2528681" y="4740070"/>
                <a:chExt cx="893933" cy="668190"/>
              </a:xfrm>
            </p:grpSpPr>
            <p:sp>
              <p:nvSpPr>
                <p:cNvPr id="195" name="Rectangle 194">
                  <a:extLst>
                    <a:ext uri="{FF2B5EF4-FFF2-40B4-BE49-F238E27FC236}">
                      <a16:creationId xmlns:a16="http://schemas.microsoft.com/office/drawing/2014/main" id="{36977AB6-C7BD-45A6-B76B-EF0E9518811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6" name="TextBox 195">
                  <a:extLst>
                    <a:ext uri="{FF2B5EF4-FFF2-40B4-BE49-F238E27FC236}">
                      <a16:creationId xmlns:a16="http://schemas.microsoft.com/office/drawing/2014/main" id="{D2CF35AE-313C-4F47-8F9B-B9C46D80B5F2}"/>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89" name="Group 188">
                <a:extLst>
                  <a:ext uri="{FF2B5EF4-FFF2-40B4-BE49-F238E27FC236}">
                    <a16:creationId xmlns:a16="http://schemas.microsoft.com/office/drawing/2014/main" id="{D6414ADC-2216-48CD-A901-C5A4D744D2DB}"/>
                  </a:ext>
                </a:extLst>
              </p:cNvPr>
              <p:cNvGrpSpPr/>
              <p:nvPr/>
            </p:nvGrpSpPr>
            <p:grpSpPr>
              <a:xfrm>
                <a:off x="4170420" y="2458265"/>
                <a:ext cx="893933" cy="668190"/>
                <a:chOff x="2528681" y="4740070"/>
                <a:chExt cx="893933" cy="668190"/>
              </a:xfrm>
            </p:grpSpPr>
            <p:sp>
              <p:nvSpPr>
                <p:cNvPr id="193" name="Rectangle 192">
                  <a:extLst>
                    <a:ext uri="{FF2B5EF4-FFF2-40B4-BE49-F238E27FC236}">
                      <a16:creationId xmlns:a16="http://schemas.microsoft.com/office/drawing/2014/main" id="{C6003C22-A3FF-4504-86D3-FA0F00AC3DB5}"/>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4" name="TextBox 193">
                  <a:extLst>
                    <a:ext uri="{FF2B5EF4-FFF2-40B4-BE49-F238E27FC236}">
                      <a16:creationId xmlns:a16="http://schemas.microsoft.com/office/drawing/2014/main" id="{2DAB8455-800E-40D9-87AC-659471F8231F}"/>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90" name="Group 189">
                <a:extLst>
                  <a:ext uri="{FF2B5EF4-FFF2-40B4-BE49-F238E27FC236}">
                    <a16:creationId xmlns:a16="http://schemas.microsoft.com/office/drawing/2014/main" id="{566AE673-25D9-4392-B18E-48E43D0D6879}"/>
                  </a:ext>
                </a:extLst>
              </p:cNvPr>
              <p:cNvGrpSpPr/>
              <p:nvPr/>
            </p:nvGrpSpPr>
            <p:grpSpPr>
              <a:xfrm>
                <a:off x="4167487" y="3113346"/>
                <a:ext cx="893933" cy="668190"/>
                <a:chOff x="2528681" y="4740070"/>
                <a:chExt cx="893933" cy="668190"/>
              </a:xfrm>
            </p:grpSpPr>
            <p:sp>
              <p:nvSpPr>
                <p:cNvPr id="191" name="Rectangle 190">
                  <a:extLst>
                    <a:ext uri="{FF2B5EF4-FFF2-40B4-BE49-F238E27FC236}">
                      <a16:creationId xmlns:a16="http://schemas.microsoft.com/office/drawing/2014/main" id="{983E6D83-376F-496E-9BEB-DFD484D8147B}"/>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2" name="TextBox 191">
                  <a:extLst>
                    <a:ext uri="{FF2B5EF4-FFF2-40B4-BE49-F238E27FC236}">
                      <a16:creationId xmlns:a16="http://schemas.microsoft.com/office/drawing/2014/main" id="{55CF0DE8-DA4D-4094-9872-AB7C1CF691B1}"/>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nvGrpSpPr>
            <p:cNvPr id="118" name="Group 117">
              <a:extLst>
                <a:ext uri="{FF2B5EF4-FFF2-40B4-BE49-F238E27FC236}">
                  <a16:creationId xmlns:a16="http://schemas.microsoft.com/office/drawing/2014/main" id="{837E2A74-C1AC-4C57-BD1D-F00E2DC6B5C4}"/>
                </a:ext>
              </a:extLst>
            </p:cNvPr>
            <p:cNvGrpSpPr/>
            <p:nvPr/>
          </p:nvGrpSpPr>
          <p:grpSpPr>
            <a:xfrm>
              <a:off x="285225" y="547854"/>
              <a:ext cx="2823246" cy="1718352"/>
              <a:chOff x="2306972" y="2155971"/>
              <a:chExt cx="2823246" cy="1718352"/>
            </a:xfrm>
          </p:grpSpPr>
          <p:grpSp>
            <p:nvGrpSpPr>
              <p:cNvPr id="163" name="Group 162">
                <a:extLst>
                  <a:ext uri="{FF2B5EF4-FFF2-40B4-BE49-F238E27FC236}">
                    <a16:creationId xmlns:a16="http://schemas.microsoft.com/office/drawing/2014/main" id="{B35C0BB7-37ED-4E93-9C8B-C59E64321185}"/>
                  </a:ext>
                </a:extLst>
              </p:cNvPr>
              <p:cNvGrpSpPr/>
              <p:nvPr/>
            </p:nvGrpSpPr>
            <p:grpSpPr>
              <a:xfrm>
                <a:off x="2311517" y="2155971"/>
                <a:ext cx="2818701" cy="1718352"/>
                <a:chOff x="2306972" y="2155971"/>
                <a:chExt cx="2130804" cy="1718352"/>
              </a:xfrm>
            </p:grpSpPr>
            <p:sp>
              <p:nvSpPr>
                <p:cNvPr id="182" name="Rectangle 181">
                  <a:extLst>
                    <a:ext uri="{FF2B5EF4-FFF2-40B4-BE49-F238E27FC236}">
                      <a16:creationId xmlns:a16="http://schemas.microsoft.com/office/drawing/2014/main" id="{77EC1D76-CD20-4416-9F7E-DFD132FBDC02}"/>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83" name="TextBox 182">
                  <a:extLst>
                    <a:ext uri="{FF2B5EF4-FFF2-40B4-BE49-F238E27FC236}">
                      <a16:creationId xmlns:a16="http://schemas.microsoft.com/office/drawing/2014/main" id="{3AB58F07-BA30-4170-BAF0-30A858EC3685}"/>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164" name="Group 163">
                <a:extLst>
                  <a:ext uri="{FF2B5EF4-FFF2-40B4-BE49-F238E27FC236}">
                    <a16:creationId xmlns:a16="http://schemas.microsoft.com/office/drawing/2014/main" id="{E1B66D4C-9AF1-411E-B1E5-E25C673FA704}"/>
                  </a:ext>
                </a:extLst>
              </p:cNvPr>
              <p:cNvGrpSpPr/>
              <p:nvPr/>
            </p:nvGrpSpPr>
            <p:grpSpPr>
              <a:xfrm>
                <a:off x="2306972" y="2458265"/>
                <a:ext cx="893933" cy="668190"/>
                <a:chOff x="2528681" y="4740070"/>
                <a:chExt cx="893933" cy="668190"/>
              </a:xfrm>
            </p:grpSpPr>
            <p:sp>
              <p:nvSpPr>
                <p:cNvPr id="180" name="Rectangle 179">
                  <a:extLst>
                    <a:ext uri="{FF2B5EF4-FFF2-40B4-BE49-F238E27FC236}">
                      <a16:creationId xmlns:a16="http://schemas.microsoft.com/office/drawing/2014/main" id="{B0CCB277-F4A6-4EA8-9A18-2223E3F6AE0C}"/>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81" name="TextBox 180">
                  <a:extLst>
                    <a:ext uri="{FF2B5EF4-FFF2-40B4-BE49-F238E27FC236}">
                      <a16:creationId xmlns:a16="http://schemas.microsoft.com/office/drawing/2014/main" id="{E8F622B0-81CF-40EE-9A76-D749BCB153EC}"/>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65" name="Group 164">
                <a:extLst>
                  <a:ext uri="{FF2B5EF4-FFF2-40B4-BE49-F238E27FC236}">
                    <a16:creationId xmlns:a16="http://schemas.microsoft.com/office/drawing/2014/main" id="{45DD177D-E7DF-4B07-B08D-CEE0F7AF6770}"/>
                  </a:ext>
                </a:extLst>
              </p:cNvPr>
              <p:cNvGrpSpPr/>
              <p:nvPr/>
            </p:nvGrpSpPr>
            <p:grpSpPr>
              <a:xfrm>
                <a:off x="3246086" y="2458265"/>
                <a:ext cx="893933" cy="668190"/>
                <a:chOff x="2528681" y="4740070"/>
                <a:chExt cx="893933" cy="668190"/>
              </a:xfrm>
            </p:grpSpPr>
            <p:sp>
              <p:nvSpPr>
                <p:cNvPr id="178" name="Rectangle 177">
                  <a:extLst>
                    <a:ext uri="{FF2B5EF4-FFF2-40B4-BE49-F238E27FC236}">
                      <a16:creationId xmlns:a16="http://schemas.microsoft.com/office/drawing/2014/main" id="{7E9C29EA-33C7-44B5-9E1A-10DD49D8BAEE}"/>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79" name="TextBox 178">
                  <a:extLst>
                    <a:ext uri="{FF2B5EF4-FFF2-40B4-BE49-F238E27FC236}">
                      <a16:creationId xmlns:a16="http://schemas.microsoft.com/office/drawing/2014/main" id="{406B526C-99D4-41F9-A587-E63A7C563310}"/>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66" name="Group 165">
                <a:extLst>
                  <a:ext uri="{FF2B5EF4-FFF2-40B4-BE49-F238E27FC236}">
                    <a16:creationId xmlns:a16="http://schemas.microsoft.com/office/drawing/2014/main" id="{60205645-294C-44E2-9E68-D540398CDEC5}"/>
                  </a:ext>
                </a:extLst>
              </p:cNvPr>
              <p:cNvGrpSpPr/>
              <p:nvPr/>
            </p:nvGrpSpPr>
            <p:grpSpPr>
              <a:xfrm>
                <a:off x="2324701" y="3113346"/>
                <a:ext cx="893933" cy="668190"/>
                <a:chOff x="2528681" y="4740070"/>
                <a:chExt cx="893933" cy="668190"/>
              </a:xfrm>
            </p:grpSpPr>
            <p:sp>
              <p:nvSpPr>
                <p:cNvPr id="176" name="Rectangle 175">
                  <a:extLst>
                    <a:ext uri="{FF2B5EF4-FFF2-40B4-BE49-F238E27FC236}">
                      <a16:creationId xmlns:a16="http://schemas.microsoft.com/office/drawing/2014/main" id="{497D9B8B-B326-48DE-83CD-F58DDD0A84C8}"/>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77" name="TextBox 176">
                  <a:extLst>
                    <a:ext uri="{FF2B5EF4-FFF2-40B4-BE49-F238E27FC236}">
                      <a16:creationId xmlns:a16="http://schemas.microsoft.com/office/drawing/2014/main" id="{2E0CB64B-7409-4B7B-9688-BC5D48013A21}"/>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67" name="Group 166">
                <a:extLst>
                  <a:ext uri="{FF2B5EF4-FFF2-40B4-BE49-F238E27FC236}">
                    <a16:creationId xmlns:a16="http://schemas.microsoft.com/office/drawing/2014/main" id="{0E8421FF-A43B-4075-A13A-2356B08DC471}"/>
                  </a:ext>
                </a:extLst>
              </p:cNvPr>
              <p:cNvGrpSpPr/>
              <p:nvPr/>
            </p:nvGrpSpPr>
            <p:grpSpPr>
              <a:xfrm>
                <a:off x="3243153" y="3113346"/>
                <a:ext cx="893933" cy="668190"/>
                <a:chOff x="2528681" y="4740070"/>
                <a:chExt cx="893933" cy="668190"/>
              </a:xfrm>
            </p:grpSpPr>
            <p:sp>
              <p:nvSpPr>
                <p:cNvPr id="174" name="Rectangle 173">
                  <a:extLst>
                    <a:ext uri="{FF2B5EF4-FFF2-40B4-BE49-F238E27FC236}">
                      <a16:creationId xmlns:a16="http://schemas.microsoft.com/office/drawing/2014/main" id="{3A6BA15B-CA8A-45D6-95A3-96C0CD3978A5}"/>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75" name="TextBox 174">
                  <a:extLst>
                    <a:ext uri="{FF2B5EF4-FFF2-40B4-BE49-F238E27FC236}">
                      <a16:creationId xmlns:a16="http://schemas.microsoft.com/office/drawing/2014/main" id="{C0348E8F-9A96-44A3-91CD-19CDB1508444}"/>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68" name="Group 167">
                <a:extLst>
                  <a:ext uri="{FF2B5EF4-FFF2-40B4-BE49-F238E27FC236}">
                    <a16:creationId xmlns:a16="http://schemas.microsoft.com/office/drawing/2014/main" id="{3524A1B3-1CB3-4F04-A712-8939FFE0F55D}"/>
                  </a:ext>
                </a:extLst>
              </p:cNvPr>
              <p:cNvGrpSpPr/>
              <p:nvPr/>
            </p:nvGrpSpPr>
            <p:grpSpPr>
              <a:xfrm>
                <a:off x="4170420" y="2458265"/>
                <a:ext cx="893933" cy="668190"/>
                <a:chOff x="2528681" y="4740070"/>
                <a:chExt cx="893933" cy="668190"/>
              </a:xfrm>
            </p:grpSpPr>
            <p:sp>
              <p:nvSpPr>
                <p:cNvPr id="172" name="Rectangle 171">
                  <a:extLst>
                    <a:ext uri="{FF2B5EF4-FFF2-40B4-BE49-F238E27FC236}">
                      <a16:creationId xmlns:a16="http://schemas.microsoft.com/office/drawing/2014/main" id="{C4BFD91B-C6DE-4A9F-B62F-BDBA6286578D}"/>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73" name="TextBox 172">
                  <a:extLst>
                    <a:ext uri="{FF2B5EF4-FFF2-40B4-BE49-F238E27FC236}">
                      <a16:creationId xmlns:a16="http://schemas.microsoft.com/office/drawing/2014/main" id="{FCA4F3CB-F9B4-4785-9AF5-AE9676AE12E8}"/>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69" name="Group 168">
                <a:extLst>
                  <a:ext uri="{FF2B5EF4-FFF2-40B4-BE49-F238E27FC236}">
                    <a16:creationId xmlns:a16="http://schemas.microsoft.com/office/drawing/2014/main" id="{A2210744-212D-4B36-AD16-141AA02646E2}"/>
                  </a:ext>
                </a:extLst>
              </p:cNvPr>
              <p:cNvGrpSpPr/>
              <p:nvPr/>
            </p:nvGrpSpPr>
            <p:grpSpPr>
              <a:xfrm>
                <a:off x="4167487" y="3113346"/>
                <a:ext cx="893933" cy="668190"/>
                <a:chOff x="2528681" y="4740070"/>
                <a:chExt cx="893933" cy="668190"/>
              </a:xfrm>
            </p:grpSpPr>
            <p:sp>
              <p:nvSpPr>
                <p:cNvPr id="170" name="Rectangle 169">
                  <a:extLst>
                    <a:ext uri="{FF2B5EF4-FFF2-40B4-BE49-F238E27FC236}">
                      <a16:creationId xmlns:a16="http://schemas.microsoft.com/office/drawing/2014/main" id="{6C7D2D20-CA7F-4695-8EE2-E62B89778CE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71" name="TextBox 170">
                  <a:extLst>
                    <a:ext uri="{FF2B5EF4-FFF2-40B4-BE49-F238E27FC236}">
                      <a16:creationId xmlns:a16="http://schemas.microsoft.com/office/drawing/2014/main" id="{8FBBD486-0825-4A41-ACF0-56EFB8D8B960}"/>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nvGrpSpPr>
            <p:cNvPr id="119" name="Group 118">
              <a:extLst>
                <a:ext uri="{FF2B5EF4-FFF2-40B4-BE49-F238E27FC236}">
                  <a16:creationId xmlns:a16="http://schemas.microsoft.com/office/drawing/2014/main" id="{210355E5-1554-4B17-8F39-03AF0879E5A3}"/>
                </a:ext>
              </a:extLst>
            </p:cNvPr>
            <p:cNvGrpSpPr/>
            <p:nvPr/>
          </p:nvGrpSpPr>
          <p:grpSpPr>
            <a:xfrm>
              <a:off x="3230461" y="2324733"/>
              <a:ext cx="2823246" cy="1718352"/>
              <a:chOff x="2306972" y="2155971"/>
              <a:chExt cx="2823246" cy="1718352"/>
            </a:xfrm>
          </p:grpSpPr>
          <p:grpSp>
            <p:nvGrpSpPr>
              <p:cNvPr id="142" name="Group 141">
                <a:extLst>
                  <a:ext uri="{FF2B5EF4-FFF2-40B4-BE49-F238E27FC236}">
                    <a16:creationId xmlns:a16="http://schemas.microsoft.com/office/drawing/2014/main" id="{2C34A390-E243-433D-A55B-924EF94FE4FB}"/>
                  </a:ext>
                </a:extLst>
              </p:cNvPr>
              <p:cNvGrpSpPr/>
              <p:nvPr/>
            </p:nvGrpSpPr>
            <p:grpSpPr>
              <a:xfrm>
                <a:off x="2311517" y="2155971"/>
                <a:ext cx="2818701" cy="1718352"/>
                <a:chOff x="2306972" y="2155971"/>
                <a:chExt cx="2130804" cy="1718352"/>
              </a:xfrm>
            </p:grpSpPr>
            <p:sp>
              <p:nvSpPr>
                <p:cNvPr id="161" name="Rectangle 160">
                  <a:extLst>
                    <a:ext uri="{FF2B5EF4-FFF2-40B4-BE49-F238E27FC236}">
                      <a16:creationId xmlns:a16="http://schemas.microsoft.com/office/drawing/2014/main" id="{3969B4A1-5012-46CD-BCC8-C5B3640E547C}"/>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62" name="TextBox 161">
                  <a:extLst>
                    <a:ext uri="{FF2B5EF4-FFF2-40B4-BE49-F238E27FC236}">
                      <a16:creationId xmlns:a16="http://schemas.microsoft.com/office/drawing/2014/main" id="{AB838983-04C2-4D07-8295-20CD48B7166F}"/>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143" name="Group 142">
                <a:extLst>
                  <a:ext uri="{FF2B5EF4-FFF2-40B4-BE49-F238E27FC236}">
                    <a16:creationId xmlns:a16="http://schemas.microsoft.com/office/drawing/2014/main" id="{A8472C09-00DC-4D7B-B7B5-CCF1C76EDDC3}"/>
                  </a:ext>
                </a:extLst>
              </p:cNvPr>
              <p:cNvGrpSpPr/>
              <p:nvPr/>
            </p:nvGrpSpPr>
            <p:grpSpPr>
              <a:xfrm>
                <a:off x="2306972" y="2458265"/>
                <a:ext cx="893933" cy="668190"/>
                <a:chOff x="2528681" y="4740070"/>
                <a:chExt cx="893933" cy="668190"/>
              </a:xfrm>
            </p:grpSpPr>
            <p:sp>
              <p:nvSpPr>
                <p:cNvPr id="159" name="Rectangle 158">
                  <a:extLst>
                    <a:ext uri="{FF2B5EF4-FFF2-40B4-BE49-F238E27FC236}">
                      <a16:creationId xmlns:a16="http://schemas.microsoft.com/office/drawing/2014/main" id="{C16DB1AD-22BF-4822-8D3E-98618554D26C}"/>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60" name="TextBox 159">
                  <a:extLst>
                    <a:ext uri="{FF2B5EF4-FFF2-40B4-BE49-F238E27FC236}">
                      <a16:creationId xmlns:a16="http://schemas.microsoft.com/office/drawing/2014/main" id="{83EB9498-00C4-41E7-862E-0E182F8CDB7B}"/>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44" name="Group 143">
                <a:extLst>
                  <a:ext uri="{FF2B5EF4-FFF2-40B4-BE49-F238E27FC236}">
                    <a16:creationId xmlns:a16="http://schemas.microsoft.com/office/drawing/2014/main" id="{43FBB02D-662B-4688-A1FC-1B6524F878E3}"/>
                  </a:ext>
                </a:extLst>
              </p:cNvPr>
              <p:cNvGrpSpPr/>
              <p:nvPr/>
            </p:nvGrpSpPr>
            <p:grpSpPr>
              <a:xfrm>
                <a:off x="3246086" y="2458265"/>
                <a:ext cx="893933" cy="668190"/>
                <a:chOff x="2528681" y="4740070"/>
                <a:chExt cx="893933" cy="668190"/>
              </a:xfrm>
            </p:grpSpPr>
            <p:sp>
              <p:nvSpPr>
                <p:cNvPr id="157" name="Rectangle 156">
                  <a:extLst>
                    <a:ext uri="{FF2B5EF4-FFF2-40B4-BE49-F238E27FC236}">
                      <a16:creationId xmlns:a16="http://schemas.microsoft.com/office/drawing/2014/main" id="{7971F4CF-F435-406C-9521-D8A3C52C2E50}"/>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58" name="TextBox 157">
                  <a:extLst>
                    <a:ext uri="{FF2B5EF4-FFF2-40B4-BE49-F238E27FC236}">
                      <a16:creationId xmlns:a16="http://schemas.microsoft.com/office/drawing/2014/main" id="{16C17367-94F4-4A0E-B8A7-25F033BADF5E}"/>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45" name="Group 144">
                <a:extLst>
                  <a:ext uri="{FF2B5EF4-FFF2-40B4-BE49-F238E27FC236}">
                    <a16:creationId xmlns:a16="http://schemas.microsoft.com/office/drawing/2014/main" id="{F25BA27D-AFF9-4AA7-9C02-1C418FFC48BD}"/>
                  </a:ext>
                </a:extLst>
              </p:cNvPr>
              <p:cNvGrpSpPr/>
              <p:nvPr/>
            </p:nvGrpSpPr>
            <p:grpSpPr>
              <a:xfrm>
                <a:off x="2324701" y="3113346"/>
                <a:ext cx="893933" cy="668190"/>
                <a:chOff x="2528681" y="4740070"/>
                <a:chExt cx="893933" cy="668190"/>
              </a:xfrm>
            </p:grpSpPr>
            <p:sp>
              <p:nvSpPr>
                <p:cNvPr id="155" name="Rectangle 154">
                  <a:extLst>
                    <a:ext uri="{FF2B5EF4-FFF2-40B4-BE49-F238E27FC236}">
                      <a16:creationId xmlns:a16="http://schemas.microsoft.com/office/drawing/2014/main" id="{374B4E3D-0AB6-4622-8B91-88717A2C77E6}"/>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56" name="TextBox 155">
                  <a:extLst>
                    <a:ext uri="{FF2B5EF4-FFF2-40B4-BE49-F238E27FC236}">
                      <a16:creationId xmlns:a16="http://schemas.microsoft.com/office/drawing/2014/main" id="{FD8933AF-0248-4937-B28B-A25ACA0AE73B}"/>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46" name="Group 145">
                <a:extLst>
                  <a:ext uri="{FF2B5EF4-FFF2-40B4-BE49-F238E27FC236}">
                    <a16:creationId xmlns:a16="http://schemas.microsoft.com/office/drawing/2014/main" id="{B03D0C11-8E4F-4618-B2F6-5DBE5AD0827B}"/>
                  </a:ext>
                </a:extLst>
              </p:cNvPr>
              <p:cNvGrpSpPr/>
              <p:nvPr/>
            </p:nvGrpSpPr>
            <p:grpSpPr>
              <a:xfrm>
                <a:off x="3243153" y="3113346"/>
                <a:ext cx="893933" cy="668190"/>
                <a:chOff x="2528681" y="4740070"/>
                <a:chExt cx="893933" cy="668190"/>
              </a:xfrm>
            </p:grpSpPr>
            <p:sp>
              <p:nvSpPr>
                <p:cNvPr id="153" name="Rectangle 152">
                  <a:extLst>
                    <a:ext uri="{FF2B5EF4-FFF2-40B4-BE49-F238E27FC236}">
                      <a16:creationId xmlns:a16="http://schemas.microsoft.com/office/drawing/2014/main" id="{F4D658D7-7E7B-4DC3-8672-4A85A42DB923}"/>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54" name="TextBox 153">
                  <a:extLst>
                    <a:ext uri="{FF2B5EF4-FFF2-40B4-BE49-F238E27FC236}">
                      <a16:creationId xmlns:a16="http://schemas.microsoft.com/office/drawing/2014/main" id="{5F358C08-2420-4EC2-9C29-1E535A9E409D}"/>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47" name="Group 146">
                <a:extLst>
                  <a:ext uri="{FF2B5EF4-FFF2-40B4-BE49-F238E27FC236}">
                    <a16:creationId xmlns:a16="http://schemas.microsoft.com/office/drawing/2014/main" id="{7D91EBA1-4345-44A0-B4F2-08CC411B607A}"/>
                  </a:ext>
                </a:extLst>
              </p:cNvPr>
              <p:cNvGrpSpPr/>
              <p:nvPr/>
            </p:nvGrpSpPr>
            <p:grpSpPr>
              <a:xfrm>
                <a:off x="4170420" y="2458265"/>
                <a:ext cx="893933" cy="668190"/>
                <a:chOff x="2528681" y="4740070"/>
                <a:chExt cx="893933" cy="668190"/>
              </a:xfrm>
            </p:grpSpPr>
            <p:sp>
              <p:nvSpPr>
                <p:cNvPr id="151" name="Rectangle 150">
                  <a:extLst>
                    <a:ext uri="{FF2B5EF4-FFF2-40B4-BE49-F238E27FC236}">
                      <a16:creationId xmlns:a16="http://schemas.microsoft.com/office/drawing/2014/main" id="{7D1AC090-A2C8-48E7-ABF4-420BF414F1D7}"/>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52" name="TextBox 151">
                  <a:extLst>
                    <a:ext uri="{FF2B5EF4-FFF2-40B4-BE49-F238E27FC236}">
                      <a16:creationId xmlns:a16="http://schemas.microsoft.com/office/drawing/2014/main" id="{159A31B2-2605-49C9-8E0A-1808675FF133}"/>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48" name="Group 147">
                <a:extLst>
                  <a:ext uri="{FF2B5EF4-FFF2-40B4-BE49-F238E27FC236}">
                    <a16:creationId xmlns:a16="http://schemas.microsoft.com/office/drawing/2014/main" id="{CEDDB22C-1B8B-42C1-8C39-9E9F65A687B0}"/>
                  </a:ext>
                </a:extLst>
              </p:cNvPr>
              <p:cNvGrpSpPr/>
              <p:nvPr/>
            </p:nvGrpSpPr>
            <p:grpSpPr>
              <a:xfrm>
                <a:off x="4167487" y="3113346"/>
                <a:ext cx="893933" cy="668190"/>
                <a:chOff x="2528681" y="4740070"/>
                <a:chExt cx="893933" cy="668190"/>
              </a:xfrm>
            </p:grpSpPr>
            <p:sp>
              <p:nvSpPr>
                <p:cNvPr id="149" name="Rectangle 148">
                  <a:extLst>
                    <a:ext uri="{FF2B5EF4-FFF2-40B4-BE49-F238E27FC236}">
                      <a16:creationId xmlns:a16="http://schemas.microsoft.com/office/drawing/2014/main" id="{8CF19283-C613-4946-98D4-AB3D0608FB57}"/>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50" name="TextBox 149">
                  <a:extLst>
                    <a:ext uri="{FF2B5EF4-FFF2-40B4-BE49-F238E27FC236}">
                      <a16:creationId xmlns:a16="http://schemas.microsoft.com/office/drawing/2014/main" id="{6D3E65C9-6E7C-4364-AB4B-321830CE07C5}"/>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nvGrpSpPr>
            <p:cNvPr id="120" name="Group 119">
              <a:extLst>
                <a:ext uri="{FF2B5EF4-FFF2-40B4-BE49-F238E27FC236}">
                  <a16:creationId xmlns:a16="http://schemas.microsoft.com/office/drawing/2014/main" id="{0CDD570C-028F-4149-A39F-22D1CA59F2EB}"/>
                </a:ext>
              </a:extLst>
            </p:cNvPr>
            <p:cNvGrpSpPr/>
            <p:nvPr/>
          </p:nvGrpSpPr>
          <p:grpSpPr>
            <a:xfrm>
              <a:off x="3230461" y="535907"/>
              <a:ext cx="2823246" cy="1718352"/>
              <a:chOff x="2306972" y="2155971"/>
              <a:chExt cx="2823246" cy="1718352"/>
            </a:xfrm>
          </p:grpSpPr>
          <p:grpSp>
            <p:nvGrpSpPr>
              <p:cNvPr id="121" name="Group 120">
                <a:extLst>
                  <a:ext uri="{FF2B5EF4-FFF2-40B4-BE49-F238E27FC236}">
                    <a16:creationId xmlns:a16="http://schemas.microsoft.com/office/drawing/2014/main" id="{40C4452C-F4DA-4FB3-A324-15D496181C9E}"/>
                  </a:ext>
                </a:extLst>
              </p:cNvPr>
              <p:cNvGrpSpPr/>
              <p:nvPr/>
            </p:nvGrpSpPr>
            <p:grpSpPr>
              <a:xfrm>
                <a:off x="2311517" y="2155971"/>
                <a:ext cx="2818701" cy="1718352"/>
                <a:chOff x="2306972" y="2155971"/>
                <a:chExt cx="2130804" cy="1718352"/>
              </a:xfrm>
            </p:grpSpPr>
            <p:sp>
              <p:nvSpPr>
                <p:cNvPr id="140" name="Rectangle 139">
                  <a:extLst>
                    <a:ext uri="{FF2B5EF4-FFF2-40B4-BE49-F238E27FC236}">
                      <a16:creationId xmlns:a16="http://schemas.microsoft.com/office/drawing/2014/main" id="{AF9B6580-440F-4A8F-8D8B-613ACD17AB2A}"/>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1" name="TextBox 140">
                  <a:extLst>
                    <a:ext uri="{FF2B5EF4-FFF2-40B4-BE49-F238E27FC236}">
                      <a16:creationId xmlns:a16="http://schemas.microsoft.com/office/drawing/2014/main" id="{E7C37B5F-CA22-4795-99FE-8E6E11D0372C}"/>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122" name="Group 121">
                <a:extLst>
                  <a:ext uri="{FF2B5EF4-FFF2-40B4-BE49-F238E27FC236}">
                    <a16:creationId xmlns:a16="http://schemas.microsoft.com/office/drawing/2014/main" id="{44C2BF3F-B8AA-445E-9E26-9D5D11061FB9}"/>
                  </a:ext>
                </a:extLst>
              </p:cNvPr>
              <p:cNvGrpSpPr/>
              <p:nvPr/>
            </p:nvGrpSpPr>
            <p:grpSpPr>
              <a:xfrm>
                <a:off x="2306972" y="2458265"/>
                <a:ext cx="893933" cy="668190"/>
                <a:chOff x="2528681" y="4740070"/>
                <a:chExt cx="893933" cy="668190"/>
              </a:xfrm>
            </p:grpSpPr>
            <p:sp>
              <p:nvSpPr>
                <p:cNvPr id="138" name="Rectangle 137">
                  <a:extLst>
                    <a:ext uri="{FF2B5EF4-FFF2-40B4-BE49-F238E27FC236}">
                      <a16:creationId xmlns:a16="http://schemas.microsoft.com/office/drawing/2014/main" id="{01DFB779-F917-4FF4-896A-4EE9E0D906A9}"/>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39" name="TextBox 138">
                  <a:extLst>
                    <a:ext uri="{FF2B5EF4-FFF2-40B4-BE49-F238E27FC236}">
                      <a16:creationId xmlns:a16="http://schemas.microsoft.com/office/drawing/2014/main" id="{7C1F61E7-8A56-4ADF-A132-87A4D5439713}"/>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23" name="Group 122">
                <a:extLst>
                  <a:ext uri="{FF2B5EF4-FFF2-40B4-BE49-F238E27FC236}">
                    <a16:creationId xmlns:a16="http://schemas.microsoft.com/office/drawing/2014/main" id="{CD40377C-AE45-4B6E-BBBD-8E5ADA14260E}"/>
                  </a:ext>
                </a:extLst>
              </p:cNvPr>
              <p:cNvGrpSpPr/>
              <p:nvPr/>
            </p:nvGrpSpPr>
            <p:grpSpPr>
              <a:xfrm>
                <a:off x="3246086" y="2458265"/>
                <a:ext cx="893933" cy="668190"/>
                <a:chOff x="2528681" y="4740070"/>
                <a:chExt cx="893933" cy="668190"/>
              </a:xfrm>
            </p:grpSpPr>
            <p:sp>
              <p:nvSpPr>
                <p:cNvPr id="136" name="Rectangle 135">
                  <a:extLst>
                    <a:ext uri="{FF2B5EF4-FFF2-40B4-BE49-F238E27FC236}">
                      <a16:creationId xmlns:a16="http://schemas.microsoft.com/office/drawing/2014/main" id="{101F69CD-AAE6-4504-8769-2147EF8546DB}"/>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37" name="TextBox 136">
                  <a:extLst>
                    <a:ext uri="{FF2B5EF4-FFF2-40B4-BE49-F238E27FC236}">
                      <a16:creationId xmlns:a16="http://schemas.microsoft.com/office/drawing/2014/main" id="{3B108124-A74E-4C08-8AFE-05746965EC55}"/>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24" name="Group 123">
                <a:extLst>
                  <a:ext uri="{FF2B5EF4-FFF2-40B4-BE49-F238E27FC236}">
                    <a16:creationId xmlns:a16="http://schemas.microsoft.com/office/drawing/2014/main" id="{40D036D2-1C0A-4DE4-80E5-59162DA47A1C}"/>
                  </a:ext>
                </a:extLst>
              </p:cNvPr>
              <p:cNvGrpSpPr/>
              <p:nvPr/>
            </p:nvGrpSpPr>
            <p:grpSpPr>
              <a:xfrm>
                <a:off x="2324701" y="3113346"/>
                <a:ext cx="893933" cy="668190"/>
                <a:chOff x="2528681" y="4740070"/>
                <a:chExt cx="893933" cy="668190"/>
              </a:xfrm>
            </p:grpSpPr>
            <p:sp>
              <p:nvSpPr>
                <p:cNvPr id="134" name="Rectangle 133">
                  <a:extLst>
                    <a:ext uri="{FF2B5EF4-FFF2-40B4-BE49-F238E27FC236}">
                      <a16:creationId xmlns:a16="http://schemas.microsoft.com/office/drawing/2014/main" id="{F47174A3-638A-4589-A4CB-A8A12085B5E6}"/>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35" name="TextBox 134">
                  <a:extLst>
                    <a:ext uri="{FF2B5EF4-FFF2-40B4-BE49-F238E27FC236}">
                      <a16:creationId xmlns:a16="http://schemas.microsoft.com/office/drawing/2014/main" id="{00A69132-8AF4-40F0-AD8D-1B9ABE6238AB}"/>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25" name="Group 124">
                <a:extLst>
                  <a:ext uri="{FF2B5EF4-FFF2-40B4-BE49-F238E27FC236}">
                    <a16:creationId xmlns:a16="http://schemas.microsoft.com/office/drawing/2014/main" id="{70F6742D-1148-4A17-9F22-6864F79BF33A}"/>
                  </a:ext>
                </a:extLst>
              </p:cNvPr>
              <p:cNvGrpSpPr/>
              <p:nvPr/>
            </p:nvGrpSpPr>
            <p:grpSpPr>
              <a:xfrm>
                <a:off x="3243153" y="3113346"/>
                <a:ext cx="893933" cy="668190"/>
                <a:chOff x="2528681" y="4740070"/>
                <a:chExt cx="893933" cy="668190"/>
              </a:xfrm>
            </p:grpSpPr>
            <p:sp>
              <p:nvSpPr>
                <p:cNvPr id="132" name="Rectangle 131">
                  <a:extLst>
                    <a:ext uri="{FF2B5EF4-FFF2-40B4-BE49-F238E27FC236}">
                      <a16:creationId xmlns:a16="http://schemas.microsoft.com/office/drawing/2014/main" id="{2B3A204F-04EA-4C55-B673-710D34F8B72A}"/>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33" name="TextBox 132">
                  <a:extLst>
                    <a:ext uri="{FF2B5EF4-FFF2-40B4-BE49-F238E27FC236}">
                      <a16:creationId xmlns:a16="http://schemas.microsoft.com/office/drawing/2014/main" id="{A6DE9BED-B5A5-4291-ADB3-451448BAF19C}"/>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26" name="Group 125">
                <a:extLst>
                  <a:ext uri="{FF2B5EF4-FFF2-40B4-BE49-F238E27FC236}">
                    <a16:creationId xmlns:a16="http://schemas.microsoft.com/office/drawing/2014/main" id="{800B909F-A18E-48E9-A01F-84513C59BED8}"/>
                  </a:ext>
                </a:extLst>
              </p:cNvPr>
              <p:cNvGrpSpPr/>
              <p:nvPr/>
            </p:nvGrpSpPr>
            <p:grpSpPr>
              <a:xfrm>
                <a:off x="4170420" y="2458265"/>
                <a:ext cx="893933" cy="668190"/>
                <a:chOff x="2528681" y="4740070"/>
                <a:chExt cx="893933" cy="668190"/>
              </a:xfrm>
            </p:grpSpPr>
            <p:sp>
              <p:nvSpPr>
                <p:cNvPr id="130" name="Rectangle 129">
                  <a:extLst>
                    <a:ext uri="{FF2B5EF4-FFF2-40B4-BE49-F238E27FC236}">
                      <a16:creationId xmlns:a16="http://schemas.microsoft.com/office/drawing/2014/main" id="{847D62B2-0D92-42D4-BAEB-5B563C33A55F}"/>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31" name="TextBox 130">
                  <a:extLst>
                    <a:ext uri="{FF2B5EF4-FFF2-40B4-BE49-F238E27FC236}">
                      <a16:creationId xmlns:a16="http://schemas.microsoft.com/office/drawing/2014/main" id="{BFFBE31F-4F8C-4001-9434-93F1A07B3B1A}"/>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27" name="Group 126">
                <a:extLst>
                  <a:ext uri="{FF2B5EF4-FFF2-40B4-BE49-F238E27FC236}">
                    <a16:creationId xmlns:a16="http://schemas.microsoft.com/office/drawing/2014/main" id="{239F24DE-F589-442C-802D-FEAD02828F14}"/>
                  </a:ext>
                </a:extLst>
              </p:cNvPr>
              <p:cNvGrpSpPr/>
              <p:nvPr/>
            </p:nvGrpSpPr>
            <p:grpSpPr>
              <a:xfrm>
                <a:off x="4167487" y="3113346"/>
                <a:ext cx="893933" cy="668190"/>
                <a:chOff x="2528681" y="4740070"/>
                <a:chExt cx="893933" cy="668190"/>
              </a:xfrm>
            </p:grpSpPr>
            <p:sp>
              <p:nvSpPr>
                <p:cNvPr id="128" name="Rectangle 127">
                  <a:extLst>
                    <a:ext uri="{FF2B5EF4-FFF2-40B4-BE49-F238E27FC236}">
                      <a16:creationId xmlns:a16="http://schemas.microsoft.com/office/drawing/2014/main" id="{96F14F44-2B50-4908-8F90-B0AF3B19465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29" name="TextBox 128">
                  <a:extLst>
                    <a:ext uri="{FF2B5EF4-FFF2-40B4-BE49-F238E27FC236}">
                      <a16:creationId xmlns:a16="http://schemas.microsoft.com/office/drawing/2014/main" id="{CD01DB5B-2029-4552-A9F7-E90B67DB71AC}"/>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grpSp>
        <p:nvGrpSpPr>
          <p:cNvPr id="207" name="Group 206">
            <a:extLst>
              <a:ext uri="{FF2B5EF4-FFF2-40B4-BE49-F238E27FC236}">
                <a16:creationId xmlns:a16="http://schemas.microsoft.com/office/drawing/2014/main" id="{C1C5DB80-EE23-42E9-BECA-7A1F3858111F}"/>
              </a:ext>
            </a:extLst>
          </p:cNvPr>
          <p:cNvGrpSpPr/>
          <p:nvPr/>
        </p:nvGrpSpPr>
        <p:grpSpPr>
          <a:xfrm>
            <a:off x="230894" y="469388"/>
            <a:ext cx="4856672" cy="2837513"/>
            <a:chOff x="167781" y="142613"/>
            <a:chExt cx="6149130" cy="3984771"/>
          </a:xfrm>
        </p:grpSpPr>
        <p:grpSp>
          <p:nvGrpSpPr>
            <p:cNvPr id="208" name="Group 207">
              <a:extLst>
                <a:ext uri="{FF2B5EF4-FFF2-40B4-BE49-F238E27FC236}">
                  <a16:creationId xmlns:a16="http://schemas.microsoft.com/office/drawing/2014/main" id="{2E688B2F-8C3B-4A61-80AD-7E910C473E20}"/>
                </a:ext>
              </a:extLst>
            </p:cNvPr>
            <p:cNvGrpSpPr/>
            <p:nvPr/>
          </p:nvGrpSpPr>
          <p:grpSpPr>
            <a:xfrm>
              <a:off x="167781" y="142613"/>
              <a:ext cx="6149130" cy="3984771"/>
              <a:chOff x="5863904" y="92279"/>
              <a:chExt cx="5226341" cy="4420998"/>
            </a:xfrm>
          </p:grpSpPr>
          <p:sp>
            <p:nvSpPr>
              <p:cNvPr id="297" name="Rectangle 296">
                <a:extLst>
                  <a:ext uri="{FF2B5EF4-FFF2-40B4-BE49-F238E27FC236}">
                    <a16:creationId xmlns:a16="http://schemas.microsoft.com/office/drawing/2014/main" id="{930CAC01-9553-4EA0-A6A8-667E292C78E2}"/>
                  </a:ext>
                </a:extLst>
              </p:cNvPr>
              <p:cNvSpPr/>
              <p:nvPr/>
            </p:nvSpPr>
            <p:spPr>
              <a:xfrm>
                <a:off x="5863904" y="92279"/>
                <a:ext cx="5226341" cy="4420998"/>
              </a:xfrm>
              <a:prstGeom prst="rect">
                <a:avLst/>
              </a:prstGeom>
              <a:solidFill>
                <a:schemeClr val="accent1">
                  <a:lumMod val="20000"/>
                  <a:lumOff val="80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298" name="TextBox 297">
                <a:extLst>
                  <a:ext uri="{FF2B5EF4-FFF2-40B4-BE49-F238E27FC236}">
                    <a16:creationId xmlns:a16="http://schemas.microsoft.com/office/drawing/2014/main" id="{0CF3E7C6-37A4-4632-854A-7E323B3FAECF}"/>
                  </a:ext>
                </a:extLst>
              </p:cNvPr>
              <p:cNvSpPr txBox="1"/>
              <p:nvPr/>
            </p:nvSpPr>
            <p:spPr>
              <a:xfrm>
                <a:off x="5998128" y="92279"/>
                <a:ext cx="585417" cy="369332"/>
              </a:xfrm>
              <a:prstGeom prst="rect">
                <a:avLst/>
              </a:prstGeom>
              <a:noFill/>
            </p:spPr>
            <p:txBody>
              <a:bodyPr wrap="none" rtlCol="0">
                <a:spAutoFit/>
              </a:bodyPr>
              <a:lstStyle/>
              <a:p>
                <a:r>
                  <a:rPr lang="en-US" dirty="0"/>
                  <a:t>Grid</a:t>
                </a:r>
              </a:p>
            </p:txBody>
          </p:sp>
        </p:grpSp>
        <p:grpSp>
          <p:nvGrpSpPr>
            <p:cNvPr id="209" name="Group 208">
              <a:extLst>
                <a:ext uri="{FF2B5EF4-FFF2-40B4-BE49-F238E27FC236}">
                  <a16:creationId xmlns:a16="http://schemas.microsoft.com/office/drawing/2014/main" id="{C8A226CC-B5CB-4CE6-95B1-52E08210F8AD}"/>
                </a:ext>
              </a:extLst>
            </p:cNvPr>
            <p:cNvGrpSpPr/>
            <p:nvPr/>
          </p:nvGrpSpPr>
          <p:grpSpPr>
            <a:xfrm>
              <a:off x="285225" y="2336680"/>
              <a:ext cx="2823246" cy="1718352"/>
              <a:chOff x="2306972" y="2155971"/>
              <a:chExt cx="2823246" cy="1718352"/>
            </a:xfrm>
          </p:grpSpPr>
          <p:grpSp>
            <p:nvGrpSpPr>
              <p:cNvPr id="276" name="Group 275">
                <a:extLst>
                  <a:ext uri="{FF2B5EF4-FFF2-40B4-BE49-F238E27FC236}">
                    <a16:creationId xmlns:a16="http://schemas.microsoft.com/office/drawing/2014/main" id="{1CF636A6-F3FB-444E-9044-F266D615AB0A}"/>
                  </a:ext>
                </a:extLst>
              </p:cNvPr>
              <p:cNvGrpSpPr/>
              <p:nvPr/>
            </p:nvGrpSpPr>
            <p:grpSpPr>
              <a:xfrm>
                <a:off x="2311517" y="2155971"/>
                <a:ext cx="2818701" cy="1718352"/>
                <a:chOff x="2306972" y="2155971"/>
                <a:chExt cx="2130804" cy="1718352"/>
              </a:xfrm>
            </p:grpSpPr>
            <p:sp>
              <p:nvSpPr>
                <p:cNvPr id="295" name="Rectangle 294">
                  <a:extLst>
                    <a:ext uri="{FF2B5EF4-FFF2-40B4-BE49-F238E27FC236}">
                      <a16:creationId xmlns:a16="http://schemas.microsoft.com/office/drawing/2014/main" id="{E56792EC-CB8E-4AE4-8165-74F698B96378}"/>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96" name="TextBox 295">
                  <a:extLst>
                    <a:ext uri="{FF2B5EF4-FFF2-40B4-BE49-F238E27FC236}">
                      <a16:creationId xmlns:a16="http://schemas.microsoft.com/office/drawing/2014/main" id="{851C00A3-2F7D-4361-ABFB-BC33CB4005C1}"/>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277" name="Group 276">
                <a:extLst>
                  <a:ext uri="{FF2B5EF4-FFF2-40B4-BE49-F238E27FC236}">
                    <a16:creationId xmlns:a16="http://schemas.microsoft.com/office/drawing/2014/main" id="{D31ABC0F-07FB-413C-8FF3-29DCA0EA0F7E}"/>
                  </a:ext>
                </a:extLst>
              </p:cNvPr>
              <p:cNvGrpSpPr/>
              <p:nvPr/>
            </p:nvGrpSpPr>
            <p:grpSpPr>
              <a:xfrm>
                <a:off x="2306972" y="2458265"/>
                <a:ext cx="893933" cy="668190"/>
                <a:chOff x="2528681" y="4740070"/>
                <a:chExt cx="893933" cy="668190"/>
              </a:xfrm>
            </p:grpSpPr>
            <p:sp>
              <p:nvSpPr>
                <p:cNvPr id="293" name="Rectangle 292">
                  <a:extLst>
                    <a:ext uri="{FF2B5EF4-FFF2-40B4-BE49-F238E27FC236}">
                      <a16:creationId xmlns:a16="http://schemas.microsoft.com/office/drawing/2014/main" id="{355D5080-EFC4-4AC8-ADFA-C1C73BB7E1B2}"/>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94" name="TextBox 293">
                  <a:extLst>
                    <a:ext uri="{FF2B5EF4-FFF2-40B4-BE49-F238E27FC236}">
                      <a16:creationId xmlns:a16="http://schemas.microsoft.com/office/drawing/2014/main" id="{6D280D5A-2D32-4A73-979F-3911A6F83EBB}"/>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78" name="Group 277">
                <a:extLst>
                  <a:ext uri="{FF2B5EF4-FFF2-40B4-BE49-F238E27FC236}">
                    <a16:creationId xmlns:a16="http://schemas.microsoft.com/office/drawing/2014/main" id="{F6F12D3F-54EF-4698-BBA3-D49BCC79EA8D}"/>
                  </a:ext>
                </a:extLst>
              </p:cNvPr>
              <p:cNvGrpSpPr/>
              <p:nvPr/>
            </p:nvGrpSpPr>
            <p:grpSpPr>
              <a:xfrm>
                <a:off x="3246086" y="2458265"/>
                <a:ext cx="893933" cy="668190"/>
                <a:chOff x="2528681" y="4740070"/>
                <a:chExt cx="893933" cy="668190"/>
              </a:xfrm>
            </p:grpSpPr>
            <p:sp>
              <p:nvSpPr>
                <p:cNvPr id="291" name="Rectangle 290">
                  <a:extLst>
                    <a:ext uri="{FF2B5EF4-FFF2-40B4-BE49-F238E27FC236}">
                      <a16:creationId xmlns:a16="http://schemas.microsoft.com/office/drawing/2014/main" id="{A61024EA-AFD8-42D2-875A-A3C09DCF1BF9}"/>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92" name="TextBox 291">
                  <a:extLst>
                    <a:ext uri="{FF2B5EF4-FFF2-40B4-BE49-F238E27FC236}">
                      <a16:creationId xmlns:a16="http://schemas.microsoft.com/office/drawing/2014/main" id="{41F681D7-A023-4564-9B82-737433641168}"/>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79" name="Group 278">
                <a:extLst>
                  <a:ext uri="{FF2B5EF4-FFF2-40B4-BE49-F238E27FC236}">
                    <a16:creationId xmlns:a16="http://schemas.microsoft.com/office/drawing/2014/main" id="{73315E39-103E-4DB6-BB0C-764F9DB37B22}"/>
                  </a:ext>
                </a:extLst>
              </p:cNvPr>
              <p:cNvGrpSpPr/>
              <p:nvPr/>
            </p:nvGrpSpPr>
            <p:grpSpPr>
              <a:xfrm>
                <a:off x="2324701" y="3113346"/>
                <a:ext cx="893933" cy="668190"/>
                <a:chOff x="2528681" y="4740070"/>
                <a:chExt cx="893933" cy="668190"/>
              </a:xfrm>
            </p:grpSpPr>
            <p:sp>
              <p:nvSpPr>
                <p:cNvPr id="289" name="Rectangle 288">
                  <a:extLst>
                    <a:ext uri="{FF2B5EF4-FFF2-40B4-BE49-F238E27FC236}">
                      <a16:creationId xmlns:a16="http://schemas.microsoft.com/office/drawing/2014/main" id="{EB8EF22A-30C5-4150-B666-9F1E93A45C8E}"/>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90" name="TextBox 289">
                  <a:extLst>
                    <a:ext uri="{FF2B5EF4-FFF2-40B4-BE49-F238E27FC236}">
                      <a16:creationId xmlns:a16="http://schemas.microsoft.com/office/drawing/2014/main" id="{05F5FAF9-F15A-4F2C-9FDC-1E1344C645F1}"/>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80" name="Group 279">
                <a:extLst>
                  <a:ext uri="{FF2B5EF4-FFF2-40B4-BE49-F238E27FC236}">
                    <a16:creationId xmlns:a16="http://schemas.microsoft.com/office/drawing/2014/main" id="{297AB955-E27C-4069-8C2A-D79980D3554E}"/>
                  </a:ext>
                </a:extLst>
              </p:cNvPr>
              <p:cNvGrpSpPr/>
              <p:nvPr/>
            </p:nvGrpSpPr>
            <p:grpSpPr>
              <a:xfrm>
                <a:off x="3243153" y="3113346"/>
                <a:ext cx="893933" cy="668190"/>
                <a:chOff x="2528681" y="4740070"/>
                <a:chExt cx="893933" cy="668190"/>
              </a:xfrm>
            </p:grpSpPr>
            <p:sp>
              <p:nvSpPr>
                <p:cNvPr id="287" name="Rectangle 286">
                  <a:extLst>
                    <a:ext uri="{FF2B5EF4-FFF2-40B4-BE49-F238E27FC236}">
                      <a16:creationId xmlns:a16="http://schemas.microsoft.com/office/drawing/2014/main" id="{D3D59227-CF97-4457-A10C-8387AE7BB5BA}"/>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88" name="TextBox 287">
                  <a:extLst>
                    <a:ext uri="{FF2B5EF4-FFF2-40B4-BE49-F238E27FC236}">
                      <a16:creationId xmlns:a16="http://schemas.microsoft.com/office/drawing/2014/main" id="{C06B0DEB-9995-4F32-9CD0-038927BF0C75}"/>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81" name="Group 280">
                <a:extLst>
                  <a:ext uri="{FF2B5EF4-FFF2-40B4-BE49-F238E27FC236}">
                    <a16:creationId xmlns:a16="http://schemas.microsoft.com/office/drawing/2014/main" id="{1D38848A-D6F7-485F-B052-F933DEB0079C}"/>
                  </a:ext>
                </a:extLst>
              </p:cNvPr>
              <p:cNvGrpSpPr/>
              <p:nvPr/>
            </p:nvGrpSpPr>
            <p:grpSpPr>
              <a:xfrm>
                <a:off x="4170420" y="2458265"/>
                <a:ext cx="893933" cy="668190"/>
                <a:chOff x="2528681" y="4740070"/>
                <a:chExt cx="893933" cy="668190"/>
              </a:xfrm>
            </p:grpSpPr>
            <p:sp>
              <p:nvSpPr>
                <p:cNvPr id="285" name="Rectangle 284">
                  <a:extLst>
                    <a:ext uri="{FF2B5EF4-FFF2-40B4-BE49-F238E27FC236}">
                      <a16:creationId xmlns:a16="http://schemas.microsoft.com/office/drawing/2014/main" id="{573FB4D3-C6C0-4C13-AF36-05C76282A87D}"/>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86" name="TextBox 285">
                  <a:extLst>
                    <a:ext uri="{FF2B5EF4-FFF2-40B4-BE49-F238E27FC236}">
                      <a16:creationId xmlns:a16="http://schemas.microsoft.com/office/drawing/2014/main" id="{A0F608A8-4FD6-4F48-977C-DAB5CB333114}"/>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82" name="Group 281">
                <a:extLst>
                  <a:ext uri="{FF2B5EF4-FFF2-40B4-BE49-F238E27FC236}">
                    <a16:creationId xmlns:a16="http://schemas.microsoft.com/office/drawing/2014/main" id="{29BBE813-8F7E-4B9E-B49D-9AEE8F81BC0C}"/>
                  </a:ext>
                </a:extLst>
              </p:cNvPr>
              <p:cNvGrpSpPr/>
              <p:nvPr/>
            </p:nvGrpSpPr>
            <p:grpSpPr>
              <a:xfrm>
                <a:off x="4167487" y="3113346"/>
                <a:ext cx="893933" cy="668190"/>
                <a:chOff x="2528681" y="4740070"/>
                <a:chExt cx="893933" cy="668190"/>
              </a:xfrm>
            </p:grpSpPr>
            <p:sp>
              <p:nvSpPr>
                <p:cNvPr id="283" name="Rectangle 282">
                  <a:extLst>
                    <a:ext uri="{FF2B5EF4-FFF2-40B4-BE49-F238E27FC236}">
                      <a16:creationId xmlns:a16="http://schemas.microsoft.com/office/drawing/2014/main" id="{393CA897-8701-455A-8763-41C2D64CF005}"/>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84" name="TextBox 283">
                  <a:extLst>
                    <a:ext uri="{FF2B5EF4-FFF2-40B4-BE49-F238E27FC236}">
                      <a16:creationId xmlns:a16="http://schemas.microsoft.com/office/drawing/2014/main" id="{5AEA26A2-4444-4BEA-BCC9-AC82AE1145FB}"/>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nvGrpSpPr>
            <p:cNvPr id="210" name="Group 209">
              <a:extLst>
                <a:ext uri="{FF2B5EF4-FFF2-40B4-BE49-F238E27FC236}">
                  <a16:creationId xmlns:a16="http://schemas.microsoft.com/office/drawing/2014/main" id="{2A00E7BD-D5F4-4227-9613-1A447CDA246E}"/>
                </a:ext>
              </a:extLst>
            </p:cNvPr>
            <p:cNvGrpSpPr/>
            <p:nvPr/>
          </p:nvGrpSpPr>
          <p:grpSpPr>
            <a:xfrm>
              <a:off x="285225" y="547854"/>
              <a:ext cx="2823246" cy="1718352"/>
              <a:chOff x="2306972" y="2155971"/>
              <a:chExt cx="2823246" cy="1718352"/>
            </a:xfrm>
          </p:grpSpPr>
          <p:grpSp>
            <p:nvGrpSpPr>
              <p:cNvPr id="255" name="Group 254">
                <a:extLst>
                  <a:ext uri="{FF2B5EF4-FFF2-40B4-BE49-F238E27FC236}">
                    <a16:creationId xmlns:a16="http://schemas.microsoft.com/office/drawing/2014/main" id="{12A1070C-3009-4B54-902B-1C8610696373}"/>
                  </a:ext>
                </a:extLst>
              </p:cNvPr>
              <p:cNvGrpSpPr/>
              <p:nvPr/>
            </p:nvGrpSpPr>
            <p:grpSpPr>
              <a:xfrm>
                <a:off x="2311517" y="2155971"/>
                <a:ext cx="2818701" cy="1718352"/>
                <a:chOff x="2306972" y="2155971"/>
                <a:chExt cx="2130804" cy="1718352"/>
              </a:xfrm>
            </p:grpSpPr>
            <p:sp>
              <p:nvSpPr>
                <p:cNvPr id="274" name="Rectangle 273">
                  <a:extLst>
                    <a:ext uri="{FF2B5EF4-FFF2-40B4-BE49-F238E27FC236}">
                      <a16:creationId xmlns:a16="http://schemas.microsoft.com/office/drawing/2014/main" id="{CAD3BCF5-9D8D-4253-9F52-C10180C6779A}"/>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75" name="TextBox 274">
                  <a:extLst>
                    <a:ext uri="{FF2B5EF4-FFF2-40B4-BE49-F238E27FC236}">
                      <a16:creationId xmlns:a16="http://schemas.microsoft.com/office/drawing/2014/main" id="{C4D27B57-B4E7-435D-BF85-7B7504B36437}"/>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256" name="Group 255">
                <a:extLst>
                  <a:ext uri="{FF2B5EF4-FFF2-40B4-BE49-F238E27FC236}">
                    <a16:creationId xmlns:a16="http://schemas.microsoft.com/office/drawing/2014/main" id="{66A404B3-516E-43AD-98A0-405D9A98E17C}"/>
                  </a:ext>
                </a:extLst>
              </p:cNvPr>
              <p:cNvGrpSpPr/>
              <p:nvPr/>
            </p:nvGrpSpPr>
            <p:grpSpPr>
              <a:xfrm>
                <a:off x="2306972" y="2458265"/>
                <a:ext cx="893933" cy="668190"/>
                <a:chOff x="2528681" y="4740070"/>
                <a:chExt cx="893933" cy="668190"/>
              </a:xfrm>
            </p:grpSpPr>
            <p:sp>
              <p:nvSpPr>
                <p:cNvPr id="272" name="Rectangle 271">
                  <a:extLst>
                    <a:ext uri="{FF2B5EF4-FFF2-40B4-BE49-F238E27FC236}">
                      <a16:creationId xmlns:a16="http://schemas.microsoft.com/office/drawing/2014/main" id="{73869E11-902F-40D9-B477-BE7B627020FD}"/>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73" name="TextBox 272">
                  <a:extLst>
                    <a:ext uri="{FF2B5EF4-FFF2-40B4-BE49-F238E27FC236}">
                      <a16:creationId xmlns:a16="http://schemas.microsoft.com/office/drawing/2014/main" id="{13FBE58D-F0D3-4A29-B8C9-020914E1F622}"/>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57" name="Group 256">
                <a:extLst>
                  <a:ext uri="{FF2B5EF4-FFF2-40B4-BE49-F238E27FC236}">
                    <a16:creationId xmlns:a16="http://schemas.microsoft.com/office/drawing/2014/main" id="{16B103CF-4F61-4593-B29D-CDAF5697CEE0}"/>
                  </a:ext>
                </a:extLst>
              </p:cNvPr>
              <p:cNvGrpSpPr/>
              <p:nvPr/>
            </p:nvGrpSpPr>
            <p:grpSpPr>
              <a:xfrm>
                <a:off x="3246086" y="2458265"/>
                <a:ext cx="893933" cy="668190"/>
                <a:chOff x="2528681" y="4740070"/>
                <a:chExt cx="893933" cy="668190"/>
              </a:xfrm>
            </p:grpSpPr>
            <p:sp>
              <p:nvSpPr>
                <p:cNvPr id="270" name="Rectangle 269">
                  <a:extLst>
                    <a:ext uri="{FF2B5EF4-FFF2-40B4-BE49-F238E27FC236}">
                      <a16:creationId xmlns:a16="http://schemas.microsoft.com/office/drawing/2014/main" id="{8E0FC52D-BD10-4F9A-8E56-49B3CBF3D4FA}"/>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71" name="TextBox 270">
                  <a:extLst>
                    <a:ext uri="{FF2B5EF4-FFF2-40B4-BE49-F238E27FC236}">
                      <a16:creationId xmlns:a16="http://schemas.microsoft.com/office/drawing/2014/main" id="{D5FE3EF0-14A0-46CB-8D69-76E47CF5E949}"/>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58" name="Group 257">
                <a:extLst>
                  <a:ext uri="{FF2B5EF4-FFF2-40B4-BE49-F238E27FC236}">
                    <a16:creationId xmlns:a16="http://schemas.microsoft.com/office/drawing/2014/main" id="{6CAA695C-7141-4E1C-B2C5-6AC155BCED13}"/>
                  </a:ext>
                </a:extLst>
              </p:cNvPr>
              <p:cNvGrpSpPr/>
              <p:nvPr/>
            </p:nvGrpSpPr>
            <p:grpSpPr>
              <a:xfrm>
                <a:off x="2324701" y="3113346"/>
                <a:ext cx="893933" cy="668190"/>
                <a:chOff x="2528681" y="4740070"/>
                <a:chExt cx="893933" cy="668190"/>
              </a:xfrm>
            </p:grpSpPr>
            <p:sp>
              <p:nvSpPr>
                <p:cNvPr id="268" name="Rectangle 267">
                  <a:extLst>
                    <a:ext uri="{FF2B5EF4-FFF2-40B4-BE49-F238E27FC236}">
                      <a16:creationId xmlns:a16="http://schemas.microsoft.com/office/drawing/2014/main" id="{430161D8-78B1-4750-9FAB-8F1ADBDF4663}"/>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69" name="TextBox 268">
                  <a:extLst>
                    <a:ext uri="{FF2B5EF4-FFF2-40B4-BE49-F238E27FC236}">
                      <a16:creationId xmlns:a16="http://schemas.microsoft.com/office/drawing/2014/main" id="{94F72661-8714-464C-ACBD-37F2A34F6001}"/>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59" name="Group 258">
                <a:extLst>
                  <a:ext uri="{FF2B5EF4-FFF2-40B4-BE49-F238E27FC236}">
                    <a16:creationId xmlns:a16="http://schemas.microsoft.com/office/drawing/2014/main" id="{B4298195-491F-4ED7-AB88-75758B20624D}"/>
                  </a:ext>
                </a:extLst>
              </p:cNvPr>
              <p:cNvGrpSpPr/>
              <p:nvPr/>
            </p:nvGrpSpPr>
            <p:grpSpPr>
              <a:xfrm>
                <a:off x="3243153" y="3113346"/>
                <a:ext cx="893933" cy="668190"/>
                <a:chOff x="2528681" y="4740070"/>
                <a:chExt cx="893933" cy="668190"/>
              </a:xfrm>
            </p:grpSpPr>
            <p:sp>
              <p:nvSpPr>
                <p:cNvPr id="266" name="Rectangle 265">
                  <a:extLst>
                    <a:ext uri="{FF2B5EF4-FFF2-40B4-BE49-F238E27FC236}">
                      <a16:creationId xmlns:a16="http://schemas.microsoft.com/office/drawing/2014/main" id="{2B6E52AA-8380-4123-99F4-0DF7BFE09297}"/>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67" name="TextBox 266">
                  <a:extLst>
                    <a:ext uri="{FF2B5EF4-FFF2-40B4-BE49-F238E27FC236}">
                      <a16:creationId xmlns:a16="http://schemas.microsoft.com/office/drawing/2014/main" id="{FCF76508-AB14-4672-9EAC-601BE043F405}"/>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60" name="Group 259">
                <a:extLst>
                  <a:ext uri="{FF2B5EF4-FFF2-40B4-BE49-F238E27FC236}">
                    <a16:creationId xmlns:a16="http://schemas.microsoft.com/office/drawing/2014/main" id="{2DB07DEC-C904-4C27-8577-8B9B1A956F9E}"/>
                  </a:ext>
                </a:extLst>
              </p:cNvPr>
              <p:cNvGrpSpPr/>
              <p:nvPr/>
            </p:nvGrpSpPr>
            <p:grpSpPr>
              <a:xfrm>
                <a:off x="4170420" y="2458265"/>
                <a:ext cx="893933" cy="668190"/>
                <a:chOff x="2528681" y="4740070"/>
                <a:chExt cx="893933" cy="668190"/>
              </a:xfrm>
            </p:grpSpPr>
            <p:sp>
              <p:nvSpPr>
                <p:cNvPr id="264" name="Rectangle 263">
                  <a:extLst>
                    <a:ext uri="{FF2B5EF4-FFF2-40B4-BE49-F238E27FC236}">
                      <a16:creationId xmlns:a16="http://schemas.microsoft.com/office/drawing/2014/main" id="{2FBE1436-26A5-4552-A65A-A0858528AB53}"/>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65" name="TextBox 264">
                  <a:extLst>
                    <a:ext uri="{FF2B5EF4-FFF2-40B4-BE49-F238E27FC236}">
                      <a16:creationId xmlns:a16="http://schemas.microsoft.com/office/drawing/2014/main" id="{2E9AD182-CEAF-4453-B56B-A24DA0093393}"/>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61" name="Group 260">
                <a:extLst>
                  <a:ext uri="{FF2B5EF4-FFF2-40B4-BE49-F238E27FC236}">
                    <a16:creationId xmlns:a16="http://schemas.microsoft.com/office/drawing/2014/main" id="{AFDE66E6-982D-4F84-9FFF-6F12B914F6BF}"/>
                  </a:ext>
                </a:extLst>
              </p:cNvPr>
              <p:cNvGrpSpPr/>
              <p:nvPr/>
            </p:nvGrpSpPr>
            <p:grpSpPr>
              <a:xfrm>
                <a:off x="4167487" y="3113346"/>
                <a:ext cx="893933" cy="668190"/>
                <a:chOff x="2528681" y="4740070"/>
                <a:chExt cx="893933" cy="668190"/>
              </a:xfrm>
            </p:grpSpPr>
            <p:sp>
              <p:nvSpPr>
                <p:cNvPr id="262" name="Rectangle 261">
                  <a:extLst>
                    <a:ext uri="{FF2B5EF4-FFF2-40B4-BE49-F238E27FC236}">
                      <a16:creationId xmlns:a16="http://schemas.microsoft.com/office/drawing/2014/main" id="{5D949FD1-13B4-4D3B-95F7-0944D25ADD6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63" name="TextBox 262">
                  <a:extLst>
                    <a:ext uri="{FF2B5EF4-FFF2-40B4-BE49-F238E27FC236}">
                      <a16:creationId xmlns:a16="http://schemas.microsoft.com/office/drawing/2014/main" id="{5B9D174D-A420-4E76-8486-809E7268528E}"/>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nvGrpSpPr>
            <p:cNvPr id="211" name="Group 210">
              <a:extLst>
                <a:ext uri="{FF2B5EF4-FFF2-40B4-BE49-F238E27FC236}">
                  <a16:creationId xmlns:a16="http://schemas.microsoft.com/office/drawing/2014/main" id="{2EEE8D9F-9493-45B1-B7C0-D094742EEB67}"/>
                </a:ext>
              </a:extLst>
            </p:cNvPr>
            <p:cNvGrpSpPr/>
            <p:nvPr/>
          </p:nvGrpSpPr>
          <p:grpSpPr>
            <a:xfrm>
              <a:off x="3230461" y="2324733"/>
              <a:ext cx="2823246" cy="1718352"/>
              <a:chOff x="2306972" y="2155971"/>
              <a:chExt cx="2823246" cy="1718352"/>
            </a:xfrm>
          </p:grpSpPr>
          <p:grpSp>
            <p:nvGrpSpPr>
              <p:cNvPr id="234" name="Group 233">
                <a:extLst>
                  <a:ext uri="{FF2B5EF4-FFF2-40B4-BE49-F238E27FC236}">
                    <a16:creationId xmlns:a16="http://schemas.microsoft.com/office/drawing/2014/main" id="{0A77960A-D00D-4289-A5D4-1A0483A41139}"/>
                  </a:ext>
                </a:extLst>
              </p:cNvPr>
              <p:cNvGrpSpPr/>
              <p:nvPr/>
            </p:nvGrpSpPr>
            <p:grpSpPr>
              <a:xfrm>
                <a:off x="2311517" y="2155971"/>
                <a:ext cx="2818701" cy="1718352"/>
                <a:chOff x="2306972" y="2155971"/>
                <a:chExt cx="2130804" cy="1718352"/>
              </a:xfrm>
            </p:grpSpPr>
            <p:sp>
              <p:nvSpPr>
                <p:cNvPr id="253" name="Rectangle 252">
                  <a:extLst>
                    <a:ext uri="{FF2B5EF4-FFF2-40B4-BE49-F238E27FC236}">
                      <a16:creationId xmlns:a16="http://schemas.microsoft.com/office/drawing/2014/main" id="{42A23C11-7059-43D4-9AAE-20E61268E3CD}"/>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54" name="TextBox 253">
                  <a:extLst>
                    <a:ext uri="{FF2B5EF4-FFF2-40B4-BE49-F238E27FC236}">
                      <a16:creationId xmlns:a16="http://schemas.microsoft.com/office/drawing/2014/main" id="{C6B62540-BF2F-4119-888E-86F4962F1F2A}"/>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235" name="Group 234">
                <a:extLst>
                  <a:ext uri="{FF2B5EF4-FFF2-40B4-BE49-F238E27FC236}">
                    <a16:creationId xmlns:a16="http://schemas.microsoft.com/office/drawing/2014/main" id="{84DAD6D7-6452-47C1-85AB-233A8C256D51}"/>
                  </a:ext>
                </a:extLst>
              </p:cNvPr>
              <p:cNvGrpSpPr/>
              <p:nvPr/>
            </p:nvGrpSpPr>
            <p:grpSpPr>
              <a:xfrm>
                <a:off x="2306972" y="2458265"/>
                <a:ext cx="893933" cy="668190"/>
                <a:chOff x="2528681" y="4740070"/>
                <a:chExt cx="893933" cy="668190"/>
              </a:xfrm>
            </p:grpSpPr>
            <p:sp>
              <p:nvSpPr>
                <p:cNvPr id="251" name="Rectangle 250">
                  <a:extLst>
                    <a:ext uri="{FF2B5EF4-FFF2-40B4-BE49-F238E27FC236}">
                      <a16:creationId xmlns:a16="http://schemas.microsoft.com/office/drawing/2014/main" id="{54BE377A-C7AA-4297-8A54-10E941C738E2}"/>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52" name="TextBox 251">
                  <a:extLst>
                    <a:ext uri="{FF2B5EF4-FFF2-40B4-BE49-F238E27FC236}">
                      <a16:creationId xmlns:a16="http://schemas.microsoft.com/office/drawing/2014/main" id="{388B289B-D5AF-46B2-915D-CF10BAA2452A}"/>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36" name="Group 235">
                <a:extLst>
                  <a:ext uri="{FF2B5EF4-FFF2-40B4-BE49-F238E27FC236}">
                    <a16:creationId xmlns:a16="http://schemas.microsoft.com/office/drawing/2014/main" id="{47D258FF-DCBC-48C6-B2E2-02BDB8B2CD88}"/>
                  </a:ext>
                </a:extLst>
              </p:cNvPr>
              <p:cNvGrpSpPr/>
              <p:nvPr/>
            </p:nvGrpSpPr>
            <p:grpSpPr>
              <a:xfrm>
                <a:off x="3246086" y="2458265"/>
                <a:ext cx="893933" cy="668190"/>
                <a:chOff x="2528681" y="4740070"/>
                <a:chExt cx="893933" cy="668190"/>
              </a:xfrm>
            </p:grpSpPr>
            <p:sp>
              <p:nvSpPr>
                <p:cNvPr id="249" name="Rectangle 248">
                  <a:extLst>
                    <a:ext uri="{FF2B5EF4-FFF2-40B4-BE49-F238E27FC236}">
                      <a16:creationId xmlns:a16="http://schemas.microsoft.com/office/drawing/2014/main" id="{093906B0-1F9B-42B0-829B-D4C7AA351E1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50" name="TextBox 249">
                  <a:extLst>
                    <a:ext uri="{FF2B5EF4-FFF2-40B4-BE49-F238E27FC236}">
                      <a16:creationId xmlns:a16="http://schemas.microsoft.com/office/drawing/2014/main" id="{AA9054A3-F3DE-4572-BE03-22EA812A2466}"/>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37" name="Group 236">
                <a:extLst>
                  <a:ext uri="{FF2B5EF4-FFF2-40B4-BE49-F238E27FC236}">
                    <a16:creationId xmlns:a16="http://schemas.microsoft.com/office/drawing/2014/main" id="{6EF8B0FA-B57B-4217-908E-D485355914C2}"/>
                  </a:ext>
                </a:extLst>
              </p:cNvPr>
              <p:cNvGrpSpPr/>
              <p:nvPr/>
            </p:nvGrpSpPr>
            <p:grpSpPr>
              <a:xfrm>
                <a:off x="2324701" y="3113346"/>
                <a:ext cx="893933" cy="668190"/>
                <a:chOff x="2528681" y="4740070"/>
                <a:chExt cx="893933" cy="668190"/>
              </a:xfrm>
            </p:grpSpPr>
            <p:sp>
              <p:nvSpPr>
                <p:cNvPr id="247" name="Rectangle 246">
                  <a:extLst>
                    <a:ext uri="{FF2B5EF4-FFF2-40B4-BE49-F238E27FC236}">
                      <a16:creationId xmlns:a16="http://schemas.microsoft.com/office/drawing/2014/main" id="{A72BCD70-6DC5-497C-9159-5F7FA07978FD}"/>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48" name="TextBox 247">
                  <a:extLst>
                    <a:ext uri="{FF2B5EF4-FFF2-40B4-BE49-F238E27FC236}">
                      <a16:creationId xmlns:a16="http://schemas.microsoft.com/office/drawing/2014/main" id="{D7264100-EF08-4C95-876E-F890E5E21906}"/>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38" name="Group 237">
                <a:extLst>
                  <a:ext uri="{FF2B5EF4-FFF2-40B4-BE49-F238E27FC236}">
                    <a16:creationId xmlns:a16="http://schemas.microsoft.com/office/drawing/2014/main" id="{97E6644E-E36D-4F56-ACFE-DA697D9E77C1}"/>
                  </a:ext>
                </a:extLst>
              </p:cNvPr>
              <p:cNvGrpSpPr/>
              <p:nvPr/>
            </p:nvGrpSpPr>
            <p:grpSpPr>
              <a:xfrm>
                <a:off x="3243153" y="3113346"/>
                <a:ext cx="893933" cy="668190"/>
                <a:chOff x="2528681" y="4740070"/>
                <a:chExt cx="893933" cy="668190"/>
              </a:xfrm>
            </p:grpSpPr>
            <p:sp>
              <p:nvSpPr>
                <p:cNvPr id="245" name="Rectangle 244">
                  <a:extLst>
                    <a:ext uri="{FF2B5EF4-FFF2-40B4-BE49-F238E27FC236}">
                      <a16:creationId xmlns:a16="http://schemas.microsoft.com/office/drawing/2014/main" id="{951B1709-3508-45BF-A153-99BB6E44D0D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46" name="TextBox 245">
                  <a:extLst>
                    <a:ext uri="{FF2B5EF4-FFF2-40B4-BE49-F238E27FC236}">
                      <a16:creationId xmlns:a16="http://schemas.microsoft.com/office/drawing/2014/main" id="{A5CA51EE-8423-4853-A560-3EA0E7245A0B}"/>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39" name="Group 238">
                <a:extLst>
                  <a:ext uri="{FF2B5EF4-FFF2-40B4-BE49-F238E27FC236}">
                    <a16:creationId xmlns:a16="http://schemas.microsoft.com/office/drawing/2014/main" id="{4B7C3AB0-824C-4306-938C-78A77531B723}"/>
                  </a:ext>
                </a:extLst>
              </p:cNvPr>
              <p:cNvGrpSpPr/>
              <p:nvPr/>
            </p:nvGrpSpPr>
            <p:grpSpPr>
              <a:xfrm>
                <a:off x="4170420" y="2458265"/>
                <a:ext cx="893933" cy="668190"/>
                <a:chOff x="2528681" y="4740070"/>
                <a:chExt cx="893933" cy="668190"/>
              </a:xfrm>
            </p:grpSpPr>
            <p:sp>
              <p:nvSpPr>
                <p:cNvPr id="243" name="Rectangle 242">
                  <a:extLst>
                    <a:ext uri="{FF2B5EF4-FFF2-40B4-BE49-F238E27FC236}">
                      <a16:creationId xmlns:a16="http://schemas.microsoft.com/office/drawing/2014/main" id="{E5010517-D322-4733-9023-28E6BBB5F885}"/>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44" name="TextBox 243">
                  <a:extLst>
                    <a:ext uri="{FF2B5EF4-FFF2-40B4-BE49-F238E27FC236}">
                      <a16:creationId xmlns:a16="http://schemas.microsoft.com/office/drawing/2014/main" id="{2D5B5270-E2D8-43B0-BAE9-2EAD2F575413}"/>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40" name="Group 239">
                <a:extLst>
                  <a:ext uri="{FF2B5EF4-FFF2-40B4-BE49-F238E27FC236}">
                    <a16:creationId xmlns:a16="http://schemas.microsoft.com/office/drawing/2014/main" id="{8F3D08C4-FA60-435A-AD91-53FEC7216841}"/>
                  </a:ext>
                </a:extLst>
              </p:cNvPr>
              <p:cNvGrpSpPr/>
              <p:nvPr/>
            </p:nvGrpSpPr>
            <p:grpSpPr>
              <a:xfrm>
                <a:off x="4167487" y="3113346"/>
                <a:ext cx="893933" cy="668190"/>
                <a:chOff x="2528681" y="4740070"/>
                <a:chExt cx="893933" cy="668190"/>
              </a:xfrm>
            </p:grpSpPr>
            <p:sp>
              <p:nvSpPr>
                <p:cNvPr id="241" name="Rectangle 240">
                  <a:extLst>
                    <a:ext uri="{FF2B5EF4-FFF2-40B4-BE49-F238E27FC236}">
                      <a16:creationId xmlns:a16="http://schemas.microsoft.com/office/drawing/2014/main" id="{57B30A0D-14F7-4363-810C-810AE58105EA}"/>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42" name="TextBox 241">
                  <a:extLst>
                    <a:ext uri="{FF2B5EF4-FFF2-40B4-BE49-F238E27FC236}">
                      <a16:creationId xmlns:a16="http://schemas.microsoft.com/office/drawing/2014/main" id="{83909C25-FB9F-4FD8-B48A-9E3E2BEDEA61}"/>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nvGrpSpPr>
            <p:cNvPr id="212" name="Group 211">
              <a:extLst>
                <a:ext uri="{FF2B5EF4-FFF2-40B4-BE49-F238E27FC236}">
                  <a16:creationId xmlns:a16="http://schemas.microsoft.com/office/drawing/2014/main" id="{65AC6D29-517F-405A-A152-C848D86B81E2}"/>
                </a:ext>
              </a:extLst>
            </p:cNvPr>
            <p:cNvGrpSpPr/>
            <p:nvPr/>
          </p:nvGrpSpPr>
          <p:grpSpPr>
            <a:xfrm>
              <a:off x="3230461" y="535907"/>
              <a:ext cx="2823246" cy="1718352"/>
              <a:chOff x="2306972" y="2155971"/>
              <a:chExt cx="2823246" cy="1718352"/>
            </a:xfrm>
          </p:grpSpPr>
          <p:grpSp>
            <p:nvGrpSpPr>
              <p:cNvPr id="213" name="Group 212">
                <a:extLst>
                  <a:ext uri="{FF2B5EF4-FFF2-40B4-BE49-F238E27FC236}">
                    <a16:creationId xmlns:a16="http://schemas.microsoft.com/office/drawing/2014/main" id="{7B6D07B1-B5B2-49A5-94FC-3D0449EE03FF}"/>
                  </a:ext>
                </a:extLst>
              </p:cNvPr>
              <p:cNvGrpSpPr/>
              <p:nvPr/>
            </p:nvGrpSpPr>
            <p:grpSpPr>
              <a:xfrm>
                <a:off x="2311517" y="2155971"/>
                <a:ext cx="2818701" cy="1718352"/>
                <a:chOff x="2306972" y="2155971"/>
                <a:chExt cx="2130804" cy="1718352"/>
              </a:xfrm>
            </p:grpSpPr>
            <p:sp>
              <p:nvSpPr>
                <p:cNvPr id="232" name="Rectangle 231">
                  <a:extLst>
                    <a:ext uri="{FF2B5EF4-FFF2-40B4-BE49-F238E27FC236}">
                      <a16:creationId xmlns:a16="http://schemas.microsoft.com/office/drawing/2014/main" id="{961CDB51-8529-49B2-9F9E-7CF9409BB813}"/>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33" name="TextBox 232">
                  <a:extLst>
                    <a:ext uri="{FF2B5EF4-FFF2-40B4-BE49-F238E27FC236}">
                      <a16:creationId xmlns:a16="http://schemas.microsoft.com/office/drawing/2014/main" id="{B5748028-F490-4709-AA42-1DC1AEC33EC1}"/>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214" name="Group 213">
                <a:extLst>
                  <a:ext uri="{FF2B5EF4-FFF2-40B4-BE49-F238E27FC236}">
                    <a16:creationId xmlns:a16="http://schemas.microsoft.com/office/drawing/2014/main" id="{76E39E75-45F5-42AA-9AD9-000994888A83}"/>
                  </a:ext>
                </a:extLst>
              </p:cNvPr>
              <p:cNvGrpSpPr/>
              <p:nvPr/>
            </p:nvGrpSpPr>
            <p:grpSpPr>
              <a:xfrm>
                <a:off x="2306972" y="2458265"/>
                <a:ext cx="893933" cy="668190"/>
                <a:chOff x="2528681" y="4740070"/>
                <a:chExt cx="893933" cy="668190"/>
              </a:xfrm>
            </p:grpSpPr>
            <p:sp>
              <p:nvSpPr>
                <p:cNvPr id="230" name="Rectangle 229">
                  <a:extLst>
                    <a:ext uri="{FF2B5EF4-FFF2-40B4-BE49-F238E27FC236}">
                      <a16:creationId xmlns:a16="http://schemas.microsoft.com/office/drawing/2014/main" id="{9B889BB8-4E24-4302-B776-B7AEA1A47E1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31" name="TextBox 230">
                  <a:extLst>
                    <a:ext uri="{FF2B5EF4-FFF2-40B4-BE49-F238E27FC236}">
                      <a16:creationId xmlns:a16="http://schemas.microsoft.com/office/drawing/2014/main" id="{C8DF5762-18C3-4915-872D-2B94BA86A03E}"/>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15" name="Group 214">
                <a:extLst>
                  <a:ext uri="{FF2B5EF4-FFF2-40B4-BE49-F238E27FC236}">
                    <a16:creationId xmlns:a16="http://schemas.microsoft.com/office/drawing/2014/main" id="{9B28734D-81AF-4545-8904-623A9C80CE02}"/>
                  </a:ext>
                </a:extLst>
              </p:cNvPr>
              <p:cNvGrpSpPr/>
              <p:nvPr/>
            </p:nvGrpSpPr>
            <p:grpSpPr>
              <a:xfrm>
                <a:off x="3246086" y="2458265"/>
                <a:ext cx="893933" cy="668190"/>
                <a:chOff x="2528681" y="4740070"/>
                <a:chExt cx="893933" cy="668190"/>
              </a:xfrm>
            </p:grpSpPr>
            <p:sp>
              <p:nvSpPr>
                <p:cNvPr id="228" name="Rectangle 227">
                  <a:extLst>
                    <a:ext uri="{FF2B5EF4-FFF2-40B4-BE49-F238E27FC236}">
                      <a16:creationId xmlns:a16="http://schemas.microsoft.com/office/drawing/2014/main" id="{90650743-6F7D-4703-827D-7502C779636C}"/>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29" name="TextBox 228">
                  <a:extLst>
                    <a:ext uri="{FF2B5EF4-FFF2-40B4-BE49-F238E27FC236}">
                      <a16:creationId xmlns:a16="http://schemas.microsoft.com/office/drawing/2014/main" id="{797F7542-B45A-4AE5-9456-C8CC78437CE4}"/>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16" name="Group 215">
                <a:extLst>
                  <a:ext uri="{FF2B5EF4-FFF2-40B4-BE49-F238E27FC236}">
                    <a16:creationId xmlns:a16="http://schemas.microsoft.com/office/drawing/2014/main" id="{4CA42FDD-7DF6-4296-88D9-C1634B5F9ADF}"/>
                  </a:ext>
                </a:extLst>
              </p:cNvPr>
              <p:cNvGrpSpPr/>
              <p:nvPr/>
            </p:nvGrpSpPr>
            <p:grpSpPr>
              <a:xfrm>
                <a:off x="2324701" y="3113346"/>
                <a:ext cx="893933" cy="668190"/>
                <a:chOff x="2528681" y="4740070"/>
                <a:chExt cx="893933" cy="668190"/>
              </a:xfrm>
            </p:grpSpPr>
            <p:sp>
              <p:nvSpPr>
                <p:cNvPr id="226" name="Rectangle 225">
                  <a:extLst>
                    <a:ext uri="{FF2B5EF4-FFF2-40B4-BE49-F238E27FC236}">
                      <a16:creationId xmlns:a16="http://schemas.microsoft.com/office/drawing/2014/main" id="{D8514934-5676-4C12-B374-508597CA5977}"/>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27" name="TextBox 226">
                  <a:extLst>
                    <a:ext uri="{FF2B5EF4-FFF2-40B4-BE49-F238E27FC236}">
                      <a16:creationId xmlns:a16="http://schemas.microsoft.com/office/drawing/2014/main" id="{BE90901F-5AA1-4B9E-8874-EC9C1488A642}"/>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17" name="Group 216">
                <a:extLst>
                  <a:ext uri="{FF2B5EF4-FFF2-40B4-BE49-F238E27FC236}">
                    <a16:creationId xmlns:a16="http://schemas.microsoft.com/office/drawing/2014/main" id="{904CE290-D974-42D6-8563-54C157ED7089}"/>
                  </a:ext>
                </a:extLst>
              </p:cNvPr>
              <p:cNvGrpSpPr/>
              <p:nvPr/>
            </p:nvGrpSpPr>
            <p:grpSpPr>
              <a:xfrm>
                <a:off x="3243153" y="3113346"/>
                <a:ext cx="893933" cy="668190"/>
                <a:chOff x="2528681" y="4740070"/>
                <a:chExt cx="893933" cy="668190"/>
              </a:xfrm>
            </p:grpSpPr>
            <p:sp>
              <p:nvSpPr>
                <p:cNvPr id="224" name="Rectangle 223">
                  <a:extLst>
                    <a:ext uri="{FF2B5EF4-FFF2-40B4-BE49-F238E27FC236}">
                      <a16:creationId xmlns:a16="http://schemas.microsoft.com/office/drawing/2014/main" id="{4B4E3B58-8B10-44D0-B08C-383B280176C6}"/>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25" name="TextBox 224">
                  <a:extLst>
                    <a:ext uri="{FF2B5EF4-FFF2-40B4-BE49-F238E27FC236}">
                      <a16:creationId xmlns:a16="http://schemas.microsoft.com/office/drawing/2014/main" id="{ECE635C9-C3F9-4FF6-8658-F43FDE05AB0E}"/>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18" name="Group 217">
                <a:extLst>
                  <a:ext uri="{FF2B5EF4-FFF2-40B4-BE49-F238E27FC236}">
                    <a16:creationId xmlns:a16="http://schemas.microsoft.com/office/drawing/2014/main" id="{6882D3BA-472E-4FAB-AB78-B3BCD3844183}"/>
                  </a:ext>
                </a:extLst>
              </p:cNvPr>
              <p:cNvGrpSpPr/>
              <p:nvPr/>
            </p:nvGrpSpPr>
            <p:grpSpPr>
              <a:xfrm>
                <a:off x="4170420" y="2458265"/>
                <a:ext cx="893933" cy="668190"/>
                <a:chOff x="2528681" y="4740070"/>
                <a:chExt cx="893933" cy="668190"/>
              </a:xfrm>
            </p:grpSpPr>
            <p:sp>
              <p:nvSpPr>
                <p:cNvPr id="222" name="Rectangle 221">
                  <a:extLst>
                    <a:ext uri="{FF2B5EF4-FFF2-40B4-BE49-F238E27FC236}">
                      <a16:creationId xmlns:a16="http://schemas.microsoft.com/office/drawing/2014/main" id="{C580E2E1-639B-4D62-B893-A94C712EA85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23" name="TextBox 222">
                  <a:extLst>
                    <a:ext uri="{FF2B5EF4-FFF2-40B4-BE49-F238E27FC236}">
                      <a16:creationId xmlns:a16="http://schemas.microsoft.com/office/drawing/2014/main" id="{0785B154-FC56-4D32-90AF-09408D489804}"/>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19" name="Group 218">
                <a:extLst>
                  <a:ext uri="{FF2B5EF4-FFF2-40B4-BE49-F238E27FC236}">
                    <a16:creationId xmlns:a16="http://schemas.microsoft.com/office/drawing/2014/main" id="{5430A0F8-1CD4-4DBD-8355-AA8303680957}"/>
                  </a:ext>
                </a:extLst>
              </p:cNvPr>
              <p:cNvGrpSpPr/>
              <p:nvPr/>
            </p:nvGrpSpPr>
            <p:grpSpPr>
              <a:xfrm>
                <a:off x="4167487" y="3113346"/>
                <a:ext cx="893933" cy="668190"/>
                <a:chOff x="2528681" y="4740070"/>
                <a:chExt cx="893933" cy="668190"/>
              </a:xfrm>
            </p:grpSpPr>
            <p:sp>
              <p:nvSpPr>
                <p:cNvPr id="220" name="Rectangle 219">
                  <a:extLst>
                    <a:ext uri="{FF2B5EF4-FFF2-40B4-BE49-F238E27FC236}">
                      <a16:creationId xmlns:a16="http://schemas.microsoft.com/office/drawing/2014/main" id="{383BF3A0-84FB-40B9-BEE6-897660C7B2DC}"/>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21" name="TextBox 220">
                  <a:extLst>
                    <a:ext uri="{FF2B5EF4-FFF2-40B4-BE49-F238E27FC236}">
                      <a16:creationId xmlns:a16="http://schemas.microsoft.com/office/drawing/2014/main" id="{5715CD15-8097-446C-93BD-CBD3C5FB1557}"/>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grpSp>
        <p:nvGrpSpPr>
          <p:cNvPr id="302" name="Group 301">
            <a:extLst>
              <a:ext uri="{FF2B5EF4-FFF2-40B4-BE49-F238E27FC236}">
                <a16:creationId xmlns:a16="http://schemas.microsoft.com/office/drawing/2014/main" id="{960B9B2C-FFFB-40B3-AD71-340F7A6B58D7}"/>
              </a:ext>
            </a:extLst>
          </p:cNvPr>
          <p:cNvGrpSpPr/>
          <p:nvPr/>
        </p:nvGrpSpPr>
        <p:grpSpPr>
          <a:xfrm>
            <a:off x="7177295" y="2796225"/>
            <a:ext cx="2190863" cy="2464479"/>
            <a:chOff x="7168433" y="2713496"/>
            <a:chExt cx="2190863" cy="2464479"/>
          </a:xfrm>
        </p:grpSpPr>
        <p:pic>
          <p:nvPicPr>
            <p:cNvPr id="108" name="Picture 107" descr="A screenshot of a computer&#10;&#10;Description automatically generated with low confidence">
              <a:extLst>
                <a:ext uri="{FF2B5EF4-FFF2-40B4-BE49-F238E27FC236}">
                  <a16:creationId xmlns:a16="http://schemas.microsoft.com/office/drawing/2014/main" id="{6F0EE376-0D63-4015-8C04-82D7E92CA2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68433" y="2713496"/>
              <a:ext cx="2190863" cy="2114659"/>
            </a:xfrm>
            <a:prstGeom prst="rect">
              <a:avLst/>
            </a:prstGeom>
          </p:spPr>
        </p:pic>
        <p:sp>
          <p:nvSpPr>
            <p:cNvPr id="299" name="Rectangle: Rounded Corners 298">
              <a:extLst>
                <a:ext uri="{FF2B5EF4-FFF2-40B4-BE49-F238E27FC236}">
                  <a16:creationId xmlns:a16="http://schemas.microsoft.com/office/drawing/2014/main" id="{554BBCE5-9106-4B2D-8B91-91504604D7C3}"/>
                </a:ext>
              </a:extLst>
            </p:cNvPr>
            <p:cNvSpPr/>
            <p:nvPr/>
          </p:nvSpPr>
          <p:spPr>
            <a:xfrm>
              <a:off x="7234414" y="4808643"/>
              <a:ext cx="2009920" cy="369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Shared Memory</a:t>
              </a:r>
            </a:p>
          </p:txBody>
        </p:sp>
      </p:grpSp>
      <p:grpSp>
        <p:nvGrpSpPr>
          <p:cNvPr id="301" name="Group 300">
            <a:extLst>
              <a:ext uri="{FF2B5EF4-FFF2-40B4-BE49-F238E27FC236}">
                <a16:creationId xmlns:a16="http://schemas.microsoft.com/office/drawing/2014/main" id="{3C9250AB-39E1-4278-9598-903AE5A058CA}"/>
              </a:ext>
            </a:extLst>
          </p:cNvPr>
          <p:cNvGrpSpPr/>
          <p:nvPr/>
        </p:nvGrpSpPr>
        <p:grpSpPr>
          <a:xfrm>
            <a:off x="7211755" y="198882"/>
            <a:ext cx="2121944" cy="2407714"/>
            <a:chOff x="7211755" y="198882"/>
            <a:chExt cx="2121944" cy="2407714"/>
          </a:xfrm>
        </p:grpSpPr>
        <p:pic>
          <p:nvPicPr>
            <p:cNvPr id="109" name="Picture 108" descr="A screenshot of a computer&#10;&#10;Description automatically generated with low confidence">
              <a:extLst>
                <a:ext uri="{FF2B5EF4-FFF2-40B4-BE49-F238E27FC236}">
                  <a16:creationId xmlns:a16="http://schemas.microsoft.com/office/drawing/2014/main" id="{2B5125BE-07BD-41FD-9337-EEF1CDF76E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1755" y="198882"/>
              <a:ext cx="2121944" cy="2048138"/>
            </a:xfrm>
            <a:prstGeom prst="rect">
              <a:avLst/>
            </a:prstGeom>
          </p:spPr>
        </p:pic>
        <p:sp>
          <p:nvSpPr>
            <p:cNvPr id="300" name="Rectangle: Rounded Corners 299">
              <a:extLst>
                <a:ext uri="{FF2B5EF4-FFF2-40B4-BE49-F238E27FC236}">
                  <a16:creationId xmlns:a16="http://schemas.microsoft.com/office/drawing/2014/main" id="{54B262AA-EE47-44F8-9371-4ED36A1158A0}"/>
                </a:ext>
              </a:extLst>
            </p:cNvPr>
            <p:cNvSpPr/>
            <p:nvPr/>
          </p:nvSpPr>
          <p:spPr>
            <a:xfrm>
              <a:off x="7267767" y="2237264"/>
              <a:ext cx="2009920" cy="369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Shared Memory</a:t>
              </a:r>
            </a:p>
          </p:txBody>
        </p:sp>
      </p:grpSp>
      <p:sp>
        <p:nvSpPr>
          <p:cNvPr id="303" name="TextBox 302">
            <a:extLst>
              <a:ext uri="{FF2B5EF4-FFF2-40B4-BE49-F238E27FC236}">
                <a16:creationId xmlns:a16="http://schemas.microsoft.com/office/drawing/2014/main" id="{0BB391AF-8FC3-43AC-9D29-AE1A5B32E5D2}"/>
              </a:ext>
            </a:extLst>
          </p:cNvPr>
          <p:cNvSpPr txBox="1"/>
          <p:nvPr/>
        </p:nvSpPr>
        <p:spPr>
          <a:xfrm>
            <a:off x="7533581" y="5702097"/>
            <a:ext cx="1358577" cy="369332"/>
          </a:xfrm>
          <a:prstGeom prst="rect">
            <a:avLst/>
          </a:prstGeom>
          <a:noFill/>
        </p:spPr>
        <p:txBody>
          <a:bodyPr wrap="none" rtlCol="0">
            <a:spAutoFit/>
          </a:bodyPr>
          <a:lstStyle/>
          <a:p>
            <a:r>
              <a:rPr lang="en-US" dirty="0"/>
              <a:t>More SM’s…</a:t>
            </a:r>
          </a:p>
        </p:txBody>
      </p:sp>
      <p:sp>
        <p:nvSpPr>
          <p:cNvPr id="304" name="Arrow: Left-Right 303">
            <a:extLst>
              <a:ext uri="{FF2B5EF4-FFF2-40B4-BE49-F238E27FC236}">
                <a16:creationId xmlns:a16="http://schemas.microsoft.com/office/drawing/2014/main" id="{62548418-4932-4282-96F0-CECC371E1606}"/>
              </a:ext>
            </a:extLst>
          </p:cNvPr>
          <p:cNvSpPr/>
          <p:nvPr/>
        </p:nvSpPr>
        <p:spPr>
          <a:xfrm>
            <a:off x="9312146" y="1220167"/>
            <a:ext cx="1431099" cy="36933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Arrow: Left-Right 304">
            <a:extLst>
              <a:ext uri="{FF2B5EF4-FFF2-40B4-BE49-F238E27FC236}">
                <a16:creationId xmlns:a16="http://schemas.microsoft.com/office/drawing/2014/main" id="{9F027D22-B8B5-4D12-992C-D87E72F3BB73}"/>
              </a:ext>
            </a:extLst>
          </p:cNvPr>
          <p:cNvSpPr/>
          <p:nvPr/>
        </p:nvSpPr>
        <p:spPr>
          <a:xfrm>
            <a:off x="9345542" y="3668888"/>
            <a:ext cx="1397704" cy="36933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peech Bubble: Rectangle 2">
            <a:extLst>
              <a:ext uri="{FF2B5EF4-FFF2-40B4-BE49-F238E27FC236}">
                <a16:creationId xmlns:a16="http://schemas.microsoft.com/office/drawing/2014/main" id="{67044835-7C1A-4D75-B908-D32ED5B8EF8F}"/>
              </a:ext>
            </a:extLst>
          </p:cNvPr>
          <p:cNvSpPr/>
          <p:nvPr/>
        </p:nvSpPr>
        <p:spPr>
          <a:xfrm>
            <a:off x="5037939" y="445145"/>
            <a:ext cx="2117803" cy="2050130"/>
          </a:xfrm>
          <a:prstGeom prst="wedgeRectCallo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Thread manager feeds one block into the SM. The block is broken down into warps – groups of 32 threads.</a:t>
            </a:r>
          </a:p>
        </p:txBody>
      </p:sp>
      <p:cxnSp>
        <p:nvCxnSpPr>
          <p:cNvPr id="5" name="Straight Arrow Connector 4">
            <a:extLst>
              <a:ext uri="{FF2B5EF4-FFF2-40B4-BE49-F238E27FC236}">
                <a16:creationId xmlns:a16="http://schemas.microsoft.com/office/drawing/2014/main" id="{92E0F3A0-4815-4ED2-8EB1-0A4AA837B7B6}"/>
              </a:ext>
            </a:extLst>
          </p:cNvPr>
          <p:cNvCxnSpPr>
            <a:cxnSpLocks/>
            <a:stCxn id="140" idx="3"/>
          </p:cNvCxnSpPr>
          <p:nvPr/>
        </p:nvCxnSpPr>
        <p:spPr>
          <a:xfrm flipV="1">
            <a:off x="4879684" y="3892789"/>
            <a:ext cx="610335" cy="58886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D87D0E1-86EE-45FA-8B46-AF56D778DF6F}"/>
              </a:ext>
            </a:extLst>
          </p:cNvPr>
          <p:cNvCxnSpPr>
            <a:cxnSpLocks/>
            <a:stCxn id="99" idx="3"/>
          </p:cNvCxnSpPr>
          <p:nvPr/>
        </p:nvCxnSpPr>
        <p:spPr>
          <a:xfrm>
            <a:off x="6623544" y="3419705"/>
            <a:ext cx="619732" cy="55667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9183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6" name="Straight Connector 95">
            <a:extLst>
              <a:ext uri="{FF2B5EF4-FFF2-40B4-BE49-F238E27FC236}">
                <a16:creationId xmlns:a16="http://schemas.microsoft.com/office/drawing/2014/main" id="{B724ED76-B192-4B68-B225-1FCF14DD26C7}"/>
              </a:ext>
            </a:extLst>
          </p:cNvPr>
          <p:cNvCxnSpPr>
            <a:cxnSpLocks/>
          </p:cNvCxnSpPr>
          <p:nvPr/>
        </p:nvCxnSpPr>
        <p:spPr>
          <a:xfrm rot="60000" flipH="1" flipV="1">
            <a:off x="5319491" y="157563"/>
            <a:ext cx="113279" cy="656152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C49C15A9-74D2-4052-900A-C3DB818C4AAC}"/>
              </a:ext>
            </a:extLst>
          </p:cNvPr>
          <p:cNvSpPr txBox="1"/>
          <p:nvPr/>
        </p:nvSpPr>
        <p:spPr>
          <a:xfrm>
            <a:off x="2997026" y="6451731"/>
            <a:ext cx="2067297" cy="369332"/>
          </a:xfrm>
          <a:prstGeom prst="rect">
            <a:avLst/>
          </a:prstGeom>
          <a:noFill/>
        </p:spPr>
        <p:txBody>
          <a:bodyPr wrap="none" rtlCol="0">
            <a:spAutoFit/>
          </a:bodyPr>
          <a:lstStyle/>
          <a:p>
            <a:r>
              <a:rPr lang="en-US" dirty="0"/>
              <a:t>Logical Organization</a:t>
            </a:r>
          </a:p>
        </p:txBody>
      </p:sp>
      <p:sp>
        <p:nvSpPr>
          <p:cNvPr id="98" name="TextBox 97">
            <a:extLst>
              <a:ext uri="{FF2B5EF4-FFF2-40B4-BE49-F238E27FC236}">
                <a16:creationId xmlns:a16="http://schemas.microsoft.com/office/drawing/2014/main" id="{BC154822-75F4-4C74-A6F2-40E1D629FB0F}"/>
              </a:ext>
            </a:extLst>
          </p:cNvPr>
          <p:cNvSpPr txBox="1"/>
          <p:nvPr/>
        </p:nvSpPr>
        <p:spPr>
          <a:xfrm>
            <a:off x="5605230" y="6444012"/>
            <a:ext cx="2166683" cy="369332"/>
          </a:xfrm>
          <a:prstGeom prst="rect">
            <a:avLst/>
          </a:prstGeom>
          <a:noFill/>
        </p:spPr>
        <p:txBody>
          <a:bodyPr wrap="none" rtlCol="0">
            <a:spAutoFit/>
          </a:bodyPr>
          <a:lstStyle/>
          <a:p>
            <a:r>
              <a:rPr lang="en-US" dirty="0"/>
              <a:t>Physical Organization</a:t>
            </a:r>
          </a:p>
        </p:txBody>
      </p:sp>
      <p:sp>
        <p:nvSpPr>
          <p:cNvPr id="99" name="Rectangle 98">
            <a:extLst>
              <a:ext uri="{FF2B5EF4-FFF2-40B4-BE49-F238E27FC236}">
                <a16:creationId xmlns:a16="http://schemas.microsoft.com/office/drawing/2014/main" id="{4D9E3C6F-B74A-4235-B7EB-F8F3C3A81DB4}"/>
              </a:ext>
            </a:extLst>
          </p:cNvPr>
          <p:cNvSpPr/>
          <p:nvPr/>
        </p:nvSpPr>
        <p:spPr>
          <a:xfrm>
            <a:off x="5481265" y="2628742"/>
            <a:ext cx="1142279" cy="1581926"/>
          </a:xfrm>
          <a:prstGeom prst="rect">
            <a:avLst/>
          </a:prstGeom>
          <a:solidFill>
            <a:srgbClr val="FB991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Execution Manager</a:t>
            </a:r>
          </a:p>
        </p:txBody>
      </p:sp>
      <p:sp>
        <p:nvSpPr>
          <p:cNvPr id="102" name="Rectangle 101">
            <a:extLst>
              <a:ext uri="{FF2B5EF4-FFF2-40B4-BE49-F238E27FC236}">
                <a16:creationId xmlns:a16="http://schemas.microsoft.com/office/drawing/2014/main" id="{193C1A47-6B18-42BD-AB12-B3FF9096C230}"/>
              </a:ext>
            </a:extLst>
          </p:cNvPr>
          <p:cNvSpPr/>
          <p:nvPr/>
        </p:nvSpPr>
        <p:spPr>
          <a:xfrm>
            <a:off x="10754022" y="29884"/>
            <a:ext cx="1342881" cy="668969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tx1">
                    <a:lumMod val="95000"/>
                    <a:lumOff val="5000"/>
                  </a:schemeClr>
                </a:solidFill>
              </a:rPr>
              <a:t>GPU</a:t>
            </a:r>
            <a:br>
              <a:rPr lang="en-US" dirty="0">
                <a:solidFill>
                  <a:schemeClr val="tx1">
                    <a:lumMod val="95000"/>
                    <a:lumOff val="5000"/>
                  </a:schemeClr>
                </a:solidFill>
              </a:rPr>
            </a:br>
            <a:r>
              <a:rPr lang="en-US" dirty="0">
                <a:solidFill>
                  <a:schemeClr val="tx1">
                    <a:lumMod val="95000"/>
                    <a:lumOff val="5000"/>
                  </a:schemeClr>
                </a:solidFill>
              </a:rPr>
              <a:t>Global Memory</a:t>
            </a:r>
          </a:p>
        </p:txBody>
      </p:sp>
      <p:grpSp>
        <p:nvGrpSpPr>
          <p:cNvPr id="115" name="Group 114">
            <a:extLst>
              <a:ext uri="{FF2B5EF4-FFF2-40B4-BE49-F238E27FC236}">
                <a16:creationId xmlns:a16="http://schemas.microsoft.com/office/drawing/2014/main" id="{C2C391EE-E633-4696-8B23-A1CAD20A1881}"/>
              </a:ext>
            </a:extLst>
          </p:cNvPr>
          <p:cNvGrpSpPr/>
          <p:nvPr/>
        </p:nvGrpSpPr>
        <p:grpSpPr>
          <a:xfrm>
            <a:off x="230894" y="3575342"/>
            <a:ext cx="4856672" cy="2837513"/>
            <a:chOff x="167781" y="142613"/>
            <a:chExt cx="6149130" cy="3984771"/>
          </a:xfrm>
        </p:grpSpPr>
        <p:grpSp>
          <p:nvGrpSpPr>
            <p:cNvPr id="116" name="Group 115">
              <a:extLst>
                <a:ext uri="{FF2B5EF4-FFF2-40B4-BE49-F238E27FC236}">
                  <a16:creationId xmlns:a16="http://schemas.microsoft.com/office/drawing/2014/main" id="{B6C0CB6A-23C1-4DBE-AB7D-495B286133CD}"/>
                </a:ext>
              </a:extLst>
            </p:cNvPr>
            <p:cNvGrpSpPr/>
            <p:nvPr/>
          </p:nvGrpSpPr>
          <p:grpSpPr>
            <a:xfrm>
              <a:off x="167781" y="142613"/>
              <a:ext cx="6149130" cy="3984771"/>
              <a:chOff x="5863904" y="92279"/>
              <a:chExt cx="5226341" cy="4420998"/>
            </a:xfrm>
          </p:grpSpPr>
          <p:sp>
            <p:nvSpPr>
              <p:cNvPr id="205" name="Rectangle 204">
                <a:extLst>
                  <a:ext uri="{FF2B5EF4-FFF2-40B4-BE49-F238E27FC236}">
                    <a16:creationId xmlns:a16="http://schemas.microsoft.com/office/drawing/2014/main" id="{DE2D77CF-5B92-423E-9E7A-0684D0F45984}"/>
                  </a:ext>
                </a:extLst>
              </p:cNvPr>
              <p:cNvSpPr/>
              <p:nvPr/>
            </p:nvSpPr>
            <p:spPr>
              <a:xfrm>
                <a:off x="5863904" y="92279"/>
                <a:ext cx="5226341" cy="4420998"/>
              </a:xfrm>
              <a:prstGeom prst="rect">
                <a:avLst/>
              </a:prstGeom>
              <a:solidFill>
                <a:schemeClr val="accent1">
                  <a:lumMod val="20000"/>
                  <a:lumOff val="80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206" name="TextBox 205">
                <a:extLst>
                  <a:ext uri="{FF2B5EF4-FFF2-40B4-BE49-F238E27FC236}">
                    <a16:creationId xmlns:a16="http://schemas.microsoft.com/office/drawing/2014/main" id="{AB830732-7A05-4442-8F7F-9F2161B323A0}"/>
                  </a:ext>
                </a:extLst>
              </p:cNvPr>
              <p:cNvSpPr txBox="1"/>
              <p:nvPr/>
            </p:nvSpPr>
            <p:spPr>
              <a:xfrm>
                <a:off x="5998128" y="92279"/>
                <a:ext cx="585417" cy="369332"/>
              </a:xfrm>
              <a:prstGeom prst="rect">
                <a:avLst/>
              </a:prstGeom>
              <a:noFill/>
            </p:spPr>
            <p:txBody>
              <a:bodyPr wrap="none" rtlCol="0">
                <a:spAutoFit/>
              </a:bodyPr>
              <a:lstStyle/>
              <a:p>
                <a:r>
                  <a:rPr lang="en-US" dirty="0"/>
                  <a:t>Grid</a:t>
                </a:r>
              </a:p>
            </p:txBody>
          </p:sp>
        </p:grpSp>
        <p:grpSp>
          <p:nvGrpSpPr>
            <p:cNvPr id="117" name="Group 116">
              <a:extLst>
                <a:ext uri="{FF2B5EF4-FFF2-40B4-BE49-F238E27FC236}">
                  <a16:creationId xmlns:a16="http://schemas.microsoft.com/office/drawing/2014/main" id="{72FC6B3C-324D-4AE6-A689-56F4B6C62D8D}"/>
                </a:ext>
              </a:extLst>
            </p:cNvPr>
            <p:cNvGrpSpPr/>
            <p:nvPr/>
          </p:nvGrpSpPr>
          <p:grpSpPr>
            <a:xfrm>
              <a:off x="285225" y="2336680"/>
              <a:ext cx="2823246" cy="1718352"/>
              <a:chOff x="2306972" y="2155971"/>
              <a:chExt cx="2823246" cy="1718352"/>
            </a:xfrm>
          </p:grpSpPr>
          <p:grpSp>
            <p:nvGrpSpPr>
              <p:cNvPr id="184" name="Group 183">
                <a:extLst>
                  <a:ext uri="{FF2B5EF4-FFF2-40B4-BE49-F238E27FC236}">
                    <a16:creationId xmlns:a16="http://schemas.microsoft.com/office/drawing/2014/main" id="{E7019EAA-13CC-4FA7-92B8-34D293CB6A0B}"/>
                  </a:ext>
                </a:extLst>
              </p:cNvPr>
              <p:cNvGrpSpPr/>
              <p:nvPr/>
            </p:nvGrpSpPr>
            <p:grpSpPr>
              <a:xfrm>
                <a:off x="2311517" y="2155971"/>
                <a:ext cx="2818701" cy="1718352"/>
                <a:chOff x="2306972" y="2155971"/>
                <a:chExt cx="2130804" cy="1718352"/>
              </a:xfrm>
            </p:grpSpPr>
            <p:sp>
              <p:nvSpPr>
                <p:cNvPr id="203" name="Rectangle 202">
                  <a:extLst>
                    <a:ext uri="{FF2B5EF4-FFF2-40B4-BE49-F238E27FC236}">
                      <a16:creationId xmlns:a16="http://schemas.microsoft.com/office/drawing/2014/main" id="{E98D8A67-0949-4F19-9C6D-D0448C78B4CB}"/>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04" name="TextBox 203">
                  <a:extLst>
                    <a:ext uri="{FF2B5EF4-FFF2-40B4-BE49-F238E27FC236}">
                      <a16:creationId xmlns:a16="http://schemas.microsoft.com/office/drawing/2014/main" id="{36E2EE7C-0714-433A-BF35-AA29462325E7}"/>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185" name="Group 184">
                <a:extLst>
                  <a:ext uri="{FF2B5EF4-FFF2-40B4-BE49-F238E27FC236}">
                    <a16:creationId xmlns:a16="http://schemas.microsoft.com/office/drawing/2014/main" id="{D862AA3A-C770-4126-A1E4-09CAE9A60D42}"/>
                  </a:ext>
                </a:extLst>
              </p:cNvPr>
              <p:cNvGrpSpPr/>
              <p:nvPr/>
            </p:nvGrpSpPr>
            <p:grpSpPr>
              <a:xfrm>
                <a:off x="2306972" y="2458265"/>
                <a:ext cx="893933" cy="668190"/>
                <a:chOff x="2528681" y="4740070"/>
                <a:chExt cx="893933" cy="668190"/>
              </a:xfrm>
            </p:grpSpPr>
            <p:sp>
              <p:nvSpPr>
                <p:cNvPr id="201" name="Rectangle 200">
                  <a:extLst>
                    <a:ext uri="{FF2B5EF4-FFF2-40B4-BE49-F238E27FC236}">
                      <a16:creationId xmlns:a16="http://schemas.microsoft.com/office/drawing/2014/main" id="{89000F75-C817-4D5D-8505-24D088693302}"/>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02" name="TextBox 201">
                  <a:extLst>
                    <a:ext uri="{FF2B5EF4-FFF2-40B4-BE49-F238E27FC236}">
                      <a16:creationId xmlns:a16="http://schemas.microsoft.com/office/drawing/2014/main" id="{11C534E2-A9BB-4CA0-A9CC-B0597EACBE7C}"/>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86" name="Group 185">
                <a:extLst>
                  <a:ext uri="{FF2B5EF4-FFF2-40B4-BE49-F238E27FC236}">
                    <a16:creationId xmlns:a16="http://schemas.microsoft.com/office/drawing/2014/main" id="{0E1082E9-6475-42DE-89DD-68DB122A4765}"/>
                  </a:ext>
                </a:extLst>
              </p:cNvPr>
              <p:cNvGrpSpPr/>
              <p:nvPr/>
            </p:nvGrpSpPr>
            <p:grpSpPr>
              <a:xfrm>
                <a:off x="3246086" y="2458265"/>
                <a:ext cx="893933" cy="668190"/>
                <a:chOff x="2528681" y="4740070"/>
                <a:chExt cx="893933" cy="668190"/>
              </a:xfrm>
            </p:grpSpPr>
            <p:sp>
              <p:nvSpPr>
                <p:cNvPr id="199" name="Rectangle 198">
                  <a:extLst>
                    <a:ext uri="{FF2B5EF4-FFF2-40B4-BE49-F238E27FC236}">
                      <a16:creationId xmlns:a16="http://schemas.microsoft.com/office/drawing/2014/main" id="{17D3ED44-FDFF-4022-88D0-DBF08EEC0846}"/>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00" name="TextBox 199">
                  <a:extLst>
                    <a:ext uri="{FF2B5EF4-FFF2-40B4-BE49-F238E27FC236}">
                      <a16:creationId xmlns:a16="http://schemas.microsoft.com/office/drawing/2014/main" id="{09BA67DA-D3AD-4CAB-A2F7-9C955077F5A6}"/>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87" name="Group 186">
                <a:extLst>
                  <a:ext uri="{FF2B5EF4-FFF2-40B4-BE49-F238E27FC236}">
                    <a16:creationId xmlns:a16="http://schemas.microsoft.com/office/drawing/2014/main" id="{751B4953-4D82-4B71-A6FF-FC04563BC748}"/>
                  </a:ext>
                </a:extLst>
              </p:cNvPr>
              <p:cNvGrpSpPr/>
              <p:nvPr/>
            </p:nvGrpSpPr>
            <p:grpSpPr>
              <a:xfrm>
                <a:off x="2324701" y="3113346"/>
                <a:ext cx="893933" cy="668190"/>
                <a:chOff x="2528681" y="4740070"/>
                <a:chExt cx="893933" cy="668190"/>
              </a:xfrm>
            </p:grpSpPr>
            <p:sp>
              <p:nvSpPr>
                <p:cNvPr id="197" name="Rectangle 196">
                  <a:extLst>
                    <a:ext uri="{FF2B5EF4-FFF2-40B4-BE49-F238E27FC236}">
                      <a16:creationId xmlns:a16="http://schemas.microsoft.com/office/drawing/2014/main" id="{EFF22FFD-D068-4C27-AF67-8D5D1233B546}"/>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8" name="TextBox 197">
                  <a:extLst>
                    <a:ext uri="{FF2B5EF4-FFF2-40B4-BE49-F238E27FC236}">
                      <a16:creationId xmlns:a16="http://schemas.microsoft.com/office/drawing/2014/main" id="{C0F1891E-06CE-4DDD-A0F2-3C7850F3E790}"/>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88" name="Group 187">
                <a:extLst>
                  <a:ext uri="{FF2B5EF4-FFF2-40B4-BE49-F238E27FC236}">
                    <a16:creationId xmlns:a16="http://schemas.microsoft.com/office/drawing/2014/main" id="{72C61F2E-2284-4B05-B58A-1E1D4CF545F1}"/>
                  </a:ext>
                </a:extLst>
              </p:cNvPr>
              <p:cNvGrpSpPr/>
              <p:nvPr/>
            </p:nvGrpSpPr>
            <p:grpSpPr>
              <a:xfrm>
                <a:off x="3243153" y="3113346"/>
                <a:ext cx="893933" cy="668190"/>
                <a:chOff x="2528681" y="4740070"/>
                <a:chExt cx="893933" cy="668190"/>
              </a:xfrm>
            </p:grpSpPr>
            <p:sp>
              <p:nvSpPr>
                <p:cNvPr id="195" name="Rectangle 194">
                  <a:extLst>
                    <a:ext uri="{FF2B5EF4-FFF2-40B4-BE49-F238E27FC236}">
                      <a16:creationId xmlns:a16="http://schemas.microsoft.com/office/drawing/2014/main" id="{36977AB6-C7BD-45A6-B76B-EF0E9518811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6" name="TextBox 195">
                  <a:extLst>
                    <a:ext uri="{FF2B5EF4-FFF2-40B4-BE49-F238E27FC236}">
                      <a16:creationId xmlns:a16="http://schemas.microsoft.com/office/drawing/2014/main" id="{D2CF35AE-313C-4F47-8F9B-B9C46D80B5F2}"/>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89" name="Group 188">
                <a:extLst>
                  <a:ext uri="{FF2B5EF4-FFF2-40B4-BE49-F238E27FC236}">
                    <a16:creationId xmlns:a16="http://schemas.microsoft.com/office/drawing/2014/main" id="{D6414ADC-2216-48CD-A901-C5A4D744D2DB}"/>
                  </a:ext>
                </a:extLst>
              </p:cNvPr>
              <p:cNvGrpSpPr/>
              <p:nvPr/>
            </p:nvGrpSpPr>
            <p:grpSpPr>
              <a:xfrm>
                <a:off x="4170420" y="2458265"/>
                <a:ext cx="893933" cy="668190"/>
                <a:chOff x="2528681" y="4740070"/>
                <a:chExt cx="893933" cy="668190"/>
              </a:xfrm>
            </p:grpSpPr>
            <p:sp>
              <p:nvSpPr>
                <p:cNvPr id="193" name="Rectangle 192">
                  <a:extLst>
                    <a:ext uri="{FF2B5EF4-FFF2-40B4-BE49-F238E27FC236}">
                      <a16:creationId xmlns:a16="http://schemas.microsoft.com/office/drawing/2014/main" id="{C6003C22-A3FF-4504-86D3-FA0F00AC3DB5}"/>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4" name="TextBox 193">
                  <a:extLst>
                    <a:ext uri="{FF2B5EF4-FFF2-40B4-BE49-F238E27FC236}">
                      <a16:creationId xmlns:a16="http://schemas.microsoft.com/office/drawing/2014/main" id="{2DAB8455-800E-40D9-87AC-659471F8231F}"/>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90" name="Group 189">
                <a:extLst>
                  <a:ext uri="{FF2B5EF4-FFF2-40B4-BE49-F238E27FC236}">
                    <a16:creationId xmlns:a16="http://schemas.microsoft.com/office/drawing/2014/main" id="{566AE673-25D9-4392-B18E-48E43D0D6879}"/>
                  </a:ext>
                </a:extLst>
              </p:cNvPr>
              <p:cNvGrpSpPr/>
              <p:nvPr/>
            </p:nvGrpSpPr>
            <p:grpSpPr>
              <a:xfrm>
                <a:off x="4167487" y="3113346"/>
                <a:ext cx="893933" cy="668190"/>
                <a:chOff x="2528681" y="4740070"/>
                <a:chExt cx="893933" cy="668190"/>
              </a:xfrm>
            </p:grpSpPr>
            <p:sp>
              <p:nvSpPr>
                <p:cNvPr id="191" name="Rectangle 190">
                  <a:extLst>
                    <a:ext uri="{FF2B5EF4-FFF2-40B4-BE49-F238E27FC236}">
                      <a16:creationId xmlns:a16="http://schemas.microsoft.com/office/drawing/2014/main" id="{983E6D83-376F-496E-9BEB-DFD484D8147B}"/>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2" name="TextBox 191">
                  <a:extLst>
                    <a:ext uri="{FF2B5EF4-FFF2-40B4-BE49-F238E27FC236}">
                      <a16:creationId xmlns:a16="http://schemas.microsoft.com/office/drawing/2014/main" id="{55CF0DE8-DA4D-4094-9872-AB7C1CF691B1}"/>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nvGrpSpPr>
            <p:cNvPr id="118" name="Group 117">
              <a:extLst>
                <a:ext uri="{FF2B5EF4-FFF2-40B4-BE49-F238E27FC236}">
                  <a16:creationId xmlns:a16="http://schemas.microsoft.com/office/drawing/2014/main" id="{837E2A74-C1AC-4C57-BD1D-F00E2DC6B5C4}"/>
                </a:ext>
              </a:extLst>
            </p:cNvPr>
            <p:cNvGrpSpPr/>
            <p:nvPr/>
          </p:nvGrpSpPr>
          <p:grpSpPr>
            <a:xfrm>
              <a:off x="285225" y="547854"/>
              <a:ext cx="2823246" cy="1718352"/>
              <a:chOff x="2306972" y="2155971"/>
              <a:chExt cx="2823246" cy="1718352"/>
            </a:xfrm>
          </p:grpSpPr>
          <p:grpSp>
            <p:nvGrpSpPr>
              <p:cNvPr id="163" name="Group 162">
                <a:extLst>
                  <a:ext uri="{FF2B5EF4-FFF2-40B4-BE49-F238E27FC236}">
                    <a16:creationId xmlns:a16="http://schemas.microsoft.com/office/drawing/2014/main" id="{B35C0BB7-37ED-4E93-9C8B-C59E64321185}"/>
                  </a:ext>
                </a:extLst>
              </p:cNvPr>
              <p:cNvGrpSpPr/>
              <p:nvPr/>
            </p:nvGrpSpPr>
            <p:grpSpPr>
              <a:xfrm>
                <a:off x="2311517" y="2155971"/>
                <a:ext cx="2818701" cy="1718352"/>
                <a:chOff x="2306972" y="2155971"/>
                <a:chExt cx="2130804" cy="1718352"/>
              </a:xfrm>
            </p:grpSpPr>
            <p:sp>
              <p:nvSpPr>
                <p:cNvPr id="182" name="Rectangle 181">
                  <a:extLst>
                    <a:ext uri="{FF2B5EF4-FFF2-40B4-BE49-F238E27FC236}">
                      <a16:creationId xmlns:a16="http://schemas.microsoft.com/office/drawing/2014/main" id="{77EC1D76-CD20-4416-9F7E-DFD132FBDC02}"/>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83" name="TextBox 182">
                  <a:extLst>
                    <a:ext uri="{FF2B5EF4-FFF2-40B4-BE49-F238E27FC236}">
                      <a16:creationId xmlns:a16="http://schemas.microsoft.com/office/drawing/2014/main" id="{3AB58F07-BA30-4170-BAF0-30A858EC3685}"/>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164" name="Group 163">
                <a:extLst>
                  <a:ext uri="{FF2B5EF4-FFF2-40B4-BE49-F238E27FC236}">
                    <a16:creationId xmlns:a16="http://schemas.microsoft.com/office/drawing/2014/main" id="{E1B66D4C-9AF1-411E-B1E5-E25C673FA704}"/>
                  </a:ext>
                </a:extLst>
              </p:cNvPr>
              <p:cNvGrpSpPr/>
              <p:nvPr/>
            </p:nvGrpSpPr>
            <p:grpSpPr>
              <a:xfrm>
                <a:off x="2306972" y="2458265"/>
                <a:ext cx="893933" cy="668190"/>
                <a:chOff x="2528681" y="4740070"/>
                <a:chExt cx="893933" cy="668190"/>
              </a:xfrm>
            </p:grpSpPr>
            <p:sp>
              <p:nvSpPr>
                <p:cNvPr id="180" name="Rectangle 179">
                  <a:extLst>
                    <a:ext uri="{FF2B5EF4-FFF2-40B4-BE49-F238E27FC236}">
                      <a16:creationId xmlns:a16="http://schemas.microsoft.com/office/drawing/2014/main" id="{B0CCB277-F4A6-4EA8-9A18-2223E3F6AE0C}"/>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81" name="TextBox 180">
                  <a:extLst>
                    <a:ext uri="{FF2B5EF4-FFF2-40B4-BE49-F238E27FC236}">
                      <a16:creationId xmlns:a16="http://schemas.microsoft.com/office/drawing/2014/main" id="{E8F622B0-81CF-40EE-9A76-D749BCB153EC}"/>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65" name="Group 164">
                <a:extLst>
                  <a:ext uri="{FF2B5EF4-FFF2-40B4-BE49-F238E27FC236}">
                    <a16:creationId xmlns:a16="http://schemas.microsoft.com/office/drawing/2014/main" id="{45DD177D-E7DF-4B07-B08D-CEE0F7AF6770}"/>
                  </a:ext>
                </a:extLst>
              </p:cNvPr>
              <p:cNvGrpSpPr/>
              <p:nvPr/>
            </p:nvGrpSpPr>
            <p:grpSpPr>
              <a:xfrm>
                <a:off x="3246086" y="2458265"/>
                <a:ext cx="893933" cy="668190"/>
                <a:chOff x="2528681" y="4740070"/>
                <a:chExt cx="893933" cy="668190"/>
              </a:xfrm>
            </p:grpSpPr>
            <p:sp>
              <p:nvSpPr>
                <p:cNvPr id="178" name="Rectangle 177">
                  <a:extLst>
                    <a:ext uri="{FF2B5EF4-FFF2-40B4-BE49-F238E27FC236}">
                      <a16:creationId xmlns:a16="http://schemas.microsoft.com/office/drawing/2014/main" id="{7E9C29EA-33C7-44B5-9E1A-10DD49D8BAEE}"/>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79" name="TextBox 178">
                  <a:extLst>
                    <a:ext uri="{FF2B5EF4-FFF2-40B4-BE49-F238E27FC236}">
                      <a16:creationId xmlns:a16="http://schemas.microsoft.com/office/drawing/2014/main" id="{406B526C-99D4-41F9-A587-E63A7C563310}"/>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66" name="Group 165">
                <a:extLst>
                  <a:ext uri="{FF2B5EF4-FFF2-40B4-BE49-F238E27FC236}">
                    <a16:creationId xmlns:a16="http://schemas.microsoft.com/office/drawing/2014/main" id="{60205645-294C-44E2-9E68-D540398CDEC5}"/>
                  </a:ext>
                </a:extLst>
              </p:cNvPr>
              <p:cNvGrpSpPr/>
              <p:nvPr/>
            </p:nvGrpSpPr>
            <p:grpSpPr>
              <a:xfrm>
                <a:off x="2324701" y="3113346"/>
                <a:ext cx="893933" cy="668190"/>
                <a:chOff x="2528681" y="4740070"/>
                <a:chExt cx="893933" cy="668190"/>
              </a:xfrm>
            </p:grpSpPr>
            <p:sp>
              <p:nvSpPr>
                <p:cNvPr id="176" name="Rectangle 175">
                  <a:extLst>
                    <a:ext uri="{FF2B5EF4-FFF2-40B4-BE49-F238E27FC236}">
                      <a16:creationId xmlns:a16="http://schemas.microsoft.com/office/drawing/2014/main" id="{497D9B8B-B326-48DE-83CD-F58DDD0A84C8}"/>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77" name="TextBox 176">
                  <a:extLst>
                    <a:ext uri="{FF2B5EF4-FFF2-40B4-BE49-F238E27FC236}">
                      <a16:creationId xmlns:a16="http://schemas.microsoft.com/office/drawing/2014/main" id="{2E0CB64B-7409-4B7B-9688-BC5D48013A21}"/>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67" name="Group 166">
                <a:extLst>
                  <a:ext uri="{FF2B5EF4-FFF2-40B4-BE49-F238E27FC236}">
                    <a16:creationId xmlns:a16="http://schemas.microsoft.com/office/drawing/2014/main" id="{0E8421FF-A43B-4075-A13A-2356B08DC471}"/>
                  </a:ext>
                </a:extLst>
              </p:cNvPr>
              <p:cNvGrpSpPr/>
              <p:nvPr/>
            </p:nvGrpSpPr>
            <p:grpSpPr>
              <a:xfrm>
                <a:off x="3243153" y="3113346"/>
                <a:ext cx="893933" cy="668190"/>
                <a:chOff x="2528681" y="4740070"/>
                <a:chExt cx="893933" cy="668190"/>
              </a:xfrm>
            </p:grpSpPr>
            <p:sp>
              <p:nvSpPr>
                <p:cNvPr id="174" name="Rectangle 173">
                  <a:extLst>
                    <a:ext uri="{FF2B5EF4-FFF2-40B4-BE49-F238E27FC236}">
                      <a16:creationId xmlns:a16="http://schemas.microsoft.com/office/drawing/2014/main" id="{3A6BA15B-CA8A-45D6-95A3-96C0CD3978A5}"/>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75" name="TextBox 174">
                  <a:extLst>
                    <a:ext uri="{FF2B5EF4-FFF2-40B4-BE49-F238E27FC236}">
                      <a16:creationId xmlns:a16="http://schemas.microsoft.com/office/drawing/2014/main" id="{C0348E8F-9A96-44A3-91CD-19CDB1508444}"/>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68" name="Group 167">
                <a:extLst>
                  <a:ext uri="{FF2B5EF4-FFF2-40B4-BE49-F238E27FC236}">
                    <a16:creationId xmlns:a16="http://schemas.microsoft.com/office/drawing/2014/main" id="{3524A1B3-1CB3-4F04-A712-8939FFE0F55D}"/>
                  </a:ext>
                </a:extLst>
              </p:cNvPr>
              <p:cNvGrpSpPr/>
              <p:nvPr/>
            </p:nvGrpSpPr>
            <p:grpSpPr>
              <a:xfrm>
                <a:off x="4170420" y="2458265"/>
                <a:ext cx="893933" cy="668190"/>
                <a:chOff x="2528681" y="4740070"/>
                <a:chExt cx="893933" cy="668190"/>
              </a:xfrm>
            </p:grpSpPr>
            <p:sp>
              <p:nvSpPr>
                <p:cNvPr id="172" name="Rectangle 171">
                  <a:extLst>
                    <a:ext uri="{FF2B5EF4-FFF2-40B4-BE49-F238E27FC236}">
                      <a16:creationId xmlns:a16="http://schemas.microsoft.com/office/drawing/2014/main" id="{C4BFD91B-C6DE-4A9F-B62F-BDBA6286578D}"/>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73" name="TextBox 172">
                  <a:extLst>
                    <a:ext uri="{FF2B5EF4-FFF2-40B4-BE49-F238E27FC236}">
                      <a16:creationId xmlns:a16="http://schemas.microsoft.com/office/drawing/2014/main" id="{FCA4F3CB-F9B4-4785-9AF5-AE9676AE12E8}"/>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69" name="Group 168">
                <a:extLst>
                  <a:ext uri="{FF2B5EF4-FFF2-40B4-BE49-F238E27FC236}">
                    <a16:creationId xmlns:a16="http://schemas.microsoft.com/office/drawing/2014/main" id="{A2210744-212D-4B36-AD16-141AA02646E2}"/>
                  </a:ext>
                </a:extLst>
              </p:cNvPr>
              <p:cNvGrpSpPr/>
              <p:nvPr/>
            </p:nvGrpSpPr>
            <p:grpSpPr>
              <a:xfrm>
                <a:off x="4167487" y="3113346"/>
                <a:ext cx="893933" cy="668190"/>
                <a:chOff x="2528681" y="4740070"/>
                <a:chExt cx="893933" cy="668190"/>
              </a:xfrm>
            </p:grpSpPr>
            <p:sp>
              <p:nvSpPr>
                <p:cNvPr id="170" name="Rectangle 169">
                  <a:extLst>
                    <a:ext uri="{FF2B5EF4-FFF2-40B4-BE49-F238E27FC236}">
                      <a16:creationId xmlns:a16="http://schemas.microsoft.com/office/drawing/2014/main" id="{6C7D2D20-CA7F-4695-8EE2-E62B89778CE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71" name="TextBox 170">
                  <a:extLst>
                    <a:ext uri="{FF2B5EF4-FFF2-40B4-BE49-F238E27FC236}">
                      <a16:creationId xmlns:a16="http://schemas.microsoft.com/office/drawing/2014/main" id="{8FBBD486-0825-4A41-ACF0-56EFB8D8B960}"/>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nvGrpSpPr>
            <p:cNvPr id="119" name="Group 118">
              <a:extLst>
                <a:ext uri="{FF2B5EF4-FFF2-40B4-BE49-F238E27FC236}">
                  <a16:creationId xmlns:a16="http://schemas.microsoft.com/office/drawing/2014/main" id="{210355E5-1554-4B17-8F39-03AF0879E5A3}"/>
                </a:ext>
              </a:extLst>
            </p:cNvPr>
            <p:cNvGrpSpPr/>
            <p:nvPr/>
          </p:nvGrpSpPr>
          <p:grpSpPr>
            <a:xfrm>
              <a:off x="3230461" y="2324733"/>
              <a:ext cx="2823246" cy="1718352"/>
              <a:chOff x="2306972" y="2155971"/>
              <a:chExt cx="2823246" cy="1718352"/>
            </a:xfrm>
          </p:grpSpPr>
          <p:grpSp>
            <p:nvGrpSpPr>
              <p:cNvPr id="142" name="Group 141">
                <a:extLst>
                  <a:ext uri="{FF2B5EF4-FFF2-40B4-BE49-F238E27FC236}">
                    <a16:creationId xmlns:a16="http://schemas.microsoft.com/office/drawing/2014/main" id="{2C34A390-E243-433D-A55B-924EF94FE4FB}"/>
                  </a:ext>
                </a:extLst>
              </p:cNvPr>
              <p:cNvGrpSpPr/>
              <p:nvPr/>
            </p:nvGrpSpPr>
            <p:grpSpPr>
              <a:xfrm>
                <a:off x="2311517" y="2155971"/>
                <a:ext cx="2818701" cy="1718352"/>
                <a:chOff x="2306972" y="2155971"/>
                <a:chExt cx="2130804" cy="1718352"/>
              </a:xfrm>
            </p:grpSpPr>
            <p:sp>
              <p:nvSpPr>
                <p:cNvPr id="161" name="Rectangle 160">
                  <a:extLst>
                    <a:ext uri="{FF2B5EF4-FFF2-40B4-BE49-F238E27FC236}">
                      <a16:creationId xmlns:a16="http://schemas.microsoft.com/office/drawing/2014/main" id="{3969B4A1-5012-46CD-BCC8-C5B3640E547C}"/>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62" name="TextBox 161">
                  <a:extLst>
                    <a:ext uri="{FF2B5EF4-FFF2-40B4-BE49-F238E27FC236}">
                      <a16:creationId xmlns:a16="http://schemas.microsoft.com/office/drawing/2014/main" id="{AB838983-04C2-4D07-8295-20CD48B7166F}"/>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143" name="Group 142">
                <a:extLst>
                  <a:ext uri="{FF2B5EF4-FFF2-40B4-BE49-F238E27FC236}">
                    <a16:creationId xmlns:a16="http://schemas.microsoft.com/office/drawing/2014/main" id="{A8472C09-00DC-4D7B-B7B5-CCF1C76EDDC3}"/>
                  </a:ext>
                </a:extLst>
              </p:cNvPr>
              <p:cNvGrpSpPr/>
              <p:nvPr/>
            </p:nvGrpSpPr>
            <p:grpSpPr>
              <a:xfrm>
                <a:off x="2306972" y="2458265"/>
                <a:ext cx="893933" cy="668190"/>
                <a:chOff x="2528681" y="4740070"/>
                <a:chExt cx="893933" cy="668190"/>
              </a:xfrm>
            </p:grpSpPr>
            <p:sp>
              <p:nvSpPr>
                <p:cNvPr id="159" name="Rectangle 158">
                  <a:extLst>
                    <a:ext uri="{FF2B5EF4-FFF2-40B4-BE49-F238E27FC236}">
                      <a16:creationId xmlns:a16="http://schemas.microsoft.com/office/drawing/2014/main" id="{C16DB1AD-22BF-4822-8D3E-98618554D26C}"/>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60" name="TextBox 159">
                  <a:extLst>
                    <a:ext uri="{FF2B5EF4-FFF2-40B4-BE49-F238E27FC236}">
                      <a16:creationId xmlns:a16="http://schemas.microsoft.com/office/drawing/2014/main" id="{83EB9498-00C4-41E7-862E-0E182F8CDB7B}"/>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44" name="Group 143">
                <a:extLst>
                  <a:ext uri="{FF2B5EF4-FFF2-40B4-BE49-F238E27FC236}">
                    <a16:creationId xmlns:a16="http://schemas.microsoft.com/office/drawing/2014/main" id="{43FBB02D-662B-4688-A1FC-1B6524F878E3}"/>
                  </a:ext>
                </a:extLst>
              </p:cNvPr>
              <p:cNvGrpSpPr/>
              <p:nvPr/>
            </p:nvGrpSpPr>
            <p:grpSpPr>
              <a:xfrm>
                <a:off x="3246086" y="2458265"/>
                <a:ext cx="893933" cy="668190"/>
                <a:chOff x="2528681" y="4740070"/>
                <a:chExt cx="893933" cy="668190"/>
              </a:xfrm>
            </p:grpSpPr>
            <p:sp>
              <p:nvSpPr>
                <p:cNvPr id="157" name="Rectangle 156">
                  <a:extLst>
                    <a:ext uri="{FF2B5EF4-FFF2-40B4-BE49-F238E27FC236}">
                      <a16:creationId xmlns:a16="http://schemas.microsoft.com/office/drawing/2014/main" id="{7971F4CF-F435-406C-9521-D8A3C52C2E50}"/>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58" name="TextBox 157">
                  <a:extLst>
                    <a:ext uri="{FF2B5EF4-FFF2-40B4-BE49-F238E27FC236}">
                      <a16:creationId xmlns:a16="http://schemas.microsoft.com/office/drawing/2014/main" id="{16C17367-94F4-4A0E-B8A7-25F033BADF5E}"/>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45" name="Group 144">
                <a:extLst>
                  <a:ext uri="{FF2B5EF4-FFF2-40B4-BE49-F238E27FC236}">
                    <a16:creationId xmlns:a16="http://schemas.microsoft.com/office/drawing/2014/main" id="{F25BA27D-AFF9-4AA7-9C02-1C418FFC48BD}"/>
                  </a:ext>
                </a:extLst>
              </p:cNvPr>
              <p:cNvGrpSpPr/>
              <p:nvPr/>
            </p:nvGrpSpPr>
            <p:grpSpPr>
              <a:xfrm>
                <a:off x="2324701" y="3113346"/>
                <a:ext cx="893933" cy="668190"/>
                <a:chOff x="2528681" y="4740070"/>
                <a:chExt cx="893933" cy="668190"/>
              </a:xfrm>
            </p:grpSpPr>
            <p:sp>
              <p:nvSpPr>
                <p:cNvPr id="155" name="Rectangle 154">
                  <a:extLst>
                    <a:ext uri="{FF2B5EF4-FFF2-40B4-BE49-F238E27FC236}">
                      <a16:creationId xmlns:a16="http://schemas.microsoft.com/office/drawing/2014/main" id="{374B4E3D-0AB6-4622-8B91-88717A2C77E6}"/>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56" name="TextBox 155">
                  <a:extLst>
                    <a:ext uri="{FF2B5EF4-FFF2-40B4-BE49-F238E27FC236}">
                      <a16:creationId xmlns:a16="http://schemas.microsoft.com/office/drawing/2014/main" id="{FD8933AF-0248-4937-B28B-A25ACA0AE73B}"/>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46" name="Group 145">
                <a:extLst>
                  <a:ext uri="{FF2B5EF4-FFF2-40B4-BE49-F238E27FC236}">
                    <a16:creationId xmlns:a16="http://schemas.microsoft.com/office/drawing/2014/main" id="{B03D0C11-8E4F-4618-B2F6-5DBE5AD0827B}"/>
                  </a:ext>
                </a:extLst>
              </p:cNvPr>
              <p:cNvGrpSpPr/>
              <p:nvPr/>
            </p:nvGrpSpPr>
            <p:grpSpPr>
              <a:xfrm>
                <a:off x="3243153" y="3113346"/>
                <a:ext cx="893933" cy="668190"/>
                <a:chOff x="2528681" y="4740070"/>
                <a:chExt cx="893933" cy="668190"/>
              </a:xfrm>
            </p:grpSpPr>
            <p:sp>
              <p:nvSpPr>
                <p:cNvPr id="153" name="Rectangle 152">
                  <a:extLst>
                    <a:ext uri="{FF2B5EF4-FFF2-40B4-BE49-F238E27FC236}">
                      <a16:creationId xmlns:a16="http://schemas.microsoft.com/office/drawing/2014/main" id="{F4D658D7-7E7B-4DC3-8672-4A85A42DB923}"/>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54" name="TextBox 153">
                  <a:extLst>
                    <a:ext uri="{FF2B5EF4-FFF2-40B4-BE49-F238E27FC236}">
                      <a16:creationId xmlns:a16="http://schemas.microsoft.com/office/drawing/2014/main" id="{5F358C08-2420-4EC2-9C29-1E535A9E409D}"/>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47" name="Group 146">
                <a:extLst>
                  <a:ext uri="{FF2B5EF4-FFF2-40B4-BE49-F238E27FC236}">
                    <a16:creationId xmlns:a16="http://schemas.microsoft.com/office/drawing/2014/main" id="{7D91EBA1-4345-44A0-B4F2-08CC411B607A}"/>
                  </a:ext>
                </a:extLst>
              </p:cNvPr>
              <p:cNvGrpSpPr/>
              <p:nvPr/>
            </p:nvGrpSpPr>
            <p:grpSpPr>
              <a:xfrm>
                <a:off x="4170420" y="2458265"/>
                <a:ext cx="893933" cy="668190"/>
                <a:chOff x="2528681" y="4740070"/>
                <a:chExt cx="893933" cy="668190"/>
              </a:xfrm>
            </p:grpSpPr>
            <p:sp>
              <p:nvSpPr>
                <p:cNvPr id="151" name="Rectangle 150">
                  <a:extLst>
                    <a:ext uri="{FF2B5EF4-FFF2-40B4-BE49-F238E27FC236}">
                      <a16:creationId xmlns:a16="http://schemas.microsoft.com/office/drawing/2014/main" id="{7D1AC090-A2C8-48E7-ABF4-420BF414F1D7}"/>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52" name="TextBox 151">
                  <a:extLst>
                    <a:ext uri="{FF2B5EF4-FFF2-40B4-BE49-F238E27FC236}">
                      <a16:creationId xmlns:a16="http://schemas.microsoft.com/office/drawing/2014/main" id="{159A31B2-2605-49C9-8E0A-1808675FF133}"/>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48" name="Group 147">
                <a:extLst>
                  <a:ext uri="{FF2B5EF4-FFF2-40B4-BE49-F238E27FC236}">
                    <a16:creationId xmlns:a16="http://schemas.microsoft.com/office/drawing/2014/main" id="{CEDDB22C-1B8B-42C1-8C39-9E9F65A687B0}"/>
                  </a:ext>
                </a:extLst>
              </p:cNvPr>
              <p:cNvGrpSpPr/>
              <p:nvPr/>
            </p:nvGrpSpPr>
            <p:grpSpPr>
              <a:xfrm>
                <a:off x="4167487" y="3113346"/>
                <a:ext cx="893933" cy="668190"/>
                <a:chOff x="2528681" y="4740070"/>
                <a:chExt cx="893933" cy="668190"/>
              </a:xfrm>
            </p:grpSpPr>
            <p:sp>
              <p:nvSpPr>
                <p:cNvPr id="149" name="Rectangle 148">
                  <a:extLst>
                    <a:ext uri="{FF2B5EF4-FFF2-40B4-BE49-F238E27FC236}">
                      <a16:creationId xmlns:a16="http://schemas.microsoft.com/office/drawing/2014/main" id="{8CF19283-C613-4946-98D4-AB3D0608FB57}"/>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50" name="TextBox 149">
                  <a:extLst>
                    <a:ext uri="{FF2B5EF4-FFF2-40B4-BE49-F238E27FC236}">
                      <a16:creationId xmlns:a16="http://schemas.microsoft.com/office/drawing/2014/main" id="{6D3E65C9-6E7C-4364-AB4B-321830CE07C5}"/>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nvGrpSpPr>
            <p:cNvPr id="120" name="Group 119">
              <a:extLst>
                <a:ext uri="{FF2B5EF4-FFF2-40B4-BE49-F238E27FC236}">
                  <a16:creationId xmlns:a16="http://schemas.microsoft.com/office/drawing/2014/main" id="{0CDD570C-028F-4149-A39F-22D1CA59F2EB}"/>
                </a:ext>
              </a:extLst>
            </p:cNvPr>
            <p:cNvGrpSpPr/>
            <p:nvPr/>
          </p:nvGrpSpPr>
          <p:grpSpPr>
            <a:xfrm>
              <a:off x="3230461" y="535907"/>
              <a:ext cx="2823246" cy="1718352"/>
              <a:chOff x="2306972" y="2155971"/>
              <a:chExt cx="2823246" cy="1718352"/>
            </a:xfrm>
          </p:grpSpPr>
          <p:grpSp>
            <p:nvGrpSpPr>
              <p:cNvPr id="121" name="Group 120">
                <a:extLst>
                  <a:ext uri="{FF2B5EF4-FFF2-40B4-BE49-F238E27FC236}">
                    <a16:creationId xmlns:a16="http://schemas.microsoft.com/office/drawing/2014/main" id="{40C4452C-F4DA-4FB3-A324-15D496181C9E}"/>
                  </a:ext>
                </a:extLst>
              </p:cNvPr>
              <p:cNvGrpSpPr/>
              <p:nvPr/>
            </p:nvGrpSpPr>
            <p:grpSpPr>
              <a:xfrm>
                <a:off x="2311517" y="2155971"/>
                <a:ext cx="2818701" cy="1718352"/>
                <a:chOff x="2306972" y="2155971"/>
                <a:chExt cx="2130804" cy="1718352"/>
              </a:xfrm>
            </p:grpSpPr>
            <p:sp>
              <p:nvSpPr>
                <p:cNvPr id="140" name="Rectangle 139">
                  <a:extLst>
                    <a:ext uri="{FF2B5EF4-FFF2-40B4-BE49-F238E27FC236}">
                      <a16:creationId xmlns:a16="http://schemas.microsoft.com/office/drawing/2014/main" id="{AF9B6580-440F-4A8F-8D8B-613ACD17AB2A}"/>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1" name="TextBox 140">
                  <a:extLst>
                    <a:ext uri="{FF2B5EF4-FFF2-40B4-BE49-F238E27FC236}">
                      <a16:creationId xmlns:a16="http://schemas.microsoft.com/office/drawing/2014/main" id="{E7C37B5F-CA22-4795-99FE-8E6E11D0372C}"/>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122" name="Group 121">
                <a:extLst>
                  <a:ext uri="{FF2B5EF4-FFF2-40B4-BE49-F238E27FC236}">
                    <a16:creationId xmlns:a16="http://schemas.microsoft.com/office/drawing/2014/main" id="{44C2BF3F-B8AA-445E-9E26-9D5D11061FB9}"/>
                  </a:ext>
                </a:extLst>
              </p:cNvPr>
              <p:cNvGrpSpPr/>
              <p:nvPr/>
            </p:nvGrpSpPr>
            <p:grpSpPr>
              <a:xfrm>
                <a:off x="2306972" y="2458265"/>
                <a:ext cx="893933" cy="668190"/>
                <a:chOff x="2528681" y="4740070"/>
                <a:chExt cx="893933" cy="668190"/>
              </a:xfrm>
            </p:grpSpPr>
            <p:sp>
              <p:nvSpPr>
                <p:cNvPr id="138" name="Rectangle 137">
                  <a:extLst>
                    <a:ext uri="{FF2B5EF4-FFF2-40B4-BE49-F238E27FC236}">
                      <a16:creationId xmlns:a16="http://schemas.microsoft.com/office/drawing/2014/main" id="{01DFB779-F917-4FF4-896A-4EE9E0D906A9}"/>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39" name="TextBox 138">
                  <a:extLst>
                    <a:ext uri="{FF2B5EF4-FFF2-40B4-BE49-F238E27FC236}">
                      <a16:creationId xmlns:a16="http://schemas.microsoft.com/office/drawing/2014/main" id="{7C1F61E7-8A56-4ADF-A132-87A4D5439713}"/>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23" name="Group 122">
                <a:extLst>
                  <a:ext uri="{FF2B5EF4-FFF2-40B4-BE49-F238E27FC236}">
                    <a16:creationId xmlns:a16="http://schemas.microsoft.com/office/drawing/2014/main" id="{CD40377C-AE45-4B6E-BBBD-8E5ADA14260E}"/>
                  </a:ext>
                </a:extLst>
              </p:cNvPr>
              <p:cNvGrpSpPr/>
              <p:nvPr/>
            </p:nvGrpSpPr>
            <p:grpSpPr>
              <a:xfrm>
                <a:off x="3246086" y="2458265"/>
                <a:ext cx="893933" cy="668190"/>
                <a:chOff x="2528681" y="4740070"/>
                <a:chExt cx="893933" cy="668190"/>
              </a:xfrm>
            </p:grpSpPr>
            <p:sp>
              <p:nvSpPr>
                <p:cNvPr id="136" name="Rectangle 135">
                  <a:extLst>
                    <a:ext uri="{FF2B5EF4-FFF2-40B4-BE49-F238E27FC236}">
                      <a16:creationId xmlns:a16="http://schemas.microsoft.com/office/drawing/2014/main" id="{101F69CD-AAE6-4504-8769-2147EF8546DB}"/>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37" name="TextBox 136">
                  <a:extLst>
                    <a:ext uri="{FF2B5EF4-FFF2-40B4-BE49-F238E27FC236}">
                      <a16:creationId xmlns:a16="http://schemas.microsoft.com/office/drawing/2014/main" id="{3B108124-A74E-4C08-8AFE-05746965EC55}"/>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24" name="Group 123">
                <a:extLst>
                  <a:ext uri="{FF2B5EF4-FFF2-40B4-BE49-F238E27FC236}">
                    <a16:creationId xmlns:a16="http://schemas.microsoft.com/office/drawing/2014/main" id="{40D036D2-1C0A-4DE4-80E5-59162DA47A1C}"/>
                  </a:ext>
                </a:extLst>
              </p:cNvPr>
              <p:cNvGrpSpPr/>
              <p:nvPr/>
            </p:nvGrpSpPr>
            <p:grpSpPr>
              <a:xfrm>
                <a:off x="2324701" y="3113346"/>
                <a:ext cx="893933" cy="668190"/>
                <a:chOff x="2528681" y="4740070"/>
                <a:chExt cx="893933" cy="668190"/>
              </a:xfrm>
            </p:grpSpPr>
            <p:sp>
              <p:nvSpPr>
                <p:cNvPr id="134" name="Rectangle 133">
                  <a:extLst>
                    <a:ext uri="{FF2B5EF4-FFF2-40B4-BE49-F238E27FC236}">
                      <a16:creationId xmlns:a16="http://schemas.microsoft.com/office/drawing/2014/main" id="{F47174A3-638A-4589-A4CB-A8A12085B5E6}"/>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35" name="TextBox 134">
                  <a:extLst>
                    <a:ext uri="{FF2B5EF4-FFF2-40B4-BE49-F238E27FC236}">
                      <a16:creationId xmlns:a16="http://schemas.microsoft.com/office/drawing/2014/main" id="{00A69132-8AF4-40F0-AD8D-1B9ABE6238AB}"/>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25" name="Group 124">
                <a:extLst>
                  <a:ext uri="{FF2B5EF4-FFF2-40B4-BE49-F238E27FC236}">
                    <a16:creationId xmlns:a16="http://schemas.microsoft.com/office/drawing/2014/main" id="{70F6742D-1148-4A17-9F22-6864F79BF33A}"/>
                  </a:ext>
                </a:extLst>
              </p:cNvPr>
              <p:cNvGrpSpPr/>
              <p:nvPr/>
            </p:nvGrpSpPr>
            <p:grpSpPr>
              <a:xfrm>
                <a:off x="3243153" y="3113346"/>
                <a:ext cx="893933" cy="668190"/>
                <a:chOff x="2528681" y="4740070"/>
                <a:chExt cx="893933" cy="668190"/>
              </a:xfrm>
            </p:grpSpPr>
            <p:sp>
              <p:nvSpPr>
                <p:cNvPr id="132" name="Rectangle 131">
                  <a:extLst>
                    <a:ext uri="{FF2B5EF4-FFF2-40B4-BE49-F238E27FC236}">
                      <a16:creationId xmlns:a16="http://schemas.microsoft.com/office/drawing/2014/main" id="{2B3A204F-04EA-4C55-B673-710D34F8B72A}"/>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33" name="TextBox 132">
                  <a:extLst>
                    <a:ext uri="{FF2B5EF4-FFF2-40B4-BE49-F238E27FC236}">
                      <a16:creationId xmlns:a16="http://schemas.microsoft.com/office/drawing/2014/main" id="{A6DE9BED-B5A5-4291-ADB3-451448BAF19C}"/>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26" name="Group 125">
                <a:extLst>
                  <a:ext uri="{FF2B5EF4-FFF2-40B4-BE49-F238E27FC236}">
                    <a16:creationId xmlns:a16="http://schemas.microsoft.com/office/drawing/2014/main" id="{800B909F-A18E-48E9-A01F-84513C59BED8}"/>
                  </a:ext>
                </a:extLst>
              </p:cNvPr>
              <p:cNvGrpSpPr/>
              <p:nvPr/>
            </p:nvGrpSpPr>
            <p:grpSpPr>
              <a:xfrm>
                <a:off x="4170420" y="2458265"/>
                <a:ext cx="893933" cy="668190"/>
                <a:chOff x="2528681" y="4740070"/>
                <a:chExt cx="893933" cy="668190"/>
              </a:xfrm>
            </p:grpSpPr>
            <p:sp>
              <p:nvSpPr>
                <p:cNvPr id="130" name="Rectangle 129">
                  <a:extLst>
                    <a:ext uri="{FF2B5EF4-FFF2-40B4-BE49-F238E27FC236}">
                      <a16:creationId xmlns:a16="http://schemas.microsoft.com/office/drawing/2014/main" id="{847D62B2-0D92-42D4-BAEB-5B563C33A55F}"/>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31" name="TextBox 130">
                  <a:extLst>
                    <a:ext uri="{FF2B5EF4-FFF2-40B4-BE49-F238E27FC236}">
                      <a16:creationId xmlns:a16="http://schemas.microsoft.com/office/drawing/2014/main" id="{BFFBE31F-4F8C-4001-9434-93F1A07B3B1A}"/>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27" name="Group 126">
                <a:extLst>
                  <a:ext uri="{FF2B5EF4-FFF2-40B4-BE49-F238E27FC236}">
                    <a16:creationId xmlns:a16="http://schemas.microsoft.com/office/drawing/2014/main" id="{239F24DE-F589-442C-802D-FEAD02828F14}"/>
                  </a:ext>
                </a:extLst>
              </p:cNvPr>
              <p:cNvGrpSpPr/>
              <p:nvPr/>
            </p:nvGrpSpPr>
            <p:grpSpPr>
              <a:xfrm>
                <a:off x="4167487" y="3113346"/>
                <a:ext cx="893933" cy="668190"/>
                <a:chOff x="2528681" y="4740070"/>
                <a:chExt cx="893933" cy="668190"/>
              </a:xfrm>
            </p:grpSpPr>
            <p:sp>
              <p:nvSpPr>
                <p:cNvPr id="128" name="Rectangle 127">
                  <a:extLst>
                    <a:ext uri="{FF2B5EF4-FFF2-40B4-BE49-F238E27FC236}">
                      <a16:creationId xmlns:a16="http://schemas.microsoft.com/office/drawing/2014/main" id="{96F14F44-2B50-4908-8F90-B0AF3B19465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29" name="TextBox 128">
                  <a:extLst>
                    <a:ext uri="{FF2B5EF4-FFF2-40B4-BE49-F238E27FC236}">
                      <a16:creationId xmlns:a16="http://schemas.microsoft.com/office/drawing/2014/main" id="{CD01DB5B-2029-4552-A9F7-E90B67DB71AC}"/>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grpSp>
        <p:nvGrpSpPr>
          <p:cNvPr id="207" name="Group 206">
            <a:extLst>
              <a:ext uri="{FF2B5EF4-FFF2-40B4-BE49-F238E27FC236}">
                <a16:creationId xmlns:a16="http://schemas.microsoft.com/office/drawing/2014/main" id="{C1C5DB80-EE23-42E9-BECA-7A1F3858111F}"/>
              </a:ext>
            </a:extLst>
          </p:cNvPr>
          <p:cNvGrpSpPr/>
          <p:nvPr/>
        </p:nvGrpSpPr>
        <p:grpSpPr>
          <a:xfrm>
            <a:off x="230894" y="469388"/>
            <a:ext cx="4856672" cy="2837513"/>
            <a:chOff x="167781" y="142613"/>
            <a:chExt cx="6149130" cy="3984771"/>
          </a:xfrm>
        </p:grpSpPr>
        <p:grpSp>
          <p:nvGrpSpPr>
            <p:cNvPr id="208" name="Group 207">
              <a:extLst>
                <a:ext uri="{FF2B5EF4-FFF2-40B4-BE49-F238E27FC236}">
                  <a16:creationId xmlns:a16="http://schemas.microsoft.com/office/drawing/2014/main" id="{2E688B2F-8C3B-4A61-80AD-7E910C473E20}"/>
                </a:ext>
              </a:extLst>
            </p:cNvPr>
            <p:cNvGrpSpPr/>
            <p:nvPr/>
          </p:nvGrpSpPr>
          <p:grpSpPr>
            <a:xfrm>
              <a:off x="167781" y="142613"/>
              <a:ext cx="6149130" cy="3984771"/>
              <a:chOff x="5863904" y="92279"/>
              <a:chExt cx="5226341" cy="4420998"/>
            </a:xfrm>
          </p:grpSpPr>
          <p:sp>
            <p:nvSpPr>
              <p:cNvPr id="297" name="Rectangle 296">
                <a:extLst>
                  <a:ext uri="{FF2B5EF4-FFF2-40B4-BE49-F238E27FC236}">
                    <a16:creationId xmlns:a16="http://schemas.microsoft.com/office/drawing/2014/main" id="{930CAC01-9553-4EA0-A6A8-667E292C78E2}"/>
                  </a:ext>
                </a:extLst>
              </p:cNvPr>
              <p:cNvSpPr/>
              <p:nvPr/>
            </p:nvSpPr>
            <p:spPr>
              <a:xfrm>
                <a:off x="5863904" y="92279"/>
                <a:ext cx="5226341" cy="4420998"/>
              </a:xfrm>
              <a:prstGeom prst="rect">
                <a:avLst/>
              </a:prstGeom>
              <a:solidFill>
                <a:schemeClr val="accent1">
                  <a:lumMod val="20000"/>
                  <a:lumOff val="80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298" name="TextBox 297">
                <a:extLst>
                  <a:ext uri="{FF2B5EF4-FFF2-40B4-BE49-F238E27FC236}">
                    <a16:creationId xmlns:a16="http://schemas.microsoft.com/office/drawing/2014/main" id="{0CF3E7C6-37A4-4632-854A-7E323B3FAECF}"/>
                  </a:ext>
                </a:extLst>
              </p:cNvPr>
              <p:cNvSpPr txBox="1"/>
              <p:nvPr/>
            </p:nvSpPr>
            <p:spPr>
              <a:xfrm>
                <a:off x="5998128" y="92279"/>
                <a:ext cx="585417" cy="369332"/>
              </a:xfrm>
              <a:prstGeom prst="rect">
                <a:avLst/>
              </a:prstGeom>
              <a:noFill/>
            </p:spPr>
            <p:txBody>
              <a:bodyPr wrap="none" rtlCol="0">
                <a:spAutoFit/>
              </a:bodyPr>
              <a:lstStyle/>
              <a:p>
                <a:r>
                  <a:rPr lang="en-US" dirty="0"/>
                  <a:t>Grid</a:t>
                </a:r>
              </a:p>
            </p:txBody>
          </p:sp>
        </p:grpSp>
        <p:grpSp>
          <p:nvGrpSpPr>
            <p:cNvPr id="209" name="Group 208">
              <a:extLst>
                <a:ext uri="{FF2B5EF4-FFF2-40B4-BE49-F238E27FC236}">
                  <a16:creationId xmlns:a16="http://schemas.microsoft.com/office/drawing/2014/main" id="{C8A226CC-B5CB-4CE6-95B1-52E08210F8AD}"/>
                </a:ext>
              </a:extLst>
            </p:cNvPr>
            <p:cNvGrpSpPr/>
            <p:nvPr/>
          </p:nvGrpSpPr>
          <p:grpSpPr>
            <a:xfrm>
              <a:off x="285225" y="2336680"/>
              <a:ext cx="2823246" cy="1718352"/>
              <a:chOff x="2306972" y="2155971"/>
              <a:chExt cx="2823246" cy="1718352"/>
            </a:xfrm>
          </p:grpSpPr>
          <p:grpSp>
            <p:nvGrpSpPr>
              <p:cNvPr id="276" name="Group 275">
                <a:extLst>
                  <a:ext uri="{FF2B5EF4-FFF2-40B4-BE49-F238E27FC236}">
                    <a16:creationId xmlns:a16="http://schemas.microsoft.com/office/drawing/2014/main" id="{1CF636A6-F3FB-444E-9044-F266D615AB0A}"/>
                  </a:ext>
                </a:extLst>
              </p:cNvPr>
              <p:cNvGrpSpPr/>
              <p:nvPr/>
            </p:nvGrpSpPr>
            <p:grpSpPr>
              <a:xfrm>
                <a:off x="2311517" y="2155971"/>
                <a:ext cx="2818701" cy="1718352"/>
                <a:chOff x="2306972" y="2155971"/>
                <a:chExt cx="2130804" cy="1718352"/>
              </a:xfrm>
            </p:grpSpPr>
            <p:sp>
              <p:nvSpPr>
                <p:cNvPr id="295" name="Rectangle 294">
                  <a:extLst>
                    <a:ext uri="{FF2B5EF4-FFF2-40B4-BE49-F238E27FC236}">
                      <a16:creationId xmlns:a16="http://schemas.microsoft.com/office/drawing/2014/main" id="{E56792EC-CB8E-4AE4-8165-74F698B96378}"/>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96" name="TextBox 295">
                  <a:extLst>
                    <a:ext uri="{FF2B5EF4-FFF2-40B4-BE49-F238E27FC236}">
                      <a16:creationId xmlns:a16="http://schemas.microsoft.com/office/drawing/2014/main" id="{851C00A3-2F7D-4361-ABFB-BC33CB4005C1}"/>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277" name="Group 276">
                <a:extLst>
                  <a:ext uri="{FF2B5EF4-FFF2-40B4-BE49-F238E27FC236}">
                    <a16:creationId xmlns:a16="http://schemas.microsoft.com/office/drawing/2014/main" id="{D31ABC0F-07FB-413C-8FF3-29DCA0EA0F7E}"/>
                  </a:ext>
                </a:extLst>
              </p:cNvPr>
              <p:cNvGrpSpPr/>
              <p:nvPr/>
            </p:nvGrpSpPr>
            <p:grpSpPr>
              <a:xfrm>
                <a:off x="2306972" y="2458265"/>
                <a:ext cx="893933" cy="668190"/>
                <a:chOff x="2528681" y="4740070"/>
                <a:chExt cx="893933" cy="668190"/>
              </a:xfrm>
            </p:grpSpPr>
            <p:sp>
              <p:nvSpPr>
                <p:cNvPr id="293" name="Rectangle 292">
                  <a:extLst>
                    <a:ext uri="{FF2B5EF4-FFF2-40B4-BE49-F238E27FC236}">
                      <a16:creationId xmlns:a16="http://schemas.microsoft.com/office/drawing/2014/main" id="{355D5080-EFC4-4AC8-ADFA-C1C73BB7E1B2}"/>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94" name="TextBox 293">
                  <a:extLst>
                    <a:ext uri="{FF2B5EF4-FFF2-40B4-BE49-F238E27FC236}">
                      <a16:creationId xmlns:a16="http://schemas.microsoft.com/office/drawing/2014/main" id="{6D280D5A-2D32-4A73-979F-3911A6F83EBB}"/>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78" name="Group 277">
                <a:extLst>
                  <a:ext uri="{FF2B5EF4-FFF2-40B4-BE49-F238E27FC236}">
                    <a16:creationId xmlns:a16="http://schemas.microsoft.com/office/drawing/2014/main" id="{F6F12D3F-54EF-4698-BBA3-D49BCC79EA8D}"/>
                  </a:ext>
                </a:extLst>
              </p:cNvPr>
              <p:cNvGrpSpPr/>
              <p:nvPr/>
            </p:nvGrpSpPr>
            <p:grpSpPr>
              <a:xfrm>
                <a:off x="3246086" y="2458265"/>
                <a:ext cx="893933" cy="668190"/>
                <a:chOff x="2528681" y="4740070"/>
                <a:chExt cx="893933" cy="668190"/>
              </a:xfrm>
            </p:grpSpPr>
            <p:sp>
              <p:nvSpPr>
                <p:cNvPr id="291" name="Rectangle 290">
                  <a:extLst>
                    <a:ext uri="{FF2B5EF4-FFF2-40B4-BE49-F238E27FC236}">
                      <a16:creationId xmlns:a16="http://schemas.microsoft.com/office/drawing/2014/main" id="{A61024EA-AFD8-42D2-875A-A3C09DCF1BF9}"/>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92" name="TextBox 291">
                  <a:extLst>
                    <a:ext uri="{FF2B5EF4-FFF2-40B4-BE49-F238E27FC236}">
                      <a16:creationId xmlns:a16="http://schemas.microsoft.com/office/drawing/2014/main" id="{41F681D7-A023-4564-9B82-737433641168}"/>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79" name="Group 278">
                <a:extLst>
                  <a:ext uri="{FF2B5EF4-FFF2-40B4-BE49-F238E27FC236}">
                    <a16:creationId xmlns:a16="http://schemas.microsoft.com/office/drawing/2014/main" id="{73315E39-103E-4DB6-BB0C-764F9DB37B22}"/>
                  </a:ext>
                </a:extLst>
              </p:cNvPr>
              <p:cNvGrpSpPr/>
              <p:nvPr/>
            </p:nvGrpSpPr>
            <p:grpSpPr>
              <a:xfrm>
                <a:off x="2324701" y="3113346"/>
                <a:ext cx="893933" cy="668190"/>
                <a:chOff x="2528681" y="4740070"/>
                <a:chExt cx="893933" cy="668190"/>
              </a:xfrm>
            </p:grpSpPr>
            <p:sp>
              <p:nvSpPr>
                <p:cNvPr id="289" name="Rectangle 288">
                  <a:extLst>
                    <a:ext uri="{FF2B5EF4-FFF2-40B4-BE49-F238E27FC236}">
                      <a16:creationId xmlns:a16="http://schemas.microsoft.com/office/drawing/2014/main" id="{EB8EF22A-30C5-4150-B666-9F1E93A45C8E}"/>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90" name="TextBox 289">
                  <a:extLst>
                    <a:ext uri="{FF2B5EF4-FFF2-40B4-BE49-F238E27FC236}">
                      <a16:creationId xmlns:a16="http://schemas.microsoft.com/office/drawing/2014/main" id="{05F5FAF9-F15A-4F2C-9FDC-1E1344C645F1}"/>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80" name="Group 279">
                <a:extLst>
                  <a:ext uri="{FF2B5EF4-FFF2-40B4-BE49-F238E27FC236}">
                    <a16:creationId xmlns:a16="http://schemas.microsoft.com/office/drawing/2014/main" id="{297AB955-E27C-4069-8C2A-D79980D3554E}"/>
                  </a:ext>
                </a:extLst>
              </p:cNvPr>
              <p:cNvGrpSpPr/>
              <p:nvPr/>
            </p:nvGrpSpPr>
            <p:grpSpPr>
              <a:xfrm>
                <a:off x="3243153" y="3113346"/>
                <a:ext cx="893933" cy="668190"/>
                <a:chOff x="2528681" y="4740070"/>
                <a:chExt cx="893933" cy="668190"/>
              </a:xfrm>
            </p:grpSpPr>
            <p:sp>
              <p:nvSpPr>
                <p:cNvPr id="287" name="Rectangle 286">
                  <a:extLst>
                    <a:ext uri="{FF2B5EF4-FFF2-40B4-BE49-F238E27FC236}">
                      <a16:creationId xmlns:a16="http://schemas.microsoft.com/office/drawing/2014/main" id="{D3D59227-CF97-4457-A10C-8387AE7BB5BA}"/>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88" name="TextBox 287">
                  <a:extLst>
                    <a:ext uri="{FF2B5EF4-FFF2-40B4-BE49-F238E27FC236}">
                      <a16:creationId xmlns:a16="http://schemas.microsoft.com/office/drawing/2014/main" id="{C06B0DEB-9995-4F32-9CD0-038927BF0C75}"/>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81" name="Group 280">
                <a:extLst>
                  <a:ext uri="{FF2B5EF4-FFF2-40B4-BE49-F238E27FC236}">
                    <a16:creationId xmlns:a16="http://schemas.microsoft.com/office/drawing/2014/main" id="{1D38848A-D6F7-485F-B052-F933DEB0079C}"/>
                  </a:ext>
                </a:extLst>
              </p:cNvPr>
              <p:cNvGrpSpPr/>
              <p:nvPr/>
            </p:nvGrpSpPr>
            <p:grpSpPr>
              <a:xfrm>
                <a:off x="4170420" y="2458265"/>
                <a:ext cx="893933" cy="668190"/>
                <a:chOff x="2528681" y="4740070"/>
                <a:chExt cx="893933" cy="668190"/>
              </a:xfrm>
            </p:grpSpPr>
            <p:sp>
              <p:nvSpPr>
                <p:cNvPr id="285" name="Rectangle 284">
                  <a:extLst>
                    <a:ext uri="{FF2B5EF4-FFF2-40B4-BE49-F238E27FC236}">
                      <a16:creationId xmlns:a16="http://schemas.microsoft.com/office/drawing/2014/main" id="{573FB4D3-C6C0-4C13-AF36-05C76282A87D}"/>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86" name="TextBox 285">
                  <a:extLst>
                    <a:ext uri="{FF2B5EF4-FFF2-40B4-BE49-F238E27FC236}">
                      <a16:creationId xmlns:a16="http://schemas.microsoft.com/office/drawing/2014/main" id="{A0F608A8-4FD6-4F48-977C-DAB5CB333114}"/>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82" name="Group 281">
                <a:extLst>
                  <a:ext uri="{FF2B5EF4-FFF2-40B4-BE49-F238E27FC236}">
                    <a16:creationId xmlns:a16="http://schemas.microsoft.com/office/drawing/2014/main" id="{29BBE813-8F7E-4B9E-B49D-9AEE8F81BC0C}"/>
                  </a:ext>
                </a:extLst>
              </p:cNvPr>
              <p:cNvGrpSpPr/>
              <p:nvPr/>
            </p:nvGrpSpPr>
            <p:grpSpPr>
              <a:xfrm>
                <a:off x="4167487" y="3113346"/>
                <a:ext cx="893933" cy="668190"/>
                <a:chOff x="2528681" y="4740070"/>
                <a:chExt cx="893933" cy="668190"/>
              </a:xfrm>
            </p:grpSpPr>
            <p:sp>
              <p:nvSpPr>
                <p:cNvPr id="283" name="Rectangle 282">
                  <a:extLst>
                    <a:ext uri="{FF2B5EF4-FFF2-40B4-BE49-F238E27FC236}">
                      <a16:creationId xmlns:a16="http://schemas.microsoft.com/office/drawing/2014/main" id="{393CA897-8701-455A-8763-41C2D64CF005}"/>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84" name="TextBox 283">
                  <a:extLst>
                    <a:ext uri="{FF2B5EF4-FFF2-40B4-BE49-F238E27FC236}">
                      <a16:creationId xmlns:a16="http://schemas.microsoft.com/office/drawing/2014/main" id="{5AEA26A2-4444-4BEA-BCC9-AC82AE1145FB}"/>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nvGrpSpPr>
            <p:cNvPr id="210" name="Group 209">
              <a:extLst>
                <a:ext uri="{FF2B5EF4-FFF2-40B4-BE49-F238E27FC236}">
                  <a16:creationId xmlns:a16="http://schemas.microsoft.com/office/drawing/2014/main" id="{2A00E7BD-D5F4-4227-9613-1A447CDA246E}"/>
                </a:ext>
              </a:extLst>
            </p:cNvPr>
            <p:cNvGrpSpPr/>
            <p:nvPr/>
          </p:nvGrpSpPr>
          <p:grpSpPr>
            <a:xfrm>
              <a:off x="285225" y="547854"/>
              <a:ext cx="2823246" cy="1718352"/>
              <a:chOff x="2306972" y="2155971"/>
              <a:chExt cx="2823246" cy="1718352"/>
            </a:xfrm>
          </p:grpSpPr>
          <p:grpSp>
            <p:nvGrpSpPr>
              <p:cNvPr id="255" name="Group 254">
                <a:extLst>
                  <a:ext uri="{FF2B5EF4-FFF2-40B4-BE49-F238E27FC236}">
                    <a16:creationId xmlns:a16="http://schemas.microsoft.com/office/drawing/2014/main" id="{12A1070C-3009-4B54-902B-1C8610696373}"/>
                  </a:ext>
                </a:extLst>
              </p:cNvPr>
              <p:cNvGrpSpPr/>
              <p:nvPr/>
            </p:nvGrpSpPr>
            <p:grpSpPr>
              <a:xfrm>
                <a:off x="2311517" y="2155971"/>
                <a:ext cx="2818701" cy="1718352"/>
                <a:chOff x="2306972" y="2155971"/>
                <a:chExt cx="2130804" cy="1718352"/>
              </a:xfrm>
            </p:grpSpPr>
            <p:sp>
              <p:nvSpPr>
                <p:cNvPr id="274" name="Rectangle 273">
                  <a:extLst>
                    <a:ext uri="{FF2B5EF4-FFF2-40B4-BE49-F238E27FC236}">
                      <a16:creationId xmlns:a16="http://schemas.microsoft.com/office/drawing/2014/main" id="{CAD3BCF5-9D8D-4253-9F52-C10180C6779A}"/>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75" name="TextBox 274">
                  <a:extLst>
                    <a:ext uri="{FF2B5EF4-FFF2-40B4-BE49-F238E27FC236}">
                      <a16:creationId xmlns:a16="http://schemas.microsoft.com/office/drawing/2014/main" id="{C4D27B57-B4E7-435D-BF85-7B7504B36437}"/>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256" name="Group 255">
                <a:extLst>
                  <a:ext uri="{FF2B5EF4-FFF2-40B4-BE49-F238E27FC236}">
                    <a16:creationId xmlns:a16="http://schemas.microsoft.com/office/drawing/2014/main" id="{66A404B3-516E-43AD-98A0-405D9A98E17C}"/>
                  </a:ext>
                </a:extLst>
              </p:cNvPr>
              <p:cNvGrpSpPr/>
              <p:nvPr/>
            </p:nvGrpSpPr>
            <p:grpSpPr>
              <a:xfrm>
                <a:off x="2306972" y="2458265"/>
                <a:ext cx="893933" cy="668190"/>
                <a:chOff x="2528681" y="4740070"/>
                <a:chExt cx="893933" cy="668190"/>
              </a:xfrm>
            </p:grpSpPr>
            <p:sp>
              <p:nvSpPr>
                <p:cNvPr id="272" name="Rectangle 271">
                  <a:extLst>
                    <a:ext uri="{FF2B5EF4-FFF2-40B4-BE49-F238E27FC236}">
                      <a16:creationId xmlns:a16="http://schemas.microsoft.com/office/drawing/2014/main" id="{73869E11-902F-40D9-B477-BE7B627020FD}"/>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73" name="TextBox 272">
                  <a:extLst>
                    <a:ext uri="{FF2B5EF4-FFF2-40B4-BE49-F238E27FC236}">
                      <a16:creationId xmlns:a16="http://schemas.microsoft.com/office/drawing/2014/main" id="{13FBE58D-F0D3-4A29-B8C9-020914E1F622}"/>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57" name="Group 256">
                <a:extLst>
                  <a:ext uri="{FF2B5EF4-FFF2-40B4-BE49-F238E27FC236}">
                    <a16:creationId xmlns:a16="http://schemas.microsoft.com/office/drawing/2014/main" id="{16B103CF-4F61-4593-B29D-CDAF5697CEE0}"/>
                  </a:ext>
                </a:extLst>
              </p:cNvPr>
              <p:cNvGrpSpPr/>
              <p:nvPr/>
            </p:nvGrpSpPr>
            <p:grpSpPr>
              <a:xfrm>
                <a:off x="3246086" y="2458265"/>
                <a:ext cx="893933" cy="668190"/>
                <a:chOff x="2528681" y="4740070"/>
                <a:chExt cx="893933" cy="668190"/>
              </a:xfrm>
            </p:grpSpPr>
            <p:sp>
              <p:nvSpPr>
                <p:cNvPr id="270" name="Rectangle 269">
                  <a:extLst>
                    <a:ext uri="{FF2B5EF4-FFF2-40B4-BE49-F238E27FC236}">
                      <a16:creationId xmlns:a16="http://schemas.microsoft.com/office/drawing/2014/main" id="{8E0FC52D-BD10-4F9A-8E56-49B3CBF3D4FA}"/>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71" name="TextBox 270">
                  <a:extLst>
                    <a:ext uri="{FF2B5EF4-FFF2-40B4-BE49-F238E27FC236}">
                      <a16:creationId xmlns:a16="http://schemas.microsoft.com/office/drawing/2014/main" id="{D5FE3EF0-14A0-46CB-8D69-76E47CF5E949}"/>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58" name="Group 257">
                <a:extLst>
                  <a:ext uri="{FF2B5EF4-FFF2-40B4-BE49-F238E27FC236}">
                    <a16:creationId xmlns:a16="http://schemas.microsoft.com/office/drawing/2014/main" id="{6CAA695C-7141-4E1C-B2C5-6AC155BCED13}"/>
                  </a:ext>
                </a:extLst>
              </p:cNvPr>
              <p:cNvGrpSpPr/>
              <p:nvPr/>
            </p:nvGrpSpPr>
            <p:grpSpPr>
              <a:xfrm>
                <a:off x="2324701" y="3113346"/>
                <a:ext cx="893933" cy="668190"/>
                <a:chOff x="2528681" y="4740070"/>
                <a:chExt cx="893933" cy="668190"/>
              </a:xfrm>
            </p:grpSpPr>
            <p:sp>
              <p:nvSpPr>
                <p:cNvPr id="268" name="Rectangle 267">
                  <a:extLst>
                    <a:ext uri="{FF2B5EF4-FFF2-40B4-BE49-F238E27FC236}">
                      <a16:creationId xmlns:a16="http://schemas.microsoft.com/office/drawing/2014/main" id="{430161D8-78B1-4750-9FAB-8F1ADBDF4663}"/>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69" name="TextBox 268">
                  <a:extLst>
                    <a:ext uri="{FF2B5EF4-FFF2-40B4-BE49-F238E27FC236}">
                      <a16:creationId xmlns:a16="http://schemas.microsoft.com/office/drawing/2014/main" id="{94F72661-8714-464C-ACBD-37F2A34F6001}"/>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59" name="Group 258">
                <a:extLst>
                  <a:ext uri="{FF2B5EF4-FFF2-40B4-BE49-F238E27FC236}">
                    <a16:creationId xmlns:a16="http://schemas.microsoft.com/office/drawing/2014/main" id="{B4298195-491F-4ED7-AB88-75758B20624D}"/>
                  </a:ext>
                </a:extLst>
              </p:cNvPr>
              <p:cNvGrpSpPr/>
              <p:nvPr/>
            </p:nvGrpSpPr>
            <p:grpSpPr>
              <a:xfrm>
                <a:off x="3243153" y="3113346"/>
                <a:ext cx="893933" cy="668190"/>
                <a:chOff x="2528681" y="4740070"/>
                <a:chExt cx="893933" cy="668190"/>
              </a:xfrm>
            </p:grpSpPr>
            <p:sp>
              <p:nvSpPr>
                <p:cNvPr id="266" name="Rectangle 265">
                  <a:extLst>
                    <a:ext uri="{FF2B5EF4-FFF2-40B4-BE49-F238E27FC236}">
                      <a16:creationId xmlns:a16="http://schemas.microsoft.com/office/drawing/2014/main" id="{2B6E52AA-8380-4123-99F4-0DF7BFE09297}"/>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67" name="TextBox 266">
                  <a:extLst>
                    <a:ext uri="{FF2B5EF4-FFF2-40B4-BE49-F238E27FC236}">
                      <a16:creationId xmlns:a16="http://schemas.microsoft.com/office/drawing/2014/main" id="{FCF76508-AB14-4672-9EAC-601BE043F405}"/>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60" name="Group 259">
                <a:extLst>
                  <a:ext uri="{FF2B5EF4-FFF2-40B4-BE49-F238E27FC236}">
                    <a16:creationId xmlns:a16="http://schemas.microsoft.com/office/drawing/2014/main" id="{2DB07DEC-C904-4C27-8577-8B9B1A956F9E}"/>
                  </a:ext>
                </a:extLst>
              </p:cNvPr>
              <p:cNvGrpSpPr/>
              <p:nvPr/>
            </p:nvGrpSpPr>
            <p:grpSpPr>
              <a:xfrm>
                <a:off x="4170420" y="2458265"/>
                <a:ext cx="893933" cy="668190"/>
                <a:chOff x="2528681" y="4740070"/>
                <a:chExt cx="893933" cy="668190"/>
              </a:xfrm>
            </p:grpSpPr>
            <p:sp>
              <p:nvSpPr>
                <p:cNvPr id="264" name="Rectangle 263">
                  <a:extLst>
                    <a:ext uri="{FF2B5EF4-FFF2-40B4-BE49-F238E27FC236}">
                      <a16:creationId xmlns:a16="http://schemas.microsoft.com/office/drawing/2014/main" id="{2FBE1436-26A5-4552-A65A-A0858528AB53}"/>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65" name="TextBox 264">
                  <a:extLst>
                    <a:ext uri="{FF2B5EF4-FFF2-40B4-BE49-F238E27FC236}">
                      <a16:creationId xmlns:a16="http://schemas.microsoft.com/office/drawing/2014/main" id="{2E9AD182-CEAF-4453-B56B-A24DA0093393}"/>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61" name="Group 260">
                <a:extLst>
                  <a:ext uri="{FF2B5EF4-FFF2-40B4-BE49-F238E27FC236}">
                    <a16:creationId xmlns:a16="http://schemas.microsoft.com/office/drawing/2014/main" id="{AFDE66E6-982D-4F84-9FFF-6F12B914F6BF}"/>
                  </a:ext>
                </a:extLst>
              </p:cNvPr>
              <p:cNvGrpSpPr/>
              <p:nvPr/>
            </p:nvGrpSpPr>
            <p:grpSpPr>
              <a:xfrm>
                <a:off x="4167487" y="3113346"/>
                <a:ext cx="893933" cy="668190"/>
                <a:chOff x="2528681" y="4740070"/>
                <a:chExt cx="893933" cy="668190"/>
              </a:xfrm>
            </p:grpSpPr>
            <p:sp>
              <p:nvSpPr>
                <p:cNvPr id="262" name="Rectangle 261">
                  <a:extLst>
                    <a:ext uri="{FF2B5EF4-FFF2-40B4-BE49-F238E27FC236}">
                      <a16:creationId xmlns:a16="http://schemas.microsoft.com/office/drawing/2014/main" id="{5D949FD1-13B4-4D3B-95F7-0944D25ADD6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63" name="TextBox 262">
                  <a:extLst>
                    <a:ext uri="{FF2B5EF4-FFF2-40B4-BE49-F238E27FC236}">
                      <a16:creationId xmlns:a16="http://schemas.microsoft.com/office/drawing/2014/main" id="{5B9D174D-A420-4E76-8486-809E7268528E}"/>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nvGrpSpPr>
            <p:cNvPr id="211" name="Group 210">
              <a:extLst>
                <a:ext uri="{FF2B5EF4-FFF2-40B4-BE49-F238E27FC236}">
                  <a16:creationId xmlns:a16="http://schemas.microsoft.com/office/drawing/2014/main" id="{2EEE8D9F-9493-45B1-B7C0-D094742EEB67}"/>
                </a:ext>
              </a:extLst>
            </p:cNvPr>
            <p:cNvGrpSpPr/>
            <p:nvPr/>
          </p:nvGrpSpPr>
          <p:grpSpPr>
            <a:xfrm>
              <a:off x="3230461" y="2324733"/>
              <a:ext cx="2823246" cy="1718352"/>
              <a:chOff x="2306972" y="2155971"/>
              <a:chExt cx="2823246" cy="1718352"/>
            </a:xfrm>
          </p:grpSpPr>
          <p:grpSp>
            <p:nvGrpSpPr>
              <p:cNvPr id="234" name="Group 233">
                <a:extLst>
                  <a:ext uri="{FF2B5EF4-FFF2-40B4-BE49-F238E27FC236}">
                    <a16:creationId xmlns:a16="http://schemas.microsoft.com/office/drawing/2014/main" id="{0A77960A-D00D-4289-A5D4-1A0483A41139}"/>
                  </a:ext>
                </a:extLst>
              </p:cNvPr>
              <p:cNvGrpSpPr/>
              <p:nvPr/>
            </p:nvGrpSpPr>
            <p:grpSpPr>
              <a:xfrm>
                <a:off x="2311517" y="2155971"/>
                <a:ext cx="2818701" cy="1718352"/>
                <a:chOff x="2306972" y="2155971"/>
                <a:chExt cx="2130804" cy="1718352"/>
              </a:xfrm>
            </p:grpSpPr>
            <p:sp>
              <p:nvSpPr>
                <p:cNvPr id="253" name="Rectangle 252">
                  <a:extLst>
                    <a:ext uri="{FF2B5EF4-FFF2-40B4-BE49-F238E27FC236}">
                      <a16:creationId xmlns:a16="http://schemas.microsoft.com/office/drawing/2014/main" id="{42A23C11-7059-43D4-9AAE-20E61268E3CD}"/>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54" name="TextBox 253">
                  <a:extLst>
                    <a:ext uri="{FF2B5EF4-FFF2-40B4-BE49-F238E27FC236}">
                      <a16:creationId xmlns:a16="http://schemas.microsoft.com/office/drawing/2014/main" id="{C6B62540-BF2F-4119-888E-86F4962F1F2A}"/>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235" name="Group 234">
                <a:extLst>
                  <a:ext uri="{FF2B5EF4-FFF2-40B4-BE49-F238E27FC236}">
                    <a16:creationId xmlns:a16="http://schemas.microsoft.com/office/drawing/2014/main" id="{84DAD6D7-6452-47C1-85AB-233A8C256D51}"/>
                  </a:ext>
                </a:extLst>
              </p:cNvPr>
              <p:cNvGrpSpPr/>
              <p:nvPr/>
            </p:nvGrpSpPr>
            <p:grpSpPr>
              <a:xfrm>
                <a:off x="2306972" y="2458265"/>
                <a:ext cx="893933" cy="668190"/>
                <a:chOff x="2528681" y="4740070"/>
                <a:chExt cx="893933" cy="668190"/>
              </a:xfrm>
            </p:grpSpPr>
            <p:sp>
              <p:nvSpPr>
                <p:cNvPr id="251" name="Rectangle 250">
                  <a:extLst>
                    <a:ext uri="{FF2B5EF4-FFF2-40B4-BE49-F238E27FC236}">
                      <a16:creationId xmlns:a16="http://schemas.microsoft.com/office/drawing/2014/main" id="{54BE377A-C7AA-4297-8A54-10E941C738E2}"/>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52" name="TextBox 251">
                  <a:extLst>
                    <a:ext uri="{FF2B5EF4-FFF2-40B4-BE49-F238E27FC236}">
                      <a16:creationId xmlns:a16="http://schemas.microsoft.com/office/drawing/2014/main" id="{388B289B-D5AF-46B2-915D-CF10BAA2452A}"/>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36" name="Group 235">
                <a:extLst>
                  <a:ext uri="{FF2B5EF4-FFF2-40B4-BE49-F238E27FC236}">
                    <a16:creationId xmlns:a16="http://schemas.microsoft.com/office/drawing/2014/main" id="{47D258FF-DCBC-48C6-B2E2-02BDB8B2CD88}"/>
                  </a:ext>
                </a:extLst>
              </p:cNvPr>
              <p:cNvGrpSpPr/>
              <p:nvPr/>
            </p:nvGrpSpPr>
            <p:grpSpPr>
              <a:xfrm>
                <a:off x="3246086" y="2458265"/>
                <a:ext cx="893933" cy="668190"/>
                <a:chOff x="2528681" y="4740070"/>
                <a:chExt cx="893933" cy="668190"/>
              </a:xfrm>
            </p:grpSpPr>
            <p:sp>
              <p:nvSpPr>
                <p:cNvPr id="249" name="Rectangle 248">
                  <a:extLst>
                    <a:ext uri="{FF2B5EF4-FFF2-40B4-BE49-F238E27FC236}">
                      <a16:creationId xmlns:a16="http://schemas.microsoft.com/office/drawing/2014/main" id="{093906B0-1F9B-42B0-829B-D4C7AA351E1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50" name="TextBox 249">
                  <a:extLst>
                    <a:ext uri="{FF2B5EF4-FFF2-40B4-BE49-F238E27FC236}">
                      <a16:creationId xmlns:a16="http://schemas.microsoft.com/office/drawing/2014/main" id="{AA9054A3-F3DE-4572-BE03-22EA812A2466}"/>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37" name="Group 236">
                <a:extLst>
                  <a:ext uri="{FF2B5EF4-FFF2-40B4-BE49-F238E27FC236}">
                    <a16:creationId xmlns:a16="http://schemas.microsoft.com/office/drawing/2014/main" id="{6EF8B0FA-B57B-4217-908E-D485355914C2}"/>
                  </a:ext>
                </a:extLst>
              </p:cNvPr>
              <p:cNvGrpSpPr/>
              <p:nvPr/>
            </p:nvGrpSpPr>
            <p:grpSpPr>
              <a:xfrm>
                <a:off x="2324701" y="3113346"/>
                <a:ext cx="893933" cy="668190"/>
                <a:chOff x="2528681" y="4740070"/>
                <a:chExt cx="893933" cy="668190"/>
              </a:xfrm>
            </p:grpSpPr>
            <p:sp>
              <p:nvSpPr>
                <p:cNvPr id="247" name="Rectangle 246">
                  <a:extLst>
                    <a:ext uri="{FF2B5EF4-FFF2-40B4-BE49-F238E27FC236}">
                      <a16:creationId xmlns:a16="http://schemas.microsoft.com/office/drawing/2014/main" id="{A72BCD70-6DC5-497C-9159-5F7FA07978FD}"/>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48" name="TextBox 247">
                  <a:extLst>
                    <a:ext uri="{FF2B5EF4-FFF2-40B4-BE49-F238E27FC236}">
                      <a16:creationId xmlns:a16="http://schemas.microsoft.com/office/drawing/2014/main" id="{D7264100-EF08-4C95-876E-F890E5E21906}"/>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38" name="Group 237">
                <a:extLst>
                  <a:ext uri="{FF2B5EF4-FFF2-40B4-BE49-F238E27FC236}">
                    <a16:creationId xmlns:a16="http://schemas.microsoft.com/office/drawing/2014/main" id="{97E6644E-E36D-4F56-ACFE-DA697D9E77C1}"/>
                  </a:ext>
                </a:extLst>
              </p:cNvPr>
              <p:cNvGrpSpPr/>
              <p:nvPr/>
            </p:nvGrpSpPr>
            <p:grpSpPr>
              <a:xfrm>
                <a:off x="3243153" y="3113346"/>
                <a:ext cx="893933" cy="668190"/>
                <a:chOff x="2528681" y="4740070"/>
                <a:chExt cx="893933" cy="668190"/>
              </a:xfrm>
            </p:grpSpPr>
            <p:sp>
              <p:nvSpPr>
                <p:cNvPr id="245" name="Rectangle 244">
                  <a:extLst>
                    <a:ext uri="{FF2B5EF4-FFF2-40B4-BE49-F238E27FC236}">
                      <a16:creationId xmlns:a16="http://schemas.microsoft.com/office/drawing/2014/main" id="{951B1709-3508-45BF-A153-99BB6E44D0D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46" name="TextBox 245">
                  <a:extLst>
                    <a:ext uri="{FF2B5EF4-FFF2-40B4-BE49-F238E27FC236}">
                      <a16:creationId xmlns:a16="http://schemas.microsoft.com/office/drawing/2014/main" id="{A5CA51EE-8423-4853-A560-3EA0E7245A0B}"/>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39" name="Group 238">
                <a:extLst>
                  <a:ext uri="{FF2B5EF4-FFF2-40B4-BE49-F238E27FC236}">
                    <a16:creationId xmlns:a16="http://schemas.microsoft.com/office/drawing/2014/main" id="{4B7C3AB0-824C-4306-938C-78A77531B723}"/>
                  </a:ext>
                </a:extLst>
              </p:cNvPr>
              <p:cNvGrpSpPr/>
              <p:nvPr/>
            </p:nvGrpSpPr>
            <p:grpSpPr>
              <a:xfrm>
                <a:off x="4170420" y="2458265"/>
                <a:ext cx="893933" cy="668190"/>
                <a:chOff x="2528681" y="4740070"/>
                <a:chExt cx="893933" cy="668190"/>
              </a:xfrm>
            </p:grpSpPr>
            <p:sp>
              <p:nvSpPr>
                <p:cNvPr id="243" name="Rectangle 242">
                  <a:extLst>
                    <a:ext uri="{FF2B5EF4-FFF2-40B4-BE49-F238E27FC236}">
                      <a16:creationId xmlns:a16="http://schemas.microsoft.com/office/drawing/2014/main" id="{E5010517-D322-4733-9023-28E6BBB5F885}"/>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44" name="TextBox 243">
                  <a:extLst>
                    <a:ext uri="{FF2B5EF4-FFF2-40B4-BE49-F238E27FC236}">
                      <a16:creationId xmlns:a16="http://schemas.microsoft.com/office/drawing/2014/main" id="{2D5B5270-E2D8-43B0-BAE9-2EAD2F575413}"/>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40" name="Group 239">
                <a:extLst>
                  <a:ext uri="{FF2B5EF4-FFF2-40B4-BE49-F238E27FC236}">
                    <a16:creationId xmlns:a16="http://schemas.microsoft.com/office/drawing/2014/main" id="{8F3D08C4-FA60-435A-AD91-53FEC7216841}"/>
                  </a:ext>
                </a:extLst>
              </p:cNvPr>
              <p:cNvGrpSpPr/>
              <p:nvPr/>
            </p:nvGrpSpPr>
            <p:grpSpPr>
              <a:xfrm>
                <a:off x="4167487" y="3113346"/>
                <a:ext cx="893933" cy="668190"/>
                <a:chOff x="2528681" y="4740070"/>
                <a:chExt cx="893933" cy="668190"/>
              </a:xfrm>
            </p:grpSpPr>
            <p:sp>
              <p:nvSpPr>
                <p:cNvPr id="241" name="Rectangle 240">
                  <a:extLst>
                    <a:ext uri="{FF2B5EF4-FFF2-40B4-BE49-F238E27FC236}">
                      <a16:creationId xmlns:a16="http://schemas.microsoft.com/office/drawing/2014/main" id="{57B30A0D-14F7-4363-810C-810AE58105EA}"/>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42" name="TextBox 241">
                  <a:extLst>
                    <a:ext uri="{FF2B5EF4-FFF2-40B4-BE49-F238E27FC236}">
                      <a16:creationId xmlns:a16="http://schemas.microsoft.com/office/drawing/2014/main" id="{83909C25-FB9F-4FD8-B48A-9E3E2BEDEA61}"/>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nvGrpSpPr>
            <p:cNvPr id="212" name="Group 211">
              <a:extLst>
                <a:ext uri="{FF2B5EF4-FFF2-40B4-BE49-F238E27FC236}">
                  <a16:creationId xmlns:a16="http://schemas.microsoft.com/office/drawing/2014/main" id="{65AC6D29-517F-405A-A152-C848D86B81E2}"/>
                </a:ext>
              </a:extLst>
            </p:cNvPr>
            <p:cNvGrpSpPr/>
            <p:nvPr/>
          </p:nvGrpSpPr>
          <p:grpSpPr>
            <a:xfrm>
              <a:off x="3230461" y="535907"/>
              <a:ext cx="2823246" cy="1718352"/>
              <a:chOff x="2306972" y="2155971"/>
              <a:chExt cx="2823246" cy="1718352"/>
            </a:xfrm>
          </p:grpSpPr>
          <p:grpSp>
            <p:nvGrpSpPr>
              <p:cNvPr id="213" name="Group 212">
                <a:extLst>
                  <a:ext uri="{FF2B5EF4-FFF2-40B4-BE49-F238E27FC236}">
                    <a16:creationId xmlns:a16="http://schemas.microsoft.com/office/drawing/2014/main" id="{7B6D07B1-B5B2-49A5-94FC-3D0449EE03FF}"/>
                  </a:ext>
                </a:extLst>
              </p:cNvPr>
              <p:cNvGrpSpPr/>
              <p:nvPr/>
            </p:nvGrpSpPr>
            <p:grpSpPr>
              <a:xfrm>
                <a:off x="2311517" y="2155971"/>
                <a:ext cx="2818701" cy="1718352"/>
                <a:chOff x="2306972" y="2155971"/>
                <a:chExt cx="2130804" cy="1718352"/>
              </a:xfrm>
            </p:grpSpPr>
            <p:sp>
              <p:nvSpPr>
                <p:cNvPr id="232" name="Rectangle 231">
                  <a:extLst>
                    <a:ext uri="{FF2B5EF4-FFF2-40B4-BE49-F238E27FC236}">
                      <a16:creationId xmlns:a16="http://schemas.microsoft.com/office/drawing/2014/main" id="{961CDB51-8529-49B2-9F9E-7CF9409BB813}"/>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33" name="TextBox 232">
                  <a:extLst>
                    <a:ext uri="{FF2B5EF4-FFF2-40B4-BE49-F238E27FC236}">
                      <a16:creationId xmlns:a16="http://schemas.microsoft.com/office/drawing/2014/main" id="{B5748028-F490-4709-AA42-1DC1AEC33EC1}"/>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214" name="Group 213">
                <a:extLst>
                  <a:ext uri="{FF2B5EF4-FFF2-40B4-BE49-F238E27FC236}">
                    <a16:creationId xmlns:a16="http://schemas.microsoft.com/office/drawing/2014/main" id="{76E39E75-45F5-42AA-9AD9-000994888A83}"/>
                  </a:ext>
                </a:extLst>
              </p:cNvPr>
              <p:cNvGrpSpPr/>
              <p:nvPr/>
            </p:nvGrpSpPr>
            <p:grpSpPr>
              <a:xfrm>
                <a:off x="2306972" y="2458265"/>
                <a:ext cx="893933" cy="668190"/>
                <a:chOff x="2528681" y="4740070"/>
                <a:chExt cx="893933" cy="668190"/>
              </a:xfrm>
            </p:grpSpPr>
            <p:sp>
              <p:nvSpPr>
                <p:cNvPr id="230" name="Rectangle 229">
                  <a:extLst>
                    <a:ext uri="{FF2B5EF4-FFF2-40B4-BE49-F238E27FC236}">
                      <a16:creationId xmlns:a16="http://schemas.microsoft.com/office/drawing/2014/main" id="{9B889BB8-4E24-4302-B776-B7AEA1A47E1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31" name="TextBox 230">
                  <a:extLst>
                    <a:ext uri="{FF2B5EF4-FFF2-40B4-BE49-F238E27FC236}">
                      <a16:creationId xmlns:a16="http://schemas.microsoft.com/office/drawing/2014/main" id="{C8DF5762-18C3-4915-872D-2B94BA86A03E}"/>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15" name="Group 214">
                <a:extLst>
                  <a:ext uri="{FF2B5EF4-FFF2-40B4-BE49-F238E27FC236}">
                    <a16:creationId xmlns:a16="http://schemas.microsoft.com/office/drawing/2014/main" id="{9B28734D-81AF-4545-8904-623A9C80CE02}"/>
                  </a:ext>
                </a:extLst>
              </p:cNvPr>
              <p:cNvGrpSpPr/>
              <p:nvPr/>
            </p:nvGrpSpPr>
            <p:grpSpPr>
              <a:xfrm>
                <a:off x="3246086" y="2458265"/>
                <a:ext cx="893933" cy="668190"/>
                <a:chOff x="2528681" y="4740070"/>
                <a:chExt cx="893933" cy="668190"/>
              </a:xfrm>
            </p:grpSpPr>
            <p:sp>
              <p:nvSpPr>
                <p:cNvPr id="228" name="Rectangle 227">
                  <a:extLst>
                    <a:ext uri="{FF2B5EF4-FFF2-40B4-BE49-F238E27FC236}">
                      <a16:creationId xmlns:a16="http://schemas.microsoft.com/office/drawing/2014/main" id="{90650743-6F7D-4703-827D-7502C779636C}"/>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29" name="TextBox 228">
                  <a:extLst>
                    <a:ext uri="{FF2B5EF4-FFF2-40B4-BE49-F238E27FC236}">
                      <a16:creationId xmlns:a16="http://schemas.microsoft.com/office/drawing/2014/main" id="{797F7542-B45A-4AE5-9456-C8CC78437CE4}"/>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16" name="Group 215">
                <a:extLst>
                  <a:ext uri="{FF2B5EF4-FFF2-40B4-BE49-F238E27FC236}">
                    <a16:creationId xmlns:a16="http://schemas.microsoft.com/office/drawing/2014/main" id="{4CA42FDD-7DF6-4296-88D9-C1634B5F9ADF}"/>
                  </a:ext>
                </a:extLst>
              </p:cNvPr>
              <p:cNvGrpSpPr/>
              <p:nvPr/>
            </p:nvGrpSpPr>
            <p:grpSpPr>
              <a:xfrm>
                <a:off x="2324701" y="3113346"/>
                <a:ext cx="893933" cy="668190"/>
                <a:chOff x="2528681" y="4740070"/>
                <a:chExt cx="893933" cy="668190"/>
              </a:xfrm>
            </p:grpSpPr>
            <p:sp>
              <p:nvSpPr>
                <p:cNvPr id="226" name="Rectangle 225">
                  <a:extLst>
                    <a:ext uri="{FF2B5EF4-FFF2-40B4-BE49-F238E27FC236}">
                      <a16:creationId xmlns:a16="http://schemas.microsoft.com/office/drawing/2014/main" id="{D8514934-5676-4C12-B374-508597CA5977}"/>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27" name="TextBox 226">
                  <a:extLst>
                    <a:ext uri="{FF2B5EF4-FFF2-40B4-BE49-F238E27FC236}">
                      <a16:creationId xmlns:a16="http://schemas.microsoft.com/office/drawing/2014/main" id="{BE90901F-5AA1-4B9E-8874-EC9C1488A642}"/>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17" name="Group 216">
                <a:extLst>
                  <a:ext uri="{FF2B5EF4-FFF2-40B4-BE49-F238E27FC236}">
                    <a16:creationId xmlns:a16="http://schemas.microsoft.com/office/drawing/2014/main" id="{904CE290-D974-42D6-8563-54C157ED7089}"/>
                  </a:ext>
                </a:extLst>
              </p:cNvPr>
              <p:cNvGrpSpPr/>
              <p:nvPr/>
            </p:nvGrpSpPr>
            <p:grpSpPr>
              <a:xfrm>
                <a:off x="3243153" y="3113346"/>
                <a:ext cx="893933" cy="668190"/>
                <a:chOff x="2528681" y="4740070"/>
                <a:chExt cx="893933" cy="668190"/>
              </a:xfrm>
            </p:grpSpPr>
            <p:sp>
              <p:nvSpPr>
                <p:cNvPr id="224" name="Rectangle 223">
                  <a:extLst>
                    <a:ext uri="{FF2B5EF4-FFF2-40B4-BE49-F238E27FC236}">
                      <a16:creationId xmlns:a16="http://schemas.microsoft.com/office/drawing/2014/main" id="{4B4E3B58-8B10-44D0-B08C-383B280176C6}"/>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25" name="TextBox 224">
                  <a:extLst>
                    <a:ext uri="{FF2B5EF4-FFF2-40B4-BE49-F238E27FC236}">
                      <a16:creationId xmlns:a16="http://schemas.microsoft.com/office/drawing/2014/main" id="{ECE635C9-C3F9-4FF6-8658-F43FDE05AB0E}"/>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18" name="Group 217">
                <a:extLst>
                  <a:ext uri="{FF2B5EF4-FFF2-40B4-BE49-F238E27FC236}">
                    <a16:creationId xmlns:a16="http://schemas.microsoft.com/office/drawing/2014/main" id="{6882D3BA-472E-4FAB-AB78-B3BCD3844183}"/>
                  </a:ext>
                </a:extLst>
              </p:cNvPr>
              <p:cNvGrpSpPr/>
              <p:nvPr/>
            </p:nvGrpSpPr>
            <p:grpSpPr>
              <a:xfrm>
                <a:off x="4170420" y="2458265"/>
                <a:ext cx="893933" cy="668190"/>
                <a:chOff x="2528681" y="4740070"/>
                <a:chExt cx="893933" cy="668190"/>
              </a:xfrm>
            </p:grpSpPr>
            <p:sp>
              <p:nvSpPr>
                <p:cNvPr id="222" name="Rectangle 221">
                  <a:extLst>
                    <a:ext uri="{FF2B5EF4-FFF2-40B4-BE49-F238E27FC236}">
                      <a16:creationId xmlns:a16="http://schemas.microsoft.com/office/drawing/2014/main" id="{C580E2E1-639B-4D62-B893-A94C712EA85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23" name="TextBox 222">
                  <a:extLst>
                    <a:ext uri="{FF2B5EF4-FFF2-40B4-BE49-F238E27FC236}">
                      <a16:creationId xmlns:a16="http://schemas.microsoft.com/office/drawing/2014/main" id="{0785B154-FC56-4D32-90AF-09408D489804}"/>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19" name="Group 218">
                <a:extLst>
                  <a:ext uri="{FF2B5EF4-FFF2-40B4-BE49-F238E27FC236}">
                    <a16:creationId xmlns:a16="http://schemas.microsoft.com/office/drawing/2014/main" id="{5430A0F8-1CD4-4DBD-8355-AA8303680957}"/>
                  </a:ext>
                </a:extLst>
              </p:cNvPr>
              <p:cNvGrpSpPr/>
              <p:nvPr/>
            </p:nvGrpSpPr>
            <p:grpSpPr>
              <a:xfrm>
                <a:off x="4167487" y="3113346"/>
                <a:ext cx="893933" cy="668190"/>
                <a:chOff x="2528681" y="4740070"/>
                <a:chExt cx="893933" cy="668190"/>
              </a:xfrm>
            </p:grpSpPr>
            <p:sp>
              <p:nvSpPr>
                <p:cNvPr id="220" name="Rectangle 219">
                  <a:extLst>
                    <a:ext uri="{FF2B5EF4-FFF2-40B4-BE49-F238E27FC236}">
                      <a16:creationId xmlns:a16="http://schemas.microsoft.com/office/drawing/2014/main" id="{383BF3A0-84FB-40B9-BEE6-897660C7B2DC}"/>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21" name="TextBox 220">
                  <a:extLst>
                    <a:ext uri="{FF2B5EF4-FFF2-40B4-BE49-F238E27FC236}">
                      <a16:creationId xmlns:a16="http://schemas.microsoft.com/office/drawing/2014/main" id="{5715CD15-8097-446C-93BD-CBD3C5FB1557}"/>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grpSp>
        <p:nvGrpSpPr>
          <p:cNvPr id="302" name="Group 301">
            <a:extLst>
              <a:ext uri="{FF2B5EF4-FFF2-40B4-BE49-F238E27FC236}">
                <a16:creationId xmlns:a16="http://schemas.microsoft.com/office/drawing/2014/main" id="{960B9B2C-FFFB-40B3-AD71-340F7A6B58D7}"/>
              </a:ext>
            </a:extLst>
          </p:cNvPr>
          <p:cNvGrpSpPr/>
          <p:nvPr/>
        </p:nvGrpSpPr>
        <p:grpSpPr>
          <a:xfrm>
            <a:off x="7177295" y="2796225"/>
            <a:ext cx="2190863" cy="2464479"/>
            <a:chOff x="7168433" y="2713496"/>
            <a:chExt cx="2190863" cy="2464479"/>
          </a:xfrm>
        </p:grpSpPr>
        <p:pic>
          <p:nvPicPr>
            <p:cNvPr id="108" name="Picture 107" descr="A screenshot of a computer&#10;&#10;Description automatically generated with low confidence">
              <a:extLst>
                <a:ext uri="{FF2B5EF4-FFF2-40B4-BE49-F238E27FC236}">
                  <a16:creationId xmlns:a16="http://schemas.microsoft.com/office/drawing/2014/main" id="{6F0EE376-0D63-4015-8C04-82D7E92CA2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68433" y="2713496"/>
              <a:ext cx="2190863" cy="2114659"/>
            </a:xfrm>
            <a:prstGeom prst="rect">
              <a:avLst/>
            </a:prstGeom>
          </p:spPr>
        </p:pic>
        <p:sp>
          <p:nvSpPr>
            <p:cNvPr id="299" name="Rectangle: Rounded Corners 298">
              <a:extLst>
                <a:ext uri="{FF2B5EF4-FFF2-40B4-BE49-F238E27FC236}">
                  <a16:creationId xmlns:a16="http://schemas.microsoft.com/office/drawing/2014/main" id="{554BBCE5-9106-4B2D-8B91-91504604D7C3}"/>
                </a:ext>
              </a:extLst>
            </p:cNvPr>
            <p:cNvSpPr/>
            <p:nvPr/>
          </p:nvSpPr>
          <p:spPr>
            <a:xfrm>
              <a:off x="7234414" y="4808643"/>
              <a:ext cx="2009920" cy="369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Shared Memory</a:t>
              </a:r>
            </a:p>
          </p:txBody>
        </p:sp>
      </p:grpSp>
      <p:grpSp>
        <p:nvGrpSpPr>
          <p:cNvPr id="301" name="Group 300">
            <a:extLst>
              <a:ext uri="{FF2B5EF4-FFF2-40B4-BE49-F238E27FC236}">
                <a16:creationId xmlns:a16="http://schemas.microsoft.com/office/drawing/2014/main" id="{3C9250AB-39E1-4278-9598-903AE5A058CA}"/>
              </a:ext>
            </a:extLst>
          </p:cNvPr>
          <p:cNvGrpSpPr/>
          <p:nvPr/>
        </p:nvGrpSpPr>
        <p:grpSpPr>
          <a:xfrm>
            <a:off x="7211755" y="198882"/>
            <a:ext cx="2121944" cy="2407714"/>
            <a:chOff x="7211755" y="198882"/>
            <a:chExt cx="2121944" cy="2407714"/>
          </a:xfrm>
        </p:grpSpPr>
        <p:pic>
          <p:nvPicPr>
            <p:cNvPr id="109" name="Picture 108" descr="A screenshot of a computer&#10;&#10;Description automatically generated with low confidence">
              <a:extLst>
                <a:ext uri="{FF2B5EF4-FFF2-40B4-BE49-F238E27FC236}">
                  <a16:creationId xmlns:a16="http://schemas.microsoft.com/office/drawing/2014/main" id="{2B5125BE-07BD-41FD-9337-EEF1CDF76E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1755" y="198882"/>
              <a:ext cx="2121944" cy="2048138"/>
            </a:xfrm>
            <a:prstGeom prst="rect">
              <a:avLst/>
            </a:prstGeom>
          </p:spPr>
        </p:pic>
        <p:sp>
          <p:nvSpPr>
            <p:cNvPr id="300" name="Rectangle: Rounded Corners 299">
              <a:extLst>
                <a:ext uri="{FF2B5EF4-FFF2-40B4-BE49-F238E27FC236}">
                  <a16:creationId xmlns:a16="http://schemas.microsoft.com/office/drawing/2014/main" id="{54B262AA-EE47-44F8-9371-4ED36A1158A0}"/>
                </a:ext>
              </a:extLst>
            </p:cNvPr>
            <p:cNvSpPr/>
            <p:nvPr/>
          </p:nvSpPr>
          <p:spPr>
            <a:xfrm>
              <a:off x="7267767" y="2237264"/>
              <a:ext cx="2009920" cy="369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Shared Memory</a:t>
              </a:r>
            </a:p>
          </p:txBody>
        </p:sp>
      </p:grpSp>
      <p:sp>
        <p:nvSpPr>
          <p:cNvPr id="303" name="TextBox 302">
            <a:extLst>
              <a:ext uri="{FF2B5EF4-FFF2-40B4-BE49-F238E27FC236}">
                <a16:creationId xmlns:a16="http://schemas.microsoft.com/office/drawing/2014/main" id="{0BB391AF-8FC3-43AC-9D29-AE1A5B32E5D2}"/>
              </a:ext>
            </a:extLst>
          </p:cNvPr>
          <p:cNvSpPr txBox="1"/>
          <p:nvPr/>
        </p:nvSpPr>
        <p:spPr>
          <a:xfrm>
            <a:off x="7533581" y="5702097"/>
            <a:ext cx="1358577" cy="369332"/>
          </a:xfrm>
          <a:prstGeom prst="rect">
            <a:avLst/>
          </a:prstGeom>
          <a:noFill/>
        </p:spPr>
        <p:txBody>
          <a:bodyPr wrap="none" rtlCol="0">
            <a:spAutoFit/>
          </a:bodyPr>
          <a:lstStyle/>
          <a:p>
            <a:r>
              <a:rPr lang="en-US" dirty="0"/>
              <a:t>More SM’s…</a:t>
            </a:r>
          </a:p>
        </p:txBody>
      </p:sp>
      <p:sp>
        <p:nvSpPr>
          <p:cNvPr id="304" name="Arrow: Left-Right 303">
            <a:extLst>
              <a:ext uri="{FF2B5EF4-FFF2-40B4-BE49-F238E27FC236}">
                <a16:creationId xmlns:a16="http://schemas.microsoft.com/office/drawing/2014/main" id="{62548418-4932-4282-96F0-CECC371E1606}"/>
              </a:ext>
            </a:extLst>
          </p:cNvPr>
          <p:cNvSpPr/>
          <p:nvPr/>
        </p:nvSpPr>
        <p:spPr>
          <a:xfrm>
            <a:off x="9312146" y="1220167"/>
            <a:ext cx="1431099" cy="36933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Arrow: Left-Right 304">
            <a:extLst>
              <a:ext uri="{FF2B5EF4-FFF2-40B4-BE49-F238E27FC236}">
                <a16:creationId xmlns:a16="http://schemas.microsoft.com/office/drawing/2014/main" id="{9F027D22-B8B5-4D12-992C-D87E72F3BB73}"/>
              </a:ext>
            </a:extLst>
          </p:cNvPr>
          <p:cNvSpPr/>
          <p:nvPr/>
        </p:nvSpPr>
        <p:spPr>
          <a:xfrm>
            <a:off x="9345542" y="3668888"/>
            <a:ext cx="1397704" cy="36933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peech Bubble: Rectangle 1">
            <a:extLst>
              <a:ext uri="{FF2B5EF4-FFF2-40B4-BE49-F238E27FC236}">
                <a16:creationId xmlns:a16="http://schemas.microsoft.com/office/drawing/2014/main" id="{B627A95C-29C5-411F-8F16-8E7CC90E8CED}"/>
              </a:ext>
            </a:extLst>
          </p:cNvPr>
          <p:cNvSpPr/>
          <p:nvPr/>
        </p:nvSpPr>
        <p:spPr>
          <a:xfrm>
            <a:off x="6872041" y="220786"/>
            <a:ext cx="3862195" cy="2326837"/>
          </a:xfrm>
          <a:prstGeom prst="wedgeRectCallo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All threads share the same PC/instruction fetch. In the case of an “if”, the threads that take the “then” case proceed, then the threads that take the “else” case. </a:t>
            </a:r>
          </a:p>
        </p:txBody>
      </p:sp>
    </p:spTree>
    <p:extLst>
      <p:ext uri="{BB962C8B-B14F-4D97-AF65-F5344CB8AC3E}">
        <p14:creationId xmlns:p14="http://schemas.microsoft.com/office/powerpoint/2010/main" val="4906944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6" name="Straight Connector 95">
            <a:extLst>
              <a:ext uri="{FF2B5EF4-FFF2-40B4-BE49-F238E27FC236}">
                <a16:creationId xmlns:a16="http://schemas.microsoft.com/office/drawing/2014/main" id="{B724ED76-B192-4B68-B225-1FCF14DD26C7}"/>
              </a:ext>
            </a:extLst>
          </p:cNvPr>
          <p:cNvCxnSpPr>
            <a:cxnSpLocks/>
          </p:cNvCxnSpPr>
          <p:nvPr/>
        </p:nvCxnSpPr>
        <p:spPr>
          <a:xfrm rot="60000" flipH="1" flipV="1">
            <a:off x="5319491" y="157563"/>
            <a:ext cx="113279" cy="656152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C49C15A9-74D2-4052-900A-C3DB818C4AAC}"/>
              </a:ext>
            </a:extLst>
          </p:cNvPr>
          <p:cNvSpPr txBox="1"/>
          <p:nvPr/>
        </p:nvSpPr>
        <p:spPr>
          <a:xfrm>
            <a:off x="2997026" y="6451731"/>
            <a:ext cx="2067297" cy="369332"/>
          </a:xfrm>
          <a:prstGeom prst="rect">
            <a:avLst/>
          </a:prstGeom>
          <a:noFill/>
        </p:spPr>
        <p:txBody>
          <a:bodyPr wrap="none" rtlCol="0">
            <a:spAutoFit/>
          </a:bodyPr>
          <a:lstStyle/>
          <a:p>
            <a:r>
              <a:rPr lang="en-US" dirty="0"/>
              <a:t>Logical Organization</a:t>
            </a:r>
          </a:p>
        </p:txBody>
      </p:sp>
      <p:sp>
        <p:nvSpPr>
          <p:cNvPr id="98" name="TextBox 97">
            <a:extLst>
              <a:ext uri="{FF2B5EF4-FFF2-40B4-BE49-F238E27FC236}">
                <a16:creationId xmlns:a16="http://schemas.microsoft.com/office/drawing/2014/main" id="{BC154822-75F4-4C74-A6F2-40E1D629FB0F}"/>
              </a:ext>
            </a:extLst>
          </p:cNvPr>
          <p:cNvSpPr txBox="1"/>
          <p:nvPr/>
        </p:nvSpPr>
        <p:spPr>
          <a:xfrm>
            <a:off x="5605230" y="6444012"/>
            <a:ext cx="2166683" cy="369332"/>
          </a:xfrm>
          <a:prstGeom prst="rect">
            <a:avLst/>
          </a:prstGeom>
          <a:noFill/>
        </p:spPr>
        <p:txBody>
          <a:bodyPr wrap="none" rtlCol="0">
            <a:spAutoFit/>
          </a:bodyPr>
          <a:lstStyle/>
          <a:p>
            <a:r>
              <a:rPr lang="en-US" dirty="0"/>
              <a:t>Physical Organization</a:t>
            </a:r>
          </a:p>
        </p:txBody>
      </p:sp>
      <p:sp>
        <p:nvSpPr>
          <p:cNvPr id="99" name="Rectangle 98">
            <a:extLst>
              <a:ext uri="{FF2B5EF4-FFF2-40B4-BE49-F238E27FC236}">
                <a16:creationId xmlns:a16="http://schemas.microsoft.com/office/drawing/2014/main" id="{4D9E3C6F-B74A-4235-B7EB-F8F3C3A81DB4}"/>
              </a:ext>
            </a:extLst>
          </p:cNvPr>
          <p:cNvSpPr/>
          <p:nvPr/>
        </p:nvSpPr>
        <p:spPr>
          <a:xfrm>
            <a:off x="5481265" y="2628742"/>
            <a:ext cx="1142279" cy="1581926"/>
          </a:xfrm>
          <a:prstGeom prst="rect">
            <a:avLst/>
          </a:prstGeom>
          <a:solidFill>
            <a:srgbClr val="FB991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Thread Execution Manager</a:t>
            </a:r>
          </a:p>
        </p:txBody>
      </p:sp>
      <p:sp>
        <p:nvSpPr>
          <p:cNvPr id="102" name="Rectangle 101">
            <a:extLst>
              <a:ext uri="{FF2B5EF4-FFF2-40B4-BE49-F238E27FC236}">
                <a16:creationId xmlns:a16="http://schemas.microsoft.com/office/drawing/2014/main" id="{193C1A47-6B18-42BD-AB12-B3FF9096C230}"/>
              </a:ext>
            </a:extLst>
          </p:cNvPr>
          <p:cNvSpPr/>
          <p:nvPr/>
        </p:nvSpPr>
        <p:spPr>
          <a:xfrm>
            <a:off x="10754022" y="29884"/>
            <a:ext cx="1342881" cy="668969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tx1">
                    <a:lumMod val="95000"/>
                    <a:lumOff val="5000"/>
                  </a:schemeClr>
                </a:solidFill>
              </a:rPr>
              <a:t>GPU</a:t>
            </a:r>
            <a:br>
              <a:rPr lang="en-US" dirty="0">
                <a:solidFill>
                  <a:schemeClr val="tx1">
                    <a:lumMod val="95000"/>
                    <a:lumOff val="5000"/>
                  </a:schemeClr>
                </a:solidFill>
              </a:rPr>
            </a:br>
            <a:r>
              <a:rPr lang="en-US" dirty="0">
                <a:solidFill>
                  <a:schemeClr val="tx1">
                    <a:lumMod val="95000"/>
                    <a:lumOff val="5000"/>
                  </a:schemeClr>
                </a:solidFill>
              </a:rPr>
              <a:t>Global Memory</a:t>
            </a:r>
          </a:p>
        </p:txBody>
      </p:sp>
      <p:grpSp>
        <p:nvGrpSpPr>
          <p:cNvPr id="115" name="Group 114">
            <a:extLst>
              <a:ext uri="{FF2B5EF4-FFF2-40B4-BE49-F238E27FC236}">
                <a16:creationId xmlns:a16="http://schemas.microsoft.com/office/drawing/2014/main" id="{C2C391EE-E633-4696-8B23-A1CAD20A1881}"/>
              </a:ext>
            </a:extLst>
          </p:cNvPr>
          <p:cNvGrpSpPr/>
          <p:nvPr/>
        </p:nvGrpSpPr>
        <p:grpSpPr>
          <a:xfrm>
            <a:off x="230894" y="3575342"/>
            <a:ext cx="4856672" cy="2837513"/>
            <a:chOff x="167781" y="142613"/>
            <a:chExt cx="6149130" cy="3984771"/>
          </a:xfrm>
        </p:grpSpPr>
        <p:grpSp>
          <p:nvGrpSpPr>
            <p:cNvPr id="116" name="Group 115">
              <a:extLst>
                <a:ext uri="{FF2B5EF4-FFF2-40B4-BE49-F238E27FC236}">
                  <a16:creationId xmlns:a16="http://schemas.microsoft.com/office/drawing/2014/main" id="{B6C0CB6A-23C1-4DBE-AB7D-495B286133CD}"/>
                </a:ext>
              </a:extLst>
            </p:cNvPr>
            <p:cNvGrpSpPr/>
            <p:nvPr/>
          </p:nvGrpSpPr>
          <p:grpSpPr>
            <a:xfrm>
              <a:off x="167781" y="142613"/>
              <a:ext cx="6149130" cy="3984771"/>
              <a:chOff x="5863904" y="92279"/>
              <a:chExt cx="5226341" cy="4420998"/>
            </a:xfrm>
          </p:grpSpPr>
          <p:sp>
            <p:nvSpPr>
              <p:cNvPr id="205" name="Rectangle 204">
                <a:extLst>
                  <a:ext uri="{FF2B5EF4-FFF2-40B4-BE49-F238E27FC236}">
                    <a16:creationId xmlns:a16="http://schemas.microsoft.com/office/drawing/2014/main" id="{DE2D77CF-5B92-423E-9E7A-0684D0F45984}"/>
                  </a:ext>
                </a:extLst>
              </p:cNvPr>
              <p:cNvSpPr/>
              <p:nvPr/>
            </p:nvSpPr>
            <p:spPr>
              <a:xfrm>
                <a:off x="5863904" y="92279"/>
                <a:ext cx="5226341" cy="4420998"/>
              </a:xfrm>
              <a:prstGeom prst="rect">
                <a:avLst/>
              </a:prstGeom>
              <a:solidFill>
                <a:schemeClr val="accent1">
                  <a:lumMod val="20000"/>
                  <a:lumOff val="80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206" name="TextBox 205">
                <a:extLst>
                  <a:ext uri="{FF2B5EF4-FFF2-40B4-BE49-F238E27FC236}">
                    <a16:creationId xmlns:a16="http://schemas.microsoft.com/office/drawing/2014/main" id="{AB830732-7A05-4442-8F7F-9F2161B323A0}"/>
                  </a:ext>
                </a:extLst>
              </p:cNvPr>
              <p:cNvSpPr txBox="1"/>
              <p:nvPr/>
            </p:nvSpPr>
            <p:spPr>
              <a:xfrm>
                <a:off x="5998128" y="92279"/>
                <a:ext cx="585417" cy="369332"/>
              </a:xfrm>
              <a:prstGeom prst="rect">
                <a:avLst/>
              </a:prstGeom>
              <a:noFill/>
            </p:spPr>
            <p:txBody>
              <a:bodyPr wrap="none" rtlCol="0">
                <a:spAutoFit/>
              </a:bodyPr>
              <a:lstStyle/>
              <a:p>
                <a:r>
                  <a:rPr lang="en-US" dirty="0"/>
                  <a:t>Grid</a:t>
                </a:r>
              </a:p>
            </p:txBody>
          </p:sp>
        </p:grpSp>
        <p:grpSp>
          <p:nvGrpSpPr>
            <p:cNvPr id="117" name="Group 116">
              <a:extLst>
                <a:ext uri="{FF2B5EF4-FFF2-40B4-BE49-F238E27FC236}">
                  <a16:creationId xmlns:a16="http://schemas.microsoft.com/office/drawing/2014/main" id="{72FC6B3C-324D-4AE6-A689-56F4B6C62D8D}"/>
                </a:ext>
              </a:extLst>
            </p:cNvPr>
            <p:cNvGrpSpPr/>
            <p:nvPr/>
          </p:nvGrpSpPr>
          <p:grpSpPr>
            <a:xfrm>
              <a:off x="285225" y="2336680"/>
              <a:ext cx="2823246" cy="1718352"/>
              <a:chOff x="2306972" y="2155971"/>
              <a:chExt cx="2823246" cy="1718352"/>
            </a:xfrm>
          </p:grpSpPr>
          <p:grpSp>
            <p:nvGrpSpPr>
              <p:cNvPr id="184" name="Group 183">
                <a:extLst>
                  <a:ext uri="{FF2B5EF4-FFF2-40B4-BE49-F238E27FC236}">
                    <a16:creationId xmlns:a16="http://schemas.microsoft.com/office/drawing/2014/main" id="{E7019EAA-13CC-4FA7-92B8-34D293CB6A0B}"/>
                  </a:ext>
                </a:extLst>
              </p:cNvPr>
              <p:cNvGrpSpPr/>
              <p:nvPr/>
            </p:nvGrpSpPr>
            <p:grpSpPr>
              <a:xfrm>
                <a:off x="2311517" y="2155971"/>
                <a:ext cx="2818701" cy="1718352"/>
                <a:chOff x="2306972" y="2155971"/>
                <a:chExt cx="2130804" cy="1718352"/>
              </a:xfrm>
            </p:grpSpPr>
            <p:sp>
              <p:nvSpPr>
                <p:cNvPr id="203" name="Rectangle 202">
                  <a:extLst>
                    <a:ext uri="{FF2B5EF4-FFF2-40B4-BE49-F238E27FC236}">
                      <a16:creationId xmlns:a16="http://schemas.microsoft.com/office/drawing/2014/main" id="{E98D8A67-0949-4F19-9C6D-D0448C78B4CB}"/>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04" name="TextBox 203">
                  <a:extLst>
                    <a:ext uri="{FF2B5EF4-FFF2-40B4-BE49-F238E27FC236}">
                      <a16:creationId xmlns:a16="http://schemas.microsoft.com/office/drawing/2014/main" id="{36E2EE7C-0714-433A-BF35-AA29462325E7}"/>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185" name="Group 184">
                <a:extLst>
                  <a:ext uri="{FF2B5EF4-FFF2-40B4-BE49-F238E27FC236}">
                    <a16:creationId xmlns:a16="http://schemas.microsoft.com/office/drawing/2014/main" id="{D862AA3A-C770-4126-A1E4-09CAE9A60D42}"/>
                  </a:ext>
                </a:extLst>
              </p:cNvPr>
              <p:cNvGrpSpPr/>
              <p:nvPr/>
            </p:nvGrpSpPr>
            <p:grpSpPr>
              <a:xfrm>
                <a:off x="2306972" y="2458265"/>
                <a:ext cx="893933" cy="668190"/>
                <a:chOff x="2528681" y="4740070"/>
                <a:chExt cx="893933" cy="668190"/>
              </a:xfrm>
            </p:grpSpPr>
            <p:sp>
              <p:nvSpPr>
                <p:cNvPr id="201" name="Rectangle 200">
                  <a:extLst>
                    <a:ext uri="{FF2B5EF4-FFF2-40B4-BE49-F238E27FC236}">
                      <a16:creationId xmlns:a16="http://schemas.microsoft.com/office/drawing/2014/main" id="{89000F75-C817-4D5D-8505-24D088693302}"/>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02" name="TextBox 201">
                  <a:extLst>
                    <a:ext uri="{FF2B5EF4-FFF2-40B4-BE49-F238E27FC236}">
                      <a16:creationId xmlns:a16="http://schemas.microsoft.com/office/drawing/2014/main" id="{11C534E2-A9BB-4CA0-A9CC-B0597EACBE7C}"/>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86" name="Group 185">
                <a:extLst>
                  <a:ext uri="{FF2B5EF4-FFF2-40B4-BE49-F238E27FC236}">
                    <a16:creationId xmlns:a16="http://schemas.microsoft.com/office/drawing/2014/main" id="{0E1082E9-6475-42DE-89DD-68DB122A4765}"/>
                  </a:ext>
                </a:extLst>
              </p:cNvPr>
              <p:cNvGrpSpPr/>
              <p:nvPr/>
            </p:nvGrpSpPr>
            <p:grpSpPr>
              <a:xfrm>
                <a:off x="3246086" y="2458265"/>
                <a:ext cx="893933" cy="668190"/>
                <a:chOff x="2528681" y="4740070"/>
                <a:chExt cx="893933" cy="668190"/>
              </a:xfrm>
            </p:grpSpPr>
            <p:sp>
              <p:nvSpPr>
                <p:cNvPr id="199" name="Rectangle 198">
                  <a:extLst>
                    <a:ext uri="{FF2B5EF4-FFF2-40B4-BE49-F238E27FC236}">
                      <a16:creationId xmlns:a16="http://schemas.microsoft.com/office/drawing/2014/main" id="{17D3ED44-FDFF-4022-88D0-DBF08EEC0846}"/>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00" name="TextBox 199">
                  <a:extLst>
                    <a:ext uri="{FF2B5EF4-FFF2-40B4-BE49-F238E27FC236}">
                      <a16:creationId xmlns:a16="http://schemas.microsoft.com/office/drawing/2014/main" id="{09BA67DA-D3AD-4CAB-A2F7-9C955077F5A6}"/>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87" name="Group 186">
                <a:extLst>
                  <a:ext uri="{FF2B5EF4-FFF2-40B4-BE49-F238E27FC236}">
                    <a16:creationId xmlns:a16="http://schemas.microsoft.com/office/drawing/2014/main" id="{751B4953-4D82-4B71-A6FF-FC04563BC748}"/>
                  </a:ext>
                </a:extLst>
              </p:cNvPr>
              <p:cNvGrpSpPr/>
              <p:nvPr/>
            </p:nvGrpSpPr>
            <p:grpSpPr>
              <a:xfrm>
                <a:off x="2324701" y="3113346"/>
                <a:ext cx="893933" cy="668190"/>
                <a:chOff x="2528681" y="4740070"/>
                <a:chExt cx="893933" cy="668190"/>
              </a:xfrm>
            </p:grpSpPr>
            <p:sp>
              <p:nvSpPr>
                <p:cNvPr id="197" name="Rectangle 196">
                  <a:extLst>
                    <a:ext uri="{FF2B5EF4-FFF2-40B4-BE49-F238E27FC236}">
                      <a16:creationId xmlns:a16="http://schemas.microsoft.com/office/drawing/2014/main" id="{EFF22FFD-D068-4C27-AF67-8D5D1233B546}"/>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8" name="TextBox 197">
                  <a:extLst>
                    <a:ext uri="{FF2B5EF4-FFF2-40B4-BE49-F238E27FC236}">
                      <a16:creationId xmlns:a16="http://schemas.microsoft.com/office/drawing/2014/main" id="{C0F1891E-06CE-4DDD-A0F2-3C7850F3E790}"/>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88" name="Group 187">
                <a:extLst>
                  <a:ext uri="{FF2B5EF4-FFF2-40B4-BE49-F238E27FC236}">
                    <a16:creationId xmlns:a16="http://schemas.microsoft.com/office/drawing/2014/main" id="{72C61F2E-2284-4B05-B58A-1E1D4CF545F1}"/>
                  </a:ext>
                </a:extLst>
              </p:cNvPr>
              <p:cNvGrpSpPr/>
              <p:nvPr/>
            </p:nvGrpSpPr>
            <p:grpSpPr>
              <a:xfrm>
                <a:off x="3243153" y="3113346"/>
                <a:ext cx="893933" cy="668190"/>
                <a:chOff x="2528681" y="4740070"/>
                <a:chExt cx="893933" cy="668190"/>
              </a:xfrm>
            </p:grpSpPr>
            <p:sp>
              <p:nvSpPr>
                <p:cNvPr id="195" name="Rectangle 194">
                  <a:extLst>
                    <a:ext uri="{FF2B5EF4-FFF2-40B4-BE49-F238E27FC236}">
                      <a16:creationId xmlns:a16="http://schemas.microsoft.com/office/drawing/2014/main" id="{36977AB6-C7BD-45A6-B76B-EF0E9518811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6" name="TextBox 195">
                  <a:extLst>
                    <a:ext uri="{FF2B5EF4-FFF2-40B4-BE49-F238E27FC236}">
                      <a16:creationId xmlns:a16="http://schemas.microsoft.com/office/drawing/2014/main" id="{D2CF35AE-313C-4F47-8F9B-B9C46D80B5F2}"/>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89" name="Group 188">
                <a:extLst>
                  <a:ext uri="{FF2B5EF4-FFF2-40B4-BE49-F238E27FC236}">
                    <a16:creationId xmlns:a16="http://schemas.microsoft.com/office/drawing/2014/main" id="{D6414ADC-2216-48CD-A901-C5A4D744D2DB}"/>
                  </a:ext>
                </a:extLst>
              </p:cNvPr>
              <p:cNvGrpSpPr/>
              <p:nvPr/>
            </p:nvGrpSpPr>
            <p:grpSpPr>
              <a:xfrm>
                <a:off x="4170420" y="2458265"/>
                <a:ext cx="893933" cy="668190"/>
                <a:chOff x="2528681" y="4740070"/>
                <a:chExt cx="893933" cy="668190"/>
              </a:xfrm>
            </p:grpSpPr>
            <p:sp>
              <p:nvSpPr>
                <p:cNvPr id="193" name="Rectangle 192">
                  <a:extLst>
                    <a:ext uri="{FF2B5EF4-FFF2-40B4-BE49-F238E27FC236}">
                      <a16:creationId xmlns:a16="http://schemas.microsoft.com/office/drawing/2014/main" id="{C6003C22-A3FF-4504-86D3-FA0F00AC3DB5}"/>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4" name="TextBox 193">
                  <a:extLst>
                    <a:ext uri="{FF2B5EF4-FFF2-40B4-BE49-F238E27FC236}">
                      <a16:creationId xmlns:a16="http://schemas.microsoft.com/office/drawing/2014/main" id="{2DAB8455-800E-40D9-87AC-659471F8231F}"/>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90" name="Group 189">
                <a:extLst>
                  <a:ext uri="{FF2B5EF4-FFF2-40B4-BE49-F238E27FC236}">
                    <a16:creationId xmlns:a16="http://schemas.microsoft.com/office/drawing/2014/main" id="{566AE673-25D9-4392-B18E-48E43D0D6879}"/>
                  </a:ext>
                </a:extLst>
              </p:cNvPr>
              <p:cNvGrpSpPr/>
              <p:nvPr/>
            </p:nvGrpSpPr>
            <p:grpSpPr>
              <a:xfrm>
                <a:off x="4167487" y="3113346"/>
                <a:ext cx="893933" cy="668190"/>
                <a:chOff x="2528681" y="4740070"/>
                <a:chExt cx="893933" cy="668190"/>
              </a:xfrm>
            </p:grpSpPr>
            <p:sp>
              <p:nvSpPr>
                <p:cNvPr id="191" name="Rectangle 190">
                  <a:extLst>
                    <a:ext uri="{FF2B5EF4-FFF2-40B4-BE49-F238E27FC236}">
                      <a16:creationId xmlns:a16="http://schemas.microsoft.com/office/drawing/2014/main" id="{983E6D83-376F-496E-9BEB-DFD484D8147B}"/>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2" name="TextBox 191">
                  <a:extLst>
                    <a:ext uri="{FF2B5EF4-FFF2-40B4-BE49-F238E27FC236}">
                      <a16:creationId xmlns:a16="http://schemas.microsoft.com/office/drawing/2014/main" id="{55CF0DE8-DA4D-4094-9872-AB7C1CF691B1}"/>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nvGrpSpPr>
            <p:cNvPr id="118" name="Group 117">
              <a:extLst>
                <a:ext uri="{FF2B5EF4-FFF2-40B4-BE49-F238E27FC236}">
                  <a16:creationId xmlns:a16="http://schemas.microsoft.com/office/drawing/2014/main" id="{837E2A74-C1AC-4C57-BD1D-F00E2DC6B5C4}"/>
                </a:ext>
              </a:extLst>
            </p:cNvPr>
            <p:cNvGrpSpPr/>
            <p:nvPr/>
          </p:nvGrpSpPr>
          <p:grpSpPr>
            <a:xfrm>
              <a:off x="285225" y="547854"/>
              <a:ext cx="2823246" cy="1718352"/>
              <a:chOff x="2306972" y="2155971"/>
              <a:chExt cx="2823246" cy="1718352"/>
            </a:xfrm>
          </p:grpSpPr>
          <p:grpSp>
            <p:nvGrpSpPr>
              <p:cNvPr id="163" name="Group 162">
                <a:extLst>
                  <a:ext uri="{FF2B5EF4-FFF2-40B4-BE49-F238E27FC236}">
                    <a16:creationId xmlns:a16="http://schemas.microsoft.com/office/drawing/2014/main" id="{B35C0BB7-37ED-4E93-9C8B-C59E64321185}"/>
                  </a:ext>
                </a:extLst>
              </p:cNvPr>
              <p:cNvGrpSpPr/>
              <p:nvPr/>
            </p:nvGrpSpPr>
            <p:grpSpPr>
              <a:xfrm>
                <a:off x="2311517" y="2155971"/>
                <a:ext cx="2818701" cy="1718352"/>
                <a:chOff x="2306972" y="2155971"/>
                <a:chExt cx="2130804" cy="1718352"/>
              </a:xfrm>
            </p:grpSpPr>
            <p:sp>
              <p:nvSpPr>
                <p:cNvPr id="182" name="Rectangle 181">
                  <a:extLst>
                    <a:ext uri="{FF2B5EF4-FFF2-40B4-BE49-F238E27FC236}">
                      <a16:creationId xmlns:a16="http://schemas.microsoft.com/office/drawing/2014/main" id="{77EC1D76-CD20-4416-9F7E-DFD132FBDC02}"/>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83" name="TextBox 182">
                  <a:extLst>
                    <a:ext uri="{FF2B5EF4-FFF2-40B4-BE49-F238E27FC236}">
                      <a16:creationId xmlns:a16="http://schemas.microsoft.com/office/drawing/2014/main" id="{3AB58F07-BA30-4170-BAF0-30A858EC3685}"/>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164" name="Group 163">
                <a:extLst>
                  <a:ext uri="{FF2B5EF4-FFF2-40B4-BE49-F238E27FC236}">
                    <a16:creationId xmlns:a16="http://schemas.microsoft.com/office/drawing/2014/main" id="{E1B66D4C-9AF1-411E-B1E5-E25C673FA704}"/>
                  </a:ext>
                </a:extLst>
              </p:cNvPr>
              <p:cNvGrpSpPr/>
              <p:nvPr/>
            </p:nvGrpSpPr>
            <p:grpSpPr>
              <a:xfrm>
                <a:off x="2306972" y="2458265"/>
                <a:ext cx="893933" cy="668190"/>
                <a:chOff x="2528681" y="4740070"/>
                <a:chExt cx="893933" cy="668190"/>
              </a:xfrm>
            </p:grpSpPr>
            <p:sp>
              <p:nvSpPr>
                <p:cNvPr id="180" name="Rectangle 179">
                  <a:extLst>
                    <a:ext uri="{FF2B5EF4-FFF2-40B4-BE49-F238E27FC236}">
                      <a16:creationId xmlns:a16="http://schemas.microsoft.com/office/drawing/2014/main" id="{B0CCB277-F4A6-4EA8-9A18-2223E3F6AE0C}"/>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81" name="TextBox 180">
                  <a:extLst>
                    <a:ext uri="{FF2B5EF4-FFF2-40B4-BE49-F238E27FC236}">
                      <a16:creationId xmlns:a16="http://schemas.microsoft.com/office/drawing/2014/main" id="{E8F622B0-81CF-40EE-9A76-D749BCB153EC}"/>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65" name="Group 164">
                <a:extLst>
                  <a:ext uri="{FF2B5EF4-FFF2-40B4-BE49-F238E27FC236}">
                    <a16:creationId xmlns:a16="http://schemas.microsoft.com/office/drawing/2014/main" id="{45DD177D-E7DF-4B07-B08D-CEE0F7AF6770}"/>
                  </a:ext>
                </a:extLst>
              </p:cNvPr>
              <p:cNvGrpSpPr/>
              <p:nvPr/>
            </p:nvGrpSpPr>
            <p:grpSpPr>
              <a:xfrm>
                <a:off x="3246086" y="2458265"/>
                <a:ext cx="893933" cy="668190"/>
                <a:chOff x="2528681" y="4740070"/>
                <a:chExt cx="893933" cy="668190"/>
              </a:xfrm>
            </p:grpSpPr>
            <p:sp>
              <p:nvSpPr>
                <p:cNvPr id="178" name="Rectangle 177">
                  <a:extLst>
                    <a:ext uri="{FF2B5EF4-FFF2-40B4-BE49-F238E27FC236}">
                      <a16:creationId xmlns:a16="http://schemas.microsoft.com/office/drawing/2014/main" id="{7E9C29EA-33C7-44B5-9E1A-10DD49D8BAEE}"/>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79" name="TextBox 178">
                  <a:extLst>
                    <a:ext uri="{FF2B5EF4-FFF2-40B4-BE49-F238E27FC236}">
                      <a16:creationId xmlns:a16="http://schemas.microsoft.com/office/drawing/2014/main" id="{406B526C-99D4-41F9-A587-E63A7C563310}"/>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66" name="Group 165">
                <a:extLst>
                  <a:ext uri="{FF2B5EF4-FFF2-40B4-BE49-F238E27FC236}">
                    <a16:creationId xmlns:a16="http://schemas.microsoft.com/office/drawing/2014/main" id="{60205645-294C-44E2-9E68-D540398CDEC5}"/>
                  </a:ext>
                </a:extLst>
              </p:cNvPr>
              <p:cNvGrpSpPr/>
              <p:nvPr/>
            </p:nvGrpSpPr>
            <p:grpSpPr>
              <a:xfrm>
                <a:off x="2324701" y="3113346"/>
                <a:ext cx="893933" cy="668190"/>
                <a:chOff x="2528681" y="4740070"/>
                <a:chExt cx="893933" cy="668190"/>
              </a:xfrm>
            </p:grpSpPr>
            <p:sp>
              <p:nvSpPr>
                <p:cNvPr id="176" name="Rectangle 175">
                  <a:extLst>
                    <a:ext uri="{FF2B5EF4-FFF2-40B4-BE49-F238E27FC236}">
                      <a16:creationId xmlns:a16="http://schemas.microsoft.com/office/drawing/2014/main" id="{497D9B8B-B326-48DE-83CD-F58DDD0A84C8}"/>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77" name="TextBox 176">
                  <a:extLst>
                    <a:ext uri="{FF2B5EF4-FFF2-40B4-BE49-F238E27FC236}">
                      <a16:creationId xmlns:a16="http://schemas.microsoft.com/office/drawing/2014/main" id="{2E0CB64B-7409-4B7B-9688-BC5D48013A21}"/>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67" name="Group 166">
                <a:extLst>
                  <a:ext uri="{FF2B5EF4-FFF2-40B4-BE49-F238E27FC236}">
                    <a16:creationId xmlns:a16="http://schemas.microsoft.com/office/drawing/2014/main" id="{0E8421FF-A43B-4075-A13A-2356B08DC471}"/>
                  </a:ext>
                </a:extLst>
              </p:cNvPr>
              <p:cNvGrpSpPr/>
              <p:nvPr/>
            </p:nvGrpSpPr>
            <p:grpSpPr>
              <a:xfrm>
                <a:off x="3243153" y="3113346"/>
                <a:ext cx="893933" cy="668190"/>
                <a:chOff x="2528681" y="4740070"/>
                <a:chExt cx="893933" cy="668190"/>
              </a:xfrm>
            </p:grpSpPr>
            <p:sp>
              <p:nvSpPr>
                <p:cNvPr id="174" name="Rectangle 173">
                  <a:extLst>
                    <a:ext uri="{FF2B5EF4-FFF2-40B4-BE49-F238E27FC236}">
                      <a16:creationId xmlns:a16="http://schemas.microsoft.com/office/drawing/2014/main" id="{3A6BA15B-CA8A-45D6-95A3-96C0CD3978A5}"/>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75" name="TextBox 174">
                  <a:extLst>
                    <a:ext uri="{FF2B5EF4-FFF2-40B4-BE49-F238E27FC236}">
                      <a16:creationId xmlns:a16="http://schemas.microsoft.com/office/drawing/2014/main" id="{C0348E8F-9A96-44A3-91CD-19CDB1508444}"/>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68" name="Group 167">
                <a:extLst>
                  <a:ext uri="{FF2B5EF4-FFF2-40B4-BE49-F238E27FC236}">
                    <a16:creationId xmlns:a16="http://schemas.microsoft.com/office/drawing/2014/main" id="{3524A1B3-1CB3-4F04-A712-8939FFE0F55D}"/>
                  </a:ext>
                </a:extLst>
              </p:cNvPr>
              <p:cNvGrpSpPr/>
              <p:nvPr/>
            </p:nvGrpSpPr>
            <p:grpSpPr>
              <a:xfrm>
                <a:off x="4170420" y="2458265"/>
                <a:ext cx="893933" cy="668190"/>
                <a:chOff x="2528681" y="4740070"/>
                <a:chExt cx="893933" cy="668190"/>
              </a:xfrm>
            </p:grpSpPr>
            <p:sp>
              <p:nvSpPr>
                <p:cNvPr id="172" name="Rectangle 171">
                  <a:extLst>
                    <a:ext uri="{FF2B5EF4-FFF2-40B4-BE49-F238E27FC236}">
                      <a16:creationId xmlns:a16="http://schemas.microsoft.com/office/drawing/2014/main" id="{C4BFD91B-C6DE-4A9F-B62F-BDBA6286578D}"/>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73" name="TextBox 172">
                  <a:extLst>
                    <a:ext uri="{FF2B5EF4-FFF2-40B4-BE49-F238E27FC236}">
                      <a16:creationId xmlns:a16="http://schemas.microsoft.com/office/drawing/2014/main" id="{FCA4F3CB-F9B4-4785-9AF5-AE9676AE12E8}"/>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69" name="Group 168">
                <a:extLst>
                  <a:ext uri="{FF2B5EF4-FFF2-40B4-BE49-F238E27FC236}">
                    <a16:creationId xmlns:a16="http://schemas.microsoft.com/office/drawing/2014/main" id="{A2210744-212D-4B36-AD16-141AA02646E2}"/>
                  </a:ext>
                </a:extLst>
              </p:cNvPr>
              <p:cNvGrpSpPr/>
              <p:nvPr/>
            </p:nvGrpSpPr>
            <p:grpSpPr>
              <a:xfrm>
                <a:off x="4167487" y="3113346"/>
                <a:ext cx="893933" cy="668190"/>
                <a:chOff x="2528681" y="4740070"/>
                <a:chExt cx="893933" cy="668190"/>
              </a:xfrm>
            </p:grpSpPr>
            <p:sp>
              <p:nvSpPr>
                <p:cNvPr id="170" name="Rectangle 169">
                  <a:extLst>
                    <a:ext uri="{FF2B5EF4-FFF2-40B4-BE49-F238E27FC236}">
                      <a16:creationId xmlns:a16="http://schemas.microsoft.com/office/drawing/2014/main" id="{6C7D2D20-CA7F-4695-8EE2-E62B89778CE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71" name="TextBox 170">
                  <a:extLst>
                    <a:ext uri="{FF2B5EF4-FFF2-40B4-BE49-F238E27FC236}">
                      <a16:creationId xmlns:a16="http://schemas.microsoft.com/office/drawing/2014/main" id="{8FBBD486-0825-4A41-ACF0-56EFB8D8B960}"/>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nvGrpSpPr>
            <p:cNvPr id="119" name="Group 118">
              <a:extLst>
                <a:ext uri="{FF2B5EF4-FFF2-40B4-BE49-F238E27FC236}">
                  <a16:creationId xmlns:a16="http://schemas.microsoft.com/office/drawing/2014/main" id="{210355E5-1554-4B17-8F39-03AF0879E5A3}"/>
                </a:ext>
              </a:extLst>
            </p:cNvPr>
            <p:cNvGrpSpPr/>
            <p:nvPr/>
          </p:nvGrpSpPr>
          <p:grpSpPr>
            <a:xfrm>
              <a:off x="3230461" y="2324733"/>
              <a:ext cx="2823246" cy="1718352"/>
              <a:chOff x="2306972" y="2155971"/>
              <a:chExt cx="2823246" cy="1718352"/>
            </a:xfrm>
          </p:grpSpPr>
          <p:grpSp>
            <p:nvGrpSpPr>
              <p:cNvPr id="142" name="Group 141">
                <a:extLst>
                  <a:ext uri="{FF2B5EF4-FFF2-40B4-BE49-F238E27FC236}">
                    <a16:creationId xmlns:a16="http://schemas.microsoft.com/office/drawing/2014/main" id="{2C34A390-E243-433D-A55B-924EF94FE4FB}"/>
                  </a:ext>
                </a:extLst>
              </p:cNvPr>
              <p:cNvGrpSpPr/>
              <p:nvPr/>
            </p:nvGrpSpPr>
            <p:grpSpPr>
              <a:xfrm>
                <a:off x="2311517" y="2155971"/>
                <a:ext cx="2818701" cy="1718352"/>
                <a:chOff x="2306972" y="2155971"/>
                <a:chExt cx="2130804" cy="1718352"/>
              </a:xfrm>
            </p:grpSpPr>
            <p:sp>
              <p:nvSpPr>
                <p:cNvPr id="161" name="Rectangle 160">
                  <a:extLst>
                    <a:ext uri="{FF2B5EF4-FFF2-40B4-BE49-F238E27FC236}">
                      <a16:creationId xmlns:a16="http://schemas.microsoft.com/office/drawing/2014/main" id="{3969B4A1-5012-46CD-BCC8-C5B3640E547C}"/>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62" name="TextBox 161">
                  <a:extLst>
                    <a:ext uri="{FF2B5EF4-FFF2-40B4-BE49-F238E27FC236}">
                      <a16:creationId xmlns:a16="http://schemas.microsoft.com/office/drawing/2014/main" id="{AB838983-04C2-4D07-8295-20CD48B7166F}"/>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143" name="Group 142">
                <a:extLst>
                  <a:ext uri="{FF2B5EF4-FFF2-40B4-BE49-F238E27FC236}">
                    <a16:creationId xmlns:a16="http://schemas.microsoft.com/office/drawing/2014/main" id="{A8472C09-00DC-4D7B-B7B5-CCF1C76EDDC3}"/>
                  </a:ext>
                </a:extLst>
              </p:cNvPr>
              <p:cNvGrpSpPr/>
              <p:nvPr/>
            </p:nvGrpSpPr>
            <p:grpSpPr>
              <a:xfrm>
                <a:off x="2306972" y="2458265"/>
                <a:ext cx="893933" cy="668190"/>
                <a:chOff x="2528681" y="4740070"/>
                <a:chExt cx="893933" cy="668190"/>
              </a:xfrm>
            </p:grpSpPr>
            <p:sp>
              <p:nvSpPr>
                <p:cNvPr id="159" name="Rectangle 158">
                  <a:extLst>
                    <a:ext uri="{FF2B5EF4-FFF2-40B4-BE49-F238E27FC236}">
                      <a16:creationId xmlns:a16="http://schemas.microsoft.com/office/drawing/2014/main" id="{C16DB1AD-22BF-4822-8D3E-98618554D26C}"/>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60" name="TextBox 159">
                  <a:extLst>
                    <a:ext uri="{FF2B5EF4-FFF2-40B4-BE49-F238E27FC236}">
                      <a16:creationId xmlns:a16="http://schemas.microsoft.com/office/drawing/2014/main" id="{83EB9498-00C4-41E7-862E-0E182F8CDB7B}"/>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44" name="Group 143">
                <a:extLst>
                  <a:ext uri="{FF2B5EF4-FFF2-40B4-BE49-F238E27FC236}">
                    <a16:creationId xmlns:a16="http://schemas.microsoft.com/office/drawing/2014/main" id="{43FBB02D-662B-4688-A1FC-1B6524F878E3}"/>
                  </a:ext>
                </a:extLst>
              </p:cNvPr>
              <p:cNvGrpSpPr/>
              <p:nvPr/>
            </p:nvGrpSpPr>
            <p:grpSpPr>
              <a:xfrm>
                <a:off x="3246086" y="2458265"/>
                <a:ext cx="893933" cy="668190"/>
                <a:chOff x="2528681" y="4740070"/>
                <a:chExt cx="893933" cy="668190"/>
              </a:xfrm>
            </p:grpSpPr>
            <p:sp>
              <p:nvSpPr>
                <p:cNvPr id="157" name="Rectangle 156">
                  <a:extLst>
                    <a:ext uri="{FF2B5EF4-FFF2-40B4-BE49-F238E27FC236}">
                      <a16:creationId xmlns:a16="http://schemas.microsoft.com/office/drawing/2014/main" id="{7971F4CF-F435-406C-9521-D8A3C52C2E50}"/>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58" name="TextBox 157">
                  <a:extLst>
                    <a:ext uri="{FF2B5EF4-FFF2-40B4-BE49-F238E27FC236}">
                      <a16:creationId xmlns:a16="http://schemas.microsoft.com/office/drawing/2014/main" id="{16C17367-94F4-4A0E-B8A7-25F033BADF5E}"/>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45" name="Group 144">
                <a:extLst>
                  <a:ext uri="{FF2B5EF4-FFF2-40B4-BE49-F238E27FC236}">
                    <a16:creationId xmlns:a16="http://schemas.microsoft.com/office/drawing/2014/main" id="{F25BA27D-AFF9-4AA7-9C02-1C418FFC48BD}"/>
                  </a:ext>
                </a:extLst>
              </p:cNvPr>
              <p:cNvGrpSpPr/>
              <p:nvPr/>
            </p:nvGrpSpPr>
            <p:grpSpPr>
              <a:xfrm>
                <a:off x="2324701" y="3113346"/>
                <a:ext cx="893933" cy="668190"/>
                <a:chOff x="2528681" y="4740070"/>
                <a:chExt cx="893933" cy="668190"/>
              </a:xfrm>
            </p:grpSpPr>
            <p:sp>
              <p:nvSpPr>
                <p:cNvPr id="155" name="Rectangle 154">
                  <a:extLst>
                    <a:ext uri="{FF2B5EF4-FFF2-40B4-BE49-F238E27FC236}">
                      <a16:creationId xmlns:a16="http://schemas.microsoft.com/office/drawing/2014/main" id="{374B4E3D-0AB6-4622-8B91-88717A2C77E6}"/>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56" name="TextBox 155">
                  <a:extLst>
                    <a:ext uri="{FF2B5EF4-FFF2-40B4-BE49-F238E27FC236}">
                      <a16:creationId xmlns:a16="http://schemas.microsoft.com/office/drawing/2014/main" id="{FD8933AF-0248-4937-B28B-A25ACA0AE73B}"/>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46" name="Group 145">
                <a:extLst>
                  <a:ext uri="{FF2B5EF4-FFF2-40B4-BE49-F238E27FC236}">
                    <a16:creationId xmlns:a16="http://schemas.microsoft.com/office/drawing/2014/main" id="{B03D0C11-8E4F-4618-B2F6-5DBE5AD0827B}"/>
                  </a:ext>
                </a:extLst>
              </p:cNvPr>
              <p:cNvGrpSpPr/>
              <p:nvPr/>
            </p:nvGrpSpPr>
            <p:grpSpPr>
              <a:xfrm>
                <a:off x="3243153" y="3113346"/>
                <a:ext cx="893933" cy="668190"/>
                <a:chOff x="2528681" y="4740070"/>
                <a:chExt cx="893933" cy="668190"/>
              </a:xfrm>
            </p:grpSpPr>
            <p:sp>
              <p:nvSpPr>
                <p:cNvPr id="153" name="Rectangle 152">
                  <a:extLst>
                    <a:ext uri="{FF2B5EF4-FFF2-40B4-BE49-F238E27FC236}">
                      <a16:creationId xmlns:a16="http://schemas.microsoft.com/office/drawing/2014/main" id="{F4D658D7-7E7B-4DC3-8672-4A85A42DB923}"/>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54" name="TextBox 153">
                  <a:extLst>
                    <a:ext uri="{FF2B5EF4-FFF2-40B4-BE49-F238E27FC236}">
                      <a16:creationId xmlns:a16="http://schemas.microsoft.com/office/drawing/2014/main" id="{5F358C08-2420-4EC2-9C29-1E535A9E409D}"/>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47" name="Group 146">
                <a:extLst>
                  <a:ext uri="{FF2B5EF4-FFF2-40B4-BE49-F238E27FC236}">
                    <a16:creationId xmlns:a16="http://schemas.microsoft.com/office/drawing/2014/main" id="{7D91EBA1-4345-44A0-B4F2-08CC411B607A}"/>
                  </a:ext>
                </a:extLst>
              </p:cNvPr>
              <p:cNvGrpSpPr/>
              <p:nvPr/>
            </p:nvGrpSpPr>
            <p:grpSpPr>
              <a:xfrm>
                <a:off x="4170420" y="2458265"/>
                <a:ext cx="893933" cy="668190"/>
                <a:chOff x="2528681" y="4740070"/>
                <a:chExt cx="893933" cy="668190"/>
              </a:xfrm>
            </p:grpSpPr>
            <p:sp>
              <p:nvSpPr>
                <p:cNvPr id="151" name="Rectangle 150">
                  <a:extLst>
                    <a:ext uri="{FF2B5EF4-FFF2-40B4-BE49-F238E27FC236}">
                      <a16:creationId xmlns:a16="http://schemas.microsoft.com/office/drawing/2014/main" id="{7D1AC090-A2C8-48E7-ABF4-420BF414F1D7}"/>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52" name="TextBox 151">
                  <a:extLst>
                    <a:ext uri="{FF2B5EF4-FFF2-40B4-BE49-F238E27FC236}">
                      <a16:creationId xmlns:a16="http://schemas.microsoft.com/office/drawing/2014/main" id="{159A31B2-2605-49C9-8E0A-1808675FF133}"/>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48" name="Group 147">
                <a:extLst>
                  <a:ext uri="{FF2B5EF4-FFF2-40B4-BE49-F238E27FC236}">
                    <a16:creationId xmlns:a16="http://schemas.microsoft.com/office/drawing/2014/main" id="{CEDDB22C-1B8B-42C1-8C39-9E9F65A687B0}"/>
                  </a:ext>
                </a:extLst>
              </p:cNvPr>
              <p:cNvGrpSpPr/>
              <p:nvPr/>
            </p:nvGrpSpPr>
            <p:grpSpPr>
              <a:xfrm>
                <a:off x="4167487" y="3113346"/>
                <a:ext cx="893933" cy="668190"/>
                <a:chOff x="2528681" y="4740070"/>
                <a:chExt cx="893933" cy="668190"/>
              </a:xfrm>
            </p:grpSpPr>
            <p:sp>
              <p:nvSpPr>
                <p:cNvPr id="149" name="Rectangle 148">
                  <a:extLst>
                    <a:ext uri="{FF2B5EF4-FFF2-40B4-BE49-F238E27FC236}">
                      <a16:creationId xmlns:a16="http://schemas.microsoft.com/office/drawing/2014/main" id="{8CF19283-C613-4946-98D4-AB3D0608FB57}"/>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50" name="TextBox 149">
                  <a:extLst>
                    <a:ext uri="{FF2B5EF4-FFF2-40B4-BE49-F238E27FC236}">
                      <a16:creationId xmlns:a16="http://schemas.microsoft.com/office/drawing/2014/main" id="{6D3E65C9-6E7C-4364-AB4B-321830CE07C5}"/>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nvGrpSpPr>
            <p:cNvPr id="120" name="Group 119">
              <a:extLst>
                <a:ext uri="{FF2B5EF4-FFF2-40B4-BE49-F238E27FC236}">
                  <a16:creationId xmlns:a16="http://schemas.microsoft.com/office/drawing/2014/main" id="{0CDD570C-028F-4149-A39F-22D1CA59F2EB}"/>
                </a:ext>
              </a:extLst>
            </p:cNvPr>
            <p:cNvGrpSpPr/>
            <p:nvPr/>
          </p:nvGrpSpPr>
          <p:grpSpPr>
            <a:xfrm>
              <a:off x="3230461" y="535907"/>
              <a:ext cx="2823246" cy="1718352"/>
              <a:chOff x="2306972" y="2155971"/>
              <a:chExt cx="2823246" cy="1718352"/>
            </a:xfrm>
          </p:grpSpPr>
          <p:grpSp>
            <p:nvGrpSpPr>
              <p:cNvPr id="121" name="Group 120">
                <a:extLst>
                  <a:ext uri="{FF2B5EF4-FFF2-40B4-BE49-F238E27FC236}">
                    <a16:creationId xmlns:a16="http://schemas.microsoft.com/office/drawing/2014/main" id="{40C4452C-F4DA-4FB3-A324-15D496181C9E}"/>
                  </a:ext>
                </a:extLst>
              </p:cNvPr>
              <p:cNvGrpSpPr/>
              <p:nvPr/>
            </p:nvGrpSpPr>
            <p:grpSpPr>
              <a:xfrm>
                <a:off x="2311517" y="2155971"/>
                <a:ext cx="2818701" cy="1718352"/>
                <a:chOff x="2306972" y="2155971"/>
                <a:chExt cx="2130804" cy="1718352"/>
              </a:xfrm>
            </p:grpSpPr>
            <p:sp>
              <p:nvSpPr>
                <p:cNvPr id="140" name="Rectangle 139">
                  <a:extLst>
                    <a:ext uri="{FF2B5EF4-FFF2-40B4-BE49-F238E27FC236}">
                      <a16:creationId xmlns:a16="http://schemas.microsoft.com/office/drawing/2014/main" id="{AF9B6580-440F-4A8F-8D8B-613ACD17AB2A}"/>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1" name="TextBox 140">
                  <a:extLst>
                    <a:ext uri="{FF2B5EF4-FFF2-40B4-BE49-F238E27FC236}">
                      <a16:creationId xmlns:a16="http://schemas.microsoft.com/office/drawing/2014/main" id="{E7C37B5F-CA22-4795-99FE-8E6E11D0372C}"/>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122" name="Group 121">
                <a:extLst>
                  <a:ext uri="{FF2B5EF4-FFF2-40B4-BE49-F238E27FC236}">
                    <a16:creationId xmlns:a16="http://schemas.microsoft.com/office/drawing/2014/main" id="{44C2BF3F-B8AA-445E-9E26-9D5D11061FB9}"/>
                  </a:ext>
                </a:extLst>
              </p:cNvPr>
              <p:cNvGrpSpPr/>
              <p:nvPr/>
            </p:nvGrpSpPr>
            <p:grpSpPr>
              <a:xfrm>
                <a:off x="2306972" y="2458265"/>
                <a:ext cx="893933" cy="668190"/>
                <a:chOff x="2528681" y="4740070"/>
                <a:chExt cx="893933" cy="668190"/>
              </a:xfrm>
            </p:grpSpPr>
            <p:sp>
              <p:nvSpPr>
                <p:cNvPr id="138" name="Rectangle 137">
                  <a:extLst>
                    <a:ext uri="{FF2B5EF4-FFF2-40B4-BE49-F238E27FC236}">
                      <a16:creationId xmlns:a16="http://schemas.microsoft.com/office/drawing/2014/main" id="{01DFB779-F917-4FF4-896A-4EE9E0D906A9}"/>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39" name="TextBox 138">
                  <a:extLst>
                    <a:ext uri="{FF2B5EF4-FFF2-40B4-BE49-F238E27FC236}">
                      <a16:creationId xmlns:a16="http://schemas.microsoft.com/office/drawing/2014/main" id="{7C1F61E7-8A56-4ADF-A132-87A4D5439713}"/>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23" name="Group 122">
                <a:extLst>
                  <a:ext uri="{FF2B5EF4-FFF2-40B4-BE49-F238E27FC236}">
                    <a16:creationId xmlns:a16="http://schemas.microsoft.com/office/drawing/2014/main" id="{CD40377C-AE45-4B6E-BBBD-8E5ADA14260E}"/>
                  </a:ext>
                </a:extLst>
              </p:cNvPr>
              <p:cNvGrpSpPr/>
              <p:nvPr/>
            </p:nvGrpSpPr>
            <p:grpSpPr>
              <a:xfrm>
                <a:off x="3246086" y="2458265"/>
                <a:ext cx="893933" cy="668190"/>
                <a:chOff x="2528681" y="4740070"/>
                <a:chExt cx="893933" cy="668190"/>
              </a:xfrm>
            </p:grpSpPr>
            <p:sp>
              <p:nvSpPr>
                <p:cNvPr id="136" name="Rectangle 135">
                  <a:extLst>
                    <a:ext uri="{FF2B5EF4-FFF2-40B4-BE49-F238E27FC236}">
                      <a16:creationId xmlns:a16="http://schemas.microsoft.com/office/drawing/2014/main" id="{101F69CD-AAE6-4504-8769-2147EF8546DB}"/>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37" name="TextBox 136">
                  <a:extLst>
                    <a:ext uri="{FF2B5EF4-FFF2-40B4-BE49-F238E27FC236}">
                      <a16:creationId xmlns:a16="http://schemas.microsoft.com/office/drawing/2014/main" id="{3B108124-A74E-4C08-8AFE-05746965EC55}"/>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24" name="Group 123">
                <a:extLst>
                  <a:ext uri="{FF2B5EF4-FFF2-40B4-BE49-F238E27FC236}">
                    <a16:creationId xmlns:a16="http://schemas.microsoft.com/office/drawing/2014/main" id="{40D036D2-1C0A-4DE4-80E5-59162DA47A1C}"/>
                  </a:ext>
                </a:extLst>
              </p:cNvPr>
              <p:cNvGrpSpPr/>
              <p:nvPr/>
            </p:nvGrpSpPr>
            <p:grpSpPr>
              <a:xfrm>
                <a:off x="2324701" y="3113346"/>
                <a:ext cx="893933" cy="668190"/>
                <a:chOff x="2528681" y="4740070"/>
                <a:chExt cx="893933" cy="668190"/>
              </a:xfrm>
            </p:grpSpPr>
            <p:sp>
              <p:nvSpPr>
                <p:cNvPr id="134" name="Rectangle 133">
                  <a:extLst>
                    <a:ext uri="{FF2B5EF4-FFF2-40B4-BE49-F238E27FC236}">
                      <a16:creationId xmlns:a16="http://schemas.microsoft.com/office/drawing/2014/main" id="{F47174A3-638A-4589-A4CB-A8A12085B5E6}"/>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35" name="TextBox 134">
                  <a:extLst>
                    <a:ext uri="{FF2B5EF4-FFF2-40B4-BE49-F238E27FC236}">
                      <a16:creationId xmlns:a16="http://schemas.microsoft.com/office/drawing/2014/main" id="{00A69132-8AF4-40F0-AD8D-1B9ABE6238AB}"/>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25" name="Group 124">
                <a:extLst>
                  <a:ext uri="{FF2B5EF4-FFF2-40B4-BE49-F238E27FC236}">
                    <a16:creationId xmlns:a16="http://schemas.microsoft.com/office/drawing/2014/main" id="{70F6742D-1148-4A17-9F22-6864F79BF33A}"/>
                  </a:ext>
                </a:extLst>
              </p:cNvPr>
              <p:cNvGrpSpPr/>
              <p:nvPr/>
            </p:nvGrpSpPr>
            <p:grpSpPr>
              <a:xfrm>
                <a:off x="3243153" y="3113346"/>
                <a:ext cx="893933" cy="668190"/>
                <a:chOff x="2528681" y="4740070"/>
                <a:chExt cx="893933" cy="668190"/>
              </a:xfrm>
            </p:grpSpPr>
            <p:sp>
              <p:nvSpPr>
                <p:cNvPr id="132" name="Rectangle 131">
                  <a:extLst>
                    <a:ext uri="{FF2B5EF4-FFF2-40B4-BE49-F238E27FC236}">
                      <a16:creationId xmlns:a16="http://schemas.microsoft.com/office/drawing/2014/main" id="{2B3A204F-04EA-4C55-B673-710D34F8B72A}"/>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33" name="TextBox 132">
                  <a:extLst>
                    <a:ext uri="{FF2B5EF4-FFF2-40B4-BE49-F238E27FC236}">
                      <a16:creationId xmlns:a16="http://schemas.microsoft.com/office/drawing/2014/main" id="{A6DE9BED-B5A5-4291-ADB3-451448BAF19C}"/>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26" name="Group 125">
                <a:extLst>
                  <a:ext uri="{FF2B5EF4-FFF2-40B4-BE49-F238E27FC236}">
                    <a16:creationId xmlns:a16="http://schemas.microsoft.com/office/drawing/2014/main" id="{800B909F-A18E-48E9-A01F-84513C59BED8}"/>
                  </a:ext>
                </a:extLst>
              </p:cNvPr>
              <p:cNvGrpSpPr/>
              <p:nvPr/>
            </p:nvGrpSpPr>
            <p:grpSpPr>
              <a:xfrm>
                <a:off x="4170420" y="2458265"/>
                <a:ext cx="893933" cy="668190"/>
                <a:chOff x="2528681" y="4740070"/>
                <a:chExt cx="893933" cy="668190"/>
              </a:xfrm>
            </p:grpSpPr>
            <p:sp>
              <p:nvSpPr>
                <p:cNvPr id="130" name="Rectangle 129">
                  <a:extLst>
                    <a:ext uri="{FF2B5EF4-FFF2-40B4-BE49-F238E27FC236}">
                      <a16:creationId xmlns:a16="http://schemas.microsoft.com/office/drawing/2014/main" id="{847D62B2-0D92-42D4-BAEB-5B563C33A55F}"/>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31" name="TextBox 130">
                  <a:extLst>
                    <a:ext uri="{FF2B5EF4-FFF2-40B4-BE49-F238E27FC236}">
                      <a16:creationId xmlns:a16="http://schemas.microsoft.com/office/drawing/2014/main" id="{BFFBE31F-4F8C-4001-9434-93F1A07B3B1A}"/>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127" name="Group 126">
                <a:extLst>
                  <a:ext uri="{FF2B5EF4-FFF2-40B4-BE49-F238E27FC236}">
                    <a16:creationId xmlns:a16="http://schemas.microsoft.com/office/drawing/2014/main" id="{239F24DE-F589-442C-802D-FEAD02828F14}"/>
                  </a:ext>
                </a:extLst>
              </p:cNvPr>
              <p:cNvGrpSpPr/>
              <p:nvPr/>
            </p:nvGrpSpPr>
            <p:grpSpPr>
              <a:xfrm>
                <a:off x="4167487" y="3113346"/>
                <a:ext cx="893933" cy="668190"/>
                <a:chOff x="2528681" y="4740070"/>
                <a:chExt cx="893933" cy="668190"/>
              </a:xfrm>
            </p:grpSpPr>
            <p:sp>
              <p:nvSpPr>
                <p:cNvPr id="128" name="Rectangle 127">
                  <a:extLst>
                    <a:ext uri="{FF2B5EF4-FFF2-40B4-BE49-F238E27FC236}">
                      <a16:creationId xmlns:a16="http://schemas.microsoft.com/office/drawing/2014/main" id="{96F14F44-2B50-4908-8F90-B0AF3B19465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29" name="TextBox 128">
                  <a:extLst>
                    <a:ext uri="{FF2B5EF4-FFF2-40B4-BE49-F238E27FC236}">
                      <a16:creationId xmlns:a16="http://schemas.microsoft.com/office/drawing/2014/main" id="{CD01DB5B-2029-4552-A9F7-E90B67DB71AC}"/>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grpSp>
        <p:nvGrpSpPr>
          <p:cNvPr id="207" name="Group 206">
            <a:extLst>
              <a:ext uri="{FF2B5EF4-FFF2-40B4-BE49-F238E27FC236}">
                <a16:creationId xmlns:a16="http://schemas.microsoft.com/office/drawing/2014/main" id="{C1C5DB80-EE23-42E9-BECA-7A1F3858111F}"/>
              </a:ext>
            </a:extLst>
          </p:cNvPr>
          <p:cNvGrpSpPr/>
          <p:nvPr/>
        </p:nvGrpSpPr>
        <p:grpSpPr>
          <a:xfrm>
            <a:off x="230894" y="469388"/>
            <a:ext cx="4856672" cy="2837513"/>
            <a:chOff x="167781" y="142613"/>
            <a:chExt cx="6149130" cy="3984771"/>
          </a:xfrm>
        </p:grpSpPr>
        <p:grpSp>
          <p:nvGrpSpPr>
            <p:cNvPr id="208" name="Group 207">
              <a:extLst>
                <a:ext uri="{FF2B5EF4-FFF2-40B4-BE49-F238E27FC236}">
                  <a16:creationId xmlns:a16="http://schemas.microsoft.com/office/drawing/2014/main" id="{2E688B2F-8C3B-4A61-80AD-7E910C473E20}"/>
                </a:ext>
              </a:extLst>
            </p:cNvPr>
            <p:cNvGrpSpPr/>
            <p:nvPr/>
          </p:nvGrpSpPr>
          <p:grpSpPr>
            <a:xfrm>
              <a:off x="167781" y="142613"/>
              <a:ext cx="6149130" cy="3984771"/>
              <a:chOff x="5863904" y="92279"/>
              <a:chExt cx="5226341" cy="4420998"/>
            </a:xfrm>
          </p:grpSpPr>
          <p:sp>
            <p:nvSpPr>
              <p:cNvPr id="297" name="Rectangle 296">
                <a:extLst>
                  <a:ext uri="{FF2B5EF4-FFF2-40B4-BE49-F238E27FC236}">
                    <a16:creationId xmlns:a16="http://schemas.microsoft.com/office/drawing/2014/main" id="{930CAC01-9553-4EA0-A6A8-667E292C78E2}"/>
                  </a:ext>
                </a:extLst>
              </p:cNvPr>
              <p:cNvSpPr/>
              <p:nvPr/>
            </p:nvSpPr>
            <p:spPr>
              <a:xfrm>
                <a:off x="5863904" y="92279"/>
                <a:ext cx="5226341" cy="4420998"/>
              </a:xfrm>
              <a:prstGeom prst="rect">
                <a:avLst/>
              </a:prstGeom>
              <a:solidFill>
                <a:schemeClr val="accent1">
                  <a:lumMod val="20000"/>
                  <a:lumOff val="80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298" name="TextBox 297">
                <a:extLst>
                  <a:ext uri="{FF2B5EF4-FFF2-40B4-BE49-F238E27FC236}">
                    <a16:creationId xmlns:a16="http://schemas.microsoft.com/office/drawing/2014/main" id="{0CF3E7C6-37A4-4632-854A-7E323B3FAECF}"/>
                  </a:ext>
                </a:extLst>
              </p:cNvPr>
              <p:cNvSpPr txBox="1"/>
              <p:nvPr/>
            </p:nvSpPr>
            <p:spPr>
              <a:xfrm>
                <a:off x="5998128" y="92279"/>
                <a:ext cx="585417" cy="369332"/>
              </a:xfrm>
              <a:prstGeom prst="rect">
                <a:avLst/>
              </a:prstGeom>
              <a:noFill/>
            </p:spPr>
            <p:txBody>
              <a:bodyPr wrap="none" rtlCol="0">
                <a:spAutoFit/>
              </a:bodyPr>
              <a:lstStyle/>
              <a:p>
                <a:r>
                  <a:rPr lang="en-US" dirty="0"/>
                  <a:t>Grid</a:t>
                </a:r>
              </a:p>
            </p:txBody>
          </p:sp>
        </p:grpSp>
        <p:grpSp>
          <p:nvGrpSpPr>
            <p:cNvPr id="209" name="Group 208">
              <a:extLst>
                <a:ext uri="{FF2B5EF4-FFF2-40B4-BE49-F238E27FC236}">
                  <a16:creationId xmlns:a16="http://schemas.microsoft.com/office/drawing/2014/main" id="{C8A226CC-B5CB-4CE6-95B1-52E08210F8AD}"/>
                </a:ext>
              </a:extLst>
            </p:cNvPr>
            <p:cNvGrpSpPr/>
            <p:nvPr/>
          </p:nvGrpSpPr>
          <p:grpSpPr>
            <a:xfrm>
              <a:off x="285225" y="2336680"/>
              <a:ext cx="2823246" cy="1718352"/>
              <a:chOff x="2306972" y="2155971"/>
              <a:chExt cx="2823246" cy="1718352"/>
            </a:xfrm>
          </p:grpSpPr>
          <p:grpSp>
            <p:nvGrpSpPr>
              <p:cNvPr id="276" name="Group 275">
                <a:extLst>
                  <a:ext uri="{FF2B5EF4-FFF2-40B4-BE49-F238E27FC236}">
                    <a16:creationId xmlns:a16="http://schemas.microsoft.com/office/drawing/2014/main" id="{1CF636A6-F3FB-444E-9044-F266D615AB0A}"/>
                  </a:ext>
                </a:extLst>
              </p:cNvPr>
              <p:cNvGrpSpPr/>
              <p:nvPr/>
            </p:nvGrpSpPr>
            <p:grpSpPr>
              <a:xfrm>
                <a:off x="2311517" y="2155971"/>
                <a:ext cx="2818701" cy="1718352"/>
                <a:chOff x="2306972" y="2155971"/>
                <a:chExt cx="2130804" cy="1718352"/>
              </a:xfrm>
            </p:grpSpPr>
            <p:sp>
              <p:nvSpPr>
                <p:cNvPr id="295" name="Rectangle 294">
                  <a:extLst>
                    <a:ext uri="{FF2B5EF4-FFF2-40B4-BE49-F238E27FC236}">
                      <a16:creationId xmlns:a16="http://schemas.microsoft.com/office/drawing/2014/main" id="{E56792EC-CB8E-4AE4-8165-74F698B96378}"/>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96" name="TextBox 295">
                  <a:extLst>
                    <a:ext uri="{FF2B5EF4-FFF2-40B4-BE49-F238E27FC236}">
                      <a16:creationId xmlns:a16="http://schemas.microsoft.com/office/drawing/2014/main" id="{851C00A3-2F7D-4361-ABFB-BC33CB4005C1}"/>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277" name="Group 276">
                <a:extLst>
                  <a:ext uri="{FF2B5EF4-FFF2-40B4-BE49-F238E27FC236}">
                    <a16:creationId xmlns:a16="http://schemas.microsoft.com/office/drawing/2014/main" id="{D31ABC0F-07FB-413C-8FF3-29DCA0EA0F7E}"/>
                  </a:ext>
                </a:extLst>
              </p:cNvPr>
              <p:cNvGrpSpPr/>
              <p:nvPr/>
            </p:nvGrpSpPr>
            <p:grpSpPr>
              <a:xfrm>
                <a:off x="2306972" y="2458265"/>
                <a:ext cx="893933" cy="668190"/>
                <a:chOff x="2528681" y="4740070"/>
                <a:chExt cx="893933" cy="668190"/>
              </a:xfrm>
            </p:grpSpPr>
            <p:sp>
              <p:nvSpPr>
                <p:cNvPr id="293" name="Rectangle 292">
                  <a:extLst>
                    <a:ext uri="{FF2B5EF4-FFF2-40B4-BE49-F238E27FC236}">
                      <a16:creationId xmlns:a16="http://schemas.microsoft.com/office/drawing/2014/main" id="{355D5080-EFC4-4AC8-ADFA-C1C73BB7E1B2}"/>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94" name="TextBox 293">
                  <a:extLst>
                    <a:ext uri="{FF2B5EF4-FFF2-40B4-BE49-F238E27FC236}">
                      <a16:creationId xmlns:a16="http://schemas.microsoft.com/office/drawing/2014/main" id="{6D280D5A-2D32-4A73-979F-3911A6F83EBB}"/>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78" name="Group 277">
                <a:extLst>
                  <a:ext uri="{FF2B5EF4-FFF2-40B4-BE49-F238E27FC236}">
                    <a16:creationId xmlns:a16="http://schemas.microsoft.com/office/drawing/2014/main" id="{F6F12D3F-54EF-4698-BBA3-D49BCC79EA8D}"/>
                  </a:ext>
                </a:extLst>
              </p:cNvPr>
              <p:cNvGrpSpPr/>
              <p:nvPr/>
            </p:nvGrpSpPr>
            <p:grpSpPr>
              <a:xfrm>
                <a:off x="3246086" y="2458265"/>
                <a:ext cx="893933" cy="668190"/>
                <a:chOff x="2528681" y="4740070"/>
                <a:chExt cx="893933" cy="668190"/>
              </a:xfrm>
            </p:grpSpPr>
            <p:sp>
              <p:nvSpPr>
                <p:cNvPr id="291" name="Rectangle 290">
                  <a:extLst>
                    <a:ext uri="{FF2B5EF4-FFF2-40B4-BE49-F238E27FC236}">
                      <a16:creationId xmlns:a16="http://schemas.microsoft.com/office/drawing/2014/main" id="{A61024EA-AFD8-42D2-875A-A3C09DCF1BF9}"/>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92" name="TextBox 291">
                  <a:extLst>
                    <a:ext uri="{FF2B5EF4-FFF2-40B4-BE49-F238E27FC236}">
                      <a16:creationId xmlns:a16="http://schemas.microsoft.com/office/drawing/2014/main" id="{41F681D7-A023-4564-9B82-737433641168}"/>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79" name="Group 278">
                <a:extLst>
                  <a:ext uri="{FF2B5EF4-FFF2-40B4-BE49-F238E27FC236}">
                    <a16:creationId xmlns:a16="http://schemas.microsoft.com/office/drawing/2014/main" id="{73315E39-103E-4DB6-BB0C-764F9DB37B22}"/>
                  </a:ext>
                </a:extLst>
              </p:cNvPr>
              <p:cNvGrpSpPr/>
              <p:nvPr/>
            </p:nvGrpSpPr>
            <p:grpSpPr>
              <a:xfrm>
                <a:off x="2324701" y="3113346"/>
                <a:ext cx="893933" cy="668190"/>
                <a:chOff x="2528681" y="4740070"/>
                <a:chExt cx="893933" cy="668190"/>
              </a:xfrm>
            </p:grpSpPr>
            <p:sp>
              <p:nvSpPr>
                <p:cNvPr id="289" name="Rectangle 288">
                  <a:extLst>
                    <a:ext uri="{FF2B5EF4-FFF2-40B4-BE49-F238E27FC236}">
                      <a16:creationId xmlns:a16="http://schemas.microsoft.com/office/drawing/2014/main" id="{EB8EF22A-30C5-4150-B666-9F1E93A45C8E}"/>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90" name="TextBox 289">
                  <a:extLst>
                    <a:ext uri="{FF2B5EF4-FFF2-40B4-BE49-F238E27FC236}">
                      <a16:creationId xmlns:a16="http://schemas.microsoft.com/office/drawing/2014/main" id="{05F5FAF9-F15A-4F2C-9FDC-1E1344C645F1}"/>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80" name="Group 279">
                <a:extLst>
                  <a:ext uri="{FF2B5EF4-FFF2-40B4-BE49-F238E27FC236}">
                    <a16:creationId xmlns:a16="http://schemas.microsoft.com/office/drawing/2014/main" id="{297AB955-E27C-4069-8C2A-D79980D3554E}"/>
                  </a:ext>
                </a:extLst>
              </p:cNvPr>
              <p:cNvGrpSpPr/>
              <p:nvPr/>
            </p:nvGrpSpPr>
            <p:grpSpPr>
              <a:xfrm>
                <a:off x="3243153" y="3113346"/>
                <a:ext cx="893933" cy="668190"/>
                <a:chOff x="2528681" y="4740070"/>
                <a:chExt cx="893933" cy="668190"/>
              </a:xfrm>
            </p:grpSpPr>
            <p:sp>
              <p:nvSpPr>
                <p:cNvPr id="287" name="Rectangle 286">
                  <a:extLst>
                    <a:ext uri="{FF2B5EF4-FFF2-40B4-BE49-F238E27FC236}">
                      <a16:creationId xmlns:a16="http://schemas.microsoft.com/office/drawing/2014/main" id="{D3D59227-CF97-4457-A10C-8387AE7BB5BA}"/>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88" name="TextBox 287">
                  <a:extLst>
                    <a:ext uri="{FF2B5EF4-FFF2-40B4-BE49-F238E27FC236}">
                      <a16:creationId xmlns:a16="http://schemas.microsoft.com/office/drawing/2014/main" id="{C06B0DEB-9995-4F32-9CD0-038927BF0C75}"/>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81" name="Group 280">
                <a:extLst>
                  <a:ext uri="{FF2B5EF4-FFF2-40B4-BE49-F238E27FC236}">
                    <a16:creationId xmlns:a16="http://schemas.microsoft.com/office/drawing/2014/main" id="{1D38848A-D6F7-485F-B052-F933DEB0079C}"/>
                  </a:ext>
                </a:extLst>
              </p:cNvPr>
              <p:cNvGrpSpPr/>
              <p:nvPr/>
            </p:nvGrpSpPr>
            <p:grpSpPr>
              <a:xfrm>
                <a:off x="4170420" y="2458265"/>
                <a:ext cx="893933" cy="668190"/>
                <a:chOff x="2528681" y="4740070"/>
                <a:chExt cx="893933" cy="668190"/>
              </a:xfrm>
            </p:grpSpPr>
            <p:sp>
              <p:nvSpPr>
                <p:cNvPr id="285" name="Rectangle 284">
                  <a:extLst>
                    <a:ext uri="{FF2B5EF4-FFF2-40B4-BE49-F238E27FC236}">
                      <a16:creationId xmlns:a16="http://schemas.microsoft.com/office/drawing/2014/main" id="{573FB4D3-C6C0-4C13-AF36-05C76282A87D}"/>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86" name="TextBox 285">
                  <a:extLst>
                    <a:ext uri="{FF2B5EF4-FFF2-40B4-BE49-F238E27FC236}">
                      <a16:creationId xmlns:a16="http://schemas.microsoft.com/office/drawing/2014/main" id="{A0F608A8-4FD6-4F48-977C-DAB5CB333114}"/>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82" name="Group 281">
                <a:extLst>
                  <a:ext uri="{FF2B5EF4-FFF2-40B4-BE49-F238E27FC236}">
                    <a16:creationId xmlns:a16="http://schemas.microsoft.com/office/drawing/2014/main" id="{29BBE813-8F7E-4B9E-B49D-9AEE8F81BC0C}"/>
                  </a:ext>
                </a:extLst>
              </p:cNvPr>
              <p:cNvGrpSpPr/>
              <p:nvPr/>
            </p:nvGrpSpPr>
            <p:grpSpPr>
              <a:xfrm>
                <a:off x="4167487" y="3113346"/>
                <a:ext cx="893933" cy="668190"/>
                <a:chOff x="2528681" y="4740070"/>
                <a:chExt cx="893933" cy="668190"/>
              </a:xfrm>
            </p:grpSpPr>
            <p:sp>
              <p:nvSpPr>
                <p:cNvPr id="283" name="Rectangle 282">
                  <a:extLst>
                    <a:ext uri="{FF2B5EF4-FFF2-40B4-BE49-F238E27FC236}">
                      <a16:creationId xmlns:a16="http://schemas.microsoft.com/office/drawing/2014/main" id="{393CA897-8701-455A-8763-41C2D64CF005}"/>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84" name="TextBox 283">
                  <a:extLst>
                    <a:ext uri="{FF2B5EF4-FFF2-40B4-BE49-F238E27FC236}">
                      <a16:creationId xmlns:a16="http://schemas.microsoft.com/office/drawing/2014/main" id="{5AEA26A2-4444-4BEA-BCC9-AC82AE1145FB}"/>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nvGrpSpPr>
            <p:cNvPr id="210" name="Group 209">
              <a:extLst>
                <a:ext uri="{FF2B5EF4-FFF2-40B4-BE49-F238E27FC236}">
                  <a16:creationId xmlns:a16="http://schemas.microsoft.com/office/drawing/2014/main" id="{2A00E7BD-D5F4-4227-9613-1A447CDA246E}"/>
                </a:ext>
              </a:extLst>
            </p:cNvPr>
            <p:cNvGrpSpPr/>
            <p:nvPr/>
          </p:nvGrpSpPr>
          <p:grpSpPr>
            <a:xfrm>
              <a:off x="285225" y="547854"/>
              <a:ext cx="2823246" cy="1718352"/>
              <a:chOff x="2306972" y="2155971"/>
              <a:chExt cx="2823246" cy="1718352"/>
            </a:xfrm>
          </p:grpSpPr>
          <p:grpSp>
            <p:nvGrpSpPr>
              <p:cNvPr id="255" name="Group 254">
                <a:extLst>
                  <a:ext uri="{FF2B5EF4-FFF2-40B4-BE49-F238E27FC236}">
                    <a16:creationId xmlns:a16="http://schemas.microsoft.com/office/drawing/2014/main" id="{12A1070C-3009-4B54-902B-1C8610696373}"/>
                  </a:ext>
                </a:extLst>
              </p:cNvPr>
              <p:cNvGrpSpPr/>
              <p:nvPr/>
            </p:nvGrpSpPr>
            <p:grpSpPr>
              <a:xfrm>
                <a:off x="2311517" y="2155971"/>
                <a:ext cx="2818701" cy="1718352"/>
                <a:chOff x="2306972" y="2155971"/>
                <a:chExt cx="2130804" cy="1718352"/>
              </a:xfrm>
            </p:grpSpPr>
            <p:sp>
              <p:nvSpPr>
                <p:cNvPr id="274" name="Rectangle 273">
                  <a:extLst>
                    <a:ext uri="{FF2B5EF4-FFF2-40B4-BE49-F238E27FC236}">
                      <a16:creationId xmlns:a16="http://schemas.microsoft.com/office/drawing/2014/main" id="{CAD3BCF5-9D8D-4253-9F52-C10180C6779A}"/>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75" name="TextBox 274">
                  <a:extLst>
                    <a:ext uri="{FF2B5EF4-FFF2-40B4-BE49-F238E27FC236}">
                      <a16:creationId xmlns:a16="http://schemas.microsoft.com/office/drawing/2014/main" id="{C4D27B57-B4E7-435D-BF85-7B7504B36437}"/>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256" name="Group 255">
                <a:extLst>
                  <a:ext uri="{FF2B5EF4-FFF2-40B4-BE49-F238E27FC236}">
                    <a16:creationId xmlns:a16="http://schemas.microsoft.com/office/drawing/2014/main" id="{66A404B3-516E-43AD-98A0-405D9A98E17C}"/>
                  </a:ext>
                </a:extLst>
              </p:cNvPr>
              <p:cNvGrpSpPr/>
              <p:nvPr/>
            </p:nvGrpSpPr>
            <p:grpSpPr>
              <a:xfrm>
                <a:off x="2306972" y="2458265"/>
                <a:ext cx="893933" cy="668190"/>
                <a:chOff x="2528681" y="4740070"/>
                <a:chExt cx="893933" cy="668190"/>
              </a:xfrm>
            </p:grpSpPr>
            <p:sp>
              <p:nvSpPr>
                <p:cNvPr id="272" name="Rectangle 271">
                  <a:extLst>
                    <a:ext uri="{FF2B5EF4-FFF2-40B4-BE49-F238E27FC236}">
                      <a16:creationId xmlns:a16="http://schemas.microsoft.com/office/drawing/2014/main" id="{73869E11-902F-40D9-B477-BE7B627020FD}"/>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73" name="TextBox 272">
                  <a:extLst>
                    <a:ext uri="{FF2B5EF4-FFF2-40B4-BE49-F238E27FC236}">
                      <a16:creationId xmlns:a16="http://schemas.microsoft.com/office/drawing/2014/main" id="{13FBE58D-F0D3-4A29-B8C9-020914E1F622}"/>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57" name="Group 256">
                <a:extLst>
                  <a:ext uri="{FF2B5EF4-FFF2-40B4-BE49-F238E27FC236}">
                    <a16:creationId xmlns:a16="http://schemas.microsoft.com/office/drawing/2014/main" id="{16B103CF-4F61-4593-B29D-CDAF5697CEE0}"/>
                  </a:ext>
                </a:extLst>
              </p:cNvPr>
              <p:cNvGrpSpPr/>
              <p:nvPr/>
            </p:nvGrpSpPr>
            <p:grpSpPr>
              <a:xfrm>
                <a:off x="3246086" y="2458265"/>
                <a:ext cx="893933" cy="668190"/>
                <a:chOff x="2528681" y="4740070"/>
                <a:chExt cx="893933" cy="668190"/>
              </a:xfrm>
            </p:grpSpPr>
            <p:sp>
              <p:nvSpPr>
                <p:cNvPr id="270" name="Rectangle 269">
                  <a:extLst>
                    <a:ext uri="{FF2B5EF4-FFF2-40B4-BE49-F238E27FC236}">
                      <a16:creationId xmlns:a16="http://schemas.microsoft.com/office/drawing/2014/main" id="{8E0FC52D-BD10-4F9A-8E56-49B3CBF3D4FA}"/>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71" name="TextBox 270">
                  <a:extLst>
                    <a:ext uri="{FF2B5EF4-FFF2-40B4-BE49-F238E27FC236}">
                      <a16:creationId xmlns:a16="http://schemas.microsoft.com/office/drawing/2014/main" id="{D5FE3EF0-14A0-46CB-8D69-76E47CF5E949}"/>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58" name="Group 257">
                <a:extLst>
                  <a:ext uri="{FF2B5EF4-FFF2-40B4-BE49-F238E27FC236}">
                    <a16:creationId xmlns:a16="http://schemas.microsoft.com/office/drawing/2014/main" id="{6CAA695C-7141-4E1C-B2C5-6AC155BCED13}"/>
                  </a:ext>
                </a:extLst>
              </p:cNvPr>
              <p:cNvGrpSpPr/>
              <p:nvPr/>
            </p:nvGrpSpPr>
            <p:grpSpPr>
              <a:xfrm>
                <a:off x="2324701" y="3113346"/>
                <a:ext cx="893933" cy="668190"/>
                <a:chOff x="2528681" y="4740070"/>
                <a:chExt cx="893933" cy="668190"/>
              </a:xfrm>
            </p:grpSpPr>
            <p:sp>
              <p:nvSpPr>
                <p:cNvPr id="268" name="Rectangle 267">
                  <a:extLst>
                    <a:ext uri="{FF2B5EF4-FFF2-40B4-BE49-F238E27FC236}">
                      <a16:creationId xmlns:a16="http://schemas.microsoft.com/office/drawing/2014/main" id="{430161D8-78B1-4750-9FAB-8F1ADBDF4663}"/>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69" name="TextBox 268">
                  <a:extLst>
                    <a:ext uri="{FF2B5EF4-FFF2-40B4-BE49-F238E27FC236}">
                      <a16:creationId xmlns:a16="http://schemas.microsoft.com/office/drawing/2014/main" id="{94F72661-8714-464C-ACBD-37F2A34F6001}"/>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59" name="Group 258">
                <a:extLst>
                  <a:ext uri="{FF2B5EF4-FFF2-40B4-BE49-F238E27FC236}">
                    <a16:creationId xmlns:a16="http://schemas.microsoft.com/office/drawing/2014/main" id="{B4298195-491F-4ED7-AB88-75758B20624D}"/>
                  </a:ext>
                </a:extLst>
              </p:cNvPr>
              <p:cNvGrpSpPr/>
              <p:nvPr/>
            </p:nvGrpSpPr>
            <p:grpSpPr>
              <a:xfrm>
                <a:off x="3243153" y="3113346"/>
                <a:ext cx="893933" cy="668190"/>
                <a:chOff x="2528681" y="4740070"/>
                <a:chExt cx="893933" cy="668190"/>
              </a:xfrm>
            </p:grpSpPr>
            <p:sp>
              <p:nvSpPr>
                <p:cNvPr id="266" name="Rectangle 265">
                  <a:extLst>
                    <a:ext uri="{FF2B5EF4-FFF2-40B4-BE49-F238E27FC236}">
                      <a16:creationId xmlns:a16="http://schemas.microsoft.com/office/drawing/2014/main" id="{2B6E52AA-8380-4123-99F4-0DF7BFE09297}"/>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67" name="TextBox 266">
                  <a:extLst>
                    <a:ext uri="{FF2B5EF4-FFF2-40B4-BE49-F238E27FC236}">
                      <a16:creationId xmlns:a16="http://schemas.microsoft.com/office/drawing/2014/main" id="{FCF76508-AB14-4672-9EAC-601BE043F405}"/>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60" name="Group 259">
                <a:extLst>
                  <a:ext uri="{FF2B5EF4-FFF2-40B4-BE49-F238E27FC236}">
                    <a16:creationId xmlns:a16="http://schemas.microsoft.com/office/drawing/2014/main" id="{2DB07DEC-C904-4C27-8577-8B9B1A956F9E}"/>
                  </a:ext>
                </a:extLst>
              </p:cNvPr>
              <p:cNvGrpSpPr/>
              <p:nvPr/>
            </p:nvGrpSpPr>
            <p:grpSpPr>
              <a:xfrm>
                <a:off x="4170420" y="2458265"/>
                <a:ext cx="893933" cy="668190"/>
                <a:chOff x="2528681" y="4740070"/>
                <a:chExt cx="893933" cy="668190"/>
              </a:xfrm>
            </p:grpSpPr>
            <p:sp>
              <p:nvSpPr>
                <p:cNvPr id="264" name="Rectangle 263">
                  <a:extLst>
                    <a:ext uri="{FF2B5EF4-FFF2-40B4-BE49-F238E27FC236}">
                      <a16:creationId xmlns:a16="http://schemas.microsoft.com/office/drawing/2014/main" id="{2FBE1436-26A5-4552-A65A-A0858528AB53}"/>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65" name="TextBox 264">
                  <a:extLst>
                    <a:ext uri="{FF2B5EF4-FFF2-40B4-BE49-F238E27FC236}">
                      <a16:creationId xmlns:a16="http://schemas.microsoft.com/office/drawing/2014/main" id="{2E9AD182-CEAF-4453-B56B-A24DA0093393}"/>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61" name="Group 260">
                <a:extLst>
                  <a:ext uri="{FF2B5EF4-FFF2-40B4-BE49-F238E27FC236}">
                    <a16:creationId xmlns:a16="http://schemas.microsoft.com/office/drawing/2014/main" id="{AFDE66E6-982D-4F84-9FFF-6F12B914F6BF}"/>
                  </a:ext>
                </a:extLst>
              </p:cNvPr>
              <p:cNvGrpSpPr/>
              <p:nvPr/>
            </p:nvGrpSpPr>
            <p:grpSpPr>
              <a:xfrm>
                <a:off x="4167487" y="3113346"/>
                <a:ext cx="893933" cy="668190"/>
                <a:chOff x="2528681" y="4740070"/>
                <a:chExt cx="893933" cy="668190"/>
              </a:xfrm>
            </p:grpSpPr>
            <p:sp>
              <p:nvSpPr>
                <p:cNvPr id="262" name="Rectangle 261">
                  <a:extLst>
                    <a:ext uri="{FF2B5EF4-FFF2-40B4-BE49-F238E27FC236}">
                      <a16:creationId xmlns:a16="http://schemas.microsoft.com/office/drawing/2014/main" id="{5D949FD1-13B4-4D3B-95F7-0944D25ADD6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63" name="TextBox 262">
                  <a:extLst>
                    <a:ext uri="{FF2B5EF4-FFF2-40B4-BE49-F238E27FC236}">
                      <a16:creationId xmlns:a16="http://schemas.microsoft.com/office/drawing/2014/main" id="{5B9D174D-A420-4E76-8486-809E7268528E}"/>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nvGrpSpPr>
            <p:cNvPr id="211" name="Group 210">
              <a:extLst>
                <a:ext uri="{FF2B5EF4-FFF2-40B4-BE49-F238E27FC236}">
                  <a16:creationId xmlns:a16="http://schemas.microsoft.com/office/drawing/2014/main" id="{2EEE8D9F-9493-45B1-B7C0-D094742EEB67}"/>
                </a:ext>
              </a:extLst>
            </p:cNvPr>
            <p:cNvGrpSpPr/>
            <p:nvPr/>
          </p:nvGrpSpPr>
          <p:grpSpPr>
            <a:xfrm>
              <a:off x="3230461" y="2324733"/>
              <a:ext cx="2823246" cy="1718352"/>
              <a:chOff x="2306972" y="2155971"/>
              <a:chExt cx="2823246" cy="1718352"/>
            </a:xfrm>
          </p:grpSpPr>
          <p:grpSp>
            <p:nvGrpSpPr>
              <p:cNvPr id="234" name="Group 233">
                <a:extLst>
                  <a:ext uri="{FF2B5EF4-FFF2-40B4-BE49-F238E27FC236}">
                    <a16:creationId xmlns:a16="http://schemas.microsoft.com/office/drawing/2014/main" id="{0A77960A-D00D-4289-A5D4-1A0483A41139}"/>
                  </a:ext>
                </a:extLst>
              </p:cNvPr>
              <p:cNvGrpSpPr/>
              <p:nvPr/>
            </p:nvGrpSpPr>
            <p:grpSpPr>
              <a:xfrm>
                <a:off x="2311517" y="2155971"/>
                <a:ext cx="2818701" cy="1718352"/>
                <a:chOff x="2306972" y="2155971"/>
                <a:chExt cx="2130804" cy="1718352"/>
              </a:xfrm>
            </p:grpSpPr>
            <p:sp>
              <p:nvSpPr>
                <p:cNvPr id="253" name="Rectangle 252">
                  <a:extLst>
                    <a:ext uri="{FF2B5EF4-FFF2-40B4-BE49-F238E27FC236}">
                      <a16:creationId xmlns:a16="http://schemas.microsoft.com/office/drawing/2014/main" id="{42A23C11-7059-43D4-9AAE-20E61268E3CD}"/>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54" name="TextBox 253">
                  <a:extLst>
                    <a:ext uri="{FF2B5EF4-FFF2-40B4-BE49-F238E27FC236}">
                      <a16:creationId xmlns:a16="http://schemas.microsoft.com/office/drawing/2014/main" id="{C6B62540-BF2F-4119-888E-86F4962F1F2A}"/>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235" name="Group 234">
                <a:extLst>
                  <a:ext uri="{FF2B5EF4-FFF2-40B4-BE49-F238E27FC236}">
                    <a16:creationId xmlns:a16="http://schemas.microsoft.com/office/drawing/2014/main" id="{84DAD6D7-6452-47C1-85AB-233A8C256D51}"/>
                  </a:ext>
                </a:extLst>
              </p:cNvPr>
              <p:cNvGrpSpPr/>
              <p:nvPr/>
            </p:nvGrpSpPr>
            <p:grpSpPr>
              <a:xfrm>
                <a:off x="2306972" y="2458265"/>
                <a:ext cx="893933" cy="668190"/>
                <a:chOff x="2528681" y="4740070"/>
                <a:chExt cx="893933" cy="668190"/>
              </a:xfrm>
            </p:grpSpPr>
            <p:sp>
              <p:nvSpPr>
                <p:cNvPr id="251" name="Rectangle 250">
                  <a:extLst>
                    <a:ext uri="{FF2B5EF4-FFF2-40B4-BE49-F238E27FC236}">
                      <a16:creationId xmlns:a16="http://schemas.microsoft.com/office/drawing/2014/main" id="{54BE377A-C7AA-4297-8A54-10E941C738E2}"/>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52" name="TextBox 251">
                  <a:extLst>
                    <a:ext uri="{FF2B5EF4-FFF2-40B4-BE49-F238E27FC236}">
                      <a16:creationId xmlns:a16="http://schemas.microsoft.com/office/drawing/2014/main" id="{388B289B-D5AF-46B2-915D-CF10BAA2452A}"/>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36" name="Group 235">
                <a:extLst>
                  <a:ext uri="{FF2B5EF4-FFF2-40B4-BE49-F238E27FC236}">
                    <a16:creationId xmlns:a16="http://schemas.microsoft.com/office/drawing/2014/main" id="{47D258FF-DCBC-48C6-B2E2-02BDB8B2CD88}"/>
                  </a:ext>
                </a:extLst>
              </p:cNvPr>
              <p:cNvGrpSpPr/>
              <p:nvPr/>
            </p:nvGrpSpPr>
            <p:grpSpPr>
              <a:xfrm>
                <a:off x="3246086" y="2458265"/>
                <a:ext cx="893933" cy="668190"/>
                <a:chOff x="2528681" y="4740070"/>
                <a:chExt cx="893933" cy="668190"/>
              </a:xfrm>
            </p:grpSpPr>
            <p:sp>
              <p:nvSpPr>
                <p:cNvPr id="249" name="Rectangle 248">
                  <a:extLst>
                    <a:ext uri="{FF2B5EF4-FFF2-40B4-BE49-F238E27FC236}">
                      <a16:creationId xmlns:a16="http://schemas.microsoft.com/office/drawing/2014/main" id="{093906B0-1F9B-42B0-829B-D4C7AA351E1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50" name="TextBox 249">
                  <a:extLst>
                    <a:ext uri="{FF2B5EF4-FFF2-40B4-BE49-F238E27FC236}">
                      <a16:creationId xmlns:a16="http://schemas.microsoft.com/office/drawing/2014/main" id="{AA9054A3-F3DE-4572-BE03-22EA812A2466}"/>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37" name="Group 236">
                <a:extLst>
                  <a:ext uri="{FF2B5EF4-FFF2-40B4-BE49-F238E27FC236}">
                    <a16:creationId xmlns:a16="http://schemas.microsoft.com/office/drawing/2014/main" id="{6EF8B0FA-B57B-4217-908E-D485355914C2}"/>
                  </a:ext>
                </a:extLst>
              </p:cNvPr>
              <p:cNvGrpSpPr/>
              <p:nvPr/>
            </p:nvGrpSpPr>
            <p:grpSpPr>
              <a:xfrm>
                <a:off x="2324701" y="3113346"/>
                <a:ext cx="893933" cy="668190"/>
                <a:chOff x="2528681" y="4740070"/>
                <a:chExt cx="893933" cy="668190"/>
              </a:xfrm>
            </p:grpSpPr>
            <p:sp>
              <p:nvSpPr>
                <p:cNvPr id="247" name="Rectangle 246">
                  <a:extLst>
                    <a:ext uri="{FF2B5EF4-FFF2-40B4-BE49-F238E27FC236}">
                      <a16:creationId xmlns:a16="http://schemas.microsoft.com/office/drawing/2014/main" id="{A72BCD70-6DC5-497C-9159-5F7FA07978FD}"/>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48" name="TextBox 247">
                  <a:extLst>
                    <a:ext uri="{FF2B5EF4-FFF2-40B4-BE49-F238E27FC236}">
                      <a16:creationId xmlns:a16="http://schemas.microsoft.com/office/drawing/2014/main" id="{D7264100-EF08-4C95-876E-F890E5E21906}"/>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38" name="Group 237">
                <a:extLst>
                  <a:ext uri="{FF2B5EF4-FFF2-40B4-BE49-F238E27FC236}">
                    <a16:creationId xmlns:a16="http://schemas.microsoft.com/office/drawing/2014/main" id="{97E6644E-E36D-4F56-ACFE-DA697D9E77C1}"/>
                  </a:ext>
                </a:extLst>
              </p:cNvPr>
              <p:cNvGrpSpPr/>
              <p:nvPr/>
            </p:nvGrpSpPr>
            <p:grpSpPr>
              <a:xfrm>
                <a:off x="3243153" y="3113346"/>
                <a:ext cx="893933" cy="668190"/>
                <a:chOff x="2528681" y="4740070"/>
                <a:chExt cx="893933" cy="668190"/>
              </a:xfrm>
            </p:grpSpPr>
            <p:sp>
              <p:nvSpPr>
                <p:cNvPr id="245" name="Rectangle 244">
                  <a:extLst>
                    <a:ext uri="{FF2B5EF4-FFF2-40B4-BE49-F238E27FC236}">
                      <a16:creationId xmlns:a16="http://schemas.microsoft.com/office/drawing/2014/main" id="{951B1709-3508-45BF-A153-99BB6E44D0D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46" name="TextBox 245">
                  <a:extLst>
                    <a:ext uri="{FF2B5EF4-FFF2-40B4-BE49-F238E27FC236}">
                      <a16:creationId xmlns:a16="http://schemas.microsoft.com/office/drawing/2014/main" id="{A5CA51EE-8423-4853-A560-3EA0E7245A0B}"/>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39" name="Group 238">
                <a:extLst>
                  <a:ext uri="{FF2B5EF4-FFF2-40B4-BE49-F238E27FC236}">
                    <a16:creationId xmlns:a16="http://schemas.microsoft.com/office/drawing/2014/main" id="{4B7C3AB0-824C-4306-938C-78A77531B723}"/>
                  </a:ext>
                </a:extLst>
              </p:cNvPr>
              <p:cNvGrpSpPr/>
              <p:nvPr/>
            </p:nvGrpSpPr>
            <p:grpSpPr>
              <a:xfrm>
                <a:off x="4170420" y="2458265"/>
                <a:ext cx="893933" cy="668190"/>
                <a:chOff x="2528681" y="4740070"/>
                <a:chExt cx="893933" cy="668190"/>
              </a:xfrm>
            </p:grpSpPr>
            <p:sp>
              <p:nvSpPr>
                <p:cNvPr id="243" name="Rectangle 242">
                  <a:extLst>
                    <a:ext uri="{FF2B5EF4-FFF2-40B4-BE49-F238E27FC236}">
                      <a16:creationId xmlns:a16="http://schemas.microsoft.com/office/drawing/2014/main" id="{E5010517-D322-4733-9023-28E6BBB5F885}"/>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44" name="TextBox 243">
                  <a:extLst>
                    <a:ext uri="{FF2B5EF4-FFF2-40B4-BE49-F238E27FC236}">
                      <a16:creationId xmlns:a16="http://schemas.microsoft.com/office/drawing/2014/main" id="{2D5B5270-E2D8-43B0-BAE9-2EAD2F575413}"/>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40" name="Group 239">
                <a:extLst>
                  <a:ext uri="{FF2B5EF4-FFF2-40B4-BE49-F238E27FC236}">
                    <a16:creationId xmlns:a16="http://schemas.microsoft.com/office/drawing/2014/main" id="{8F3D08C4-FA60-435A-AD91-53FEC7216841}"/>
                  </a:ext>
                </a:extLst>
              </p:cNvPr>
              <p:cNvGrpSpPr/>
              <p:nvPr/>
            </p:nvGrpSpPr>
            <p:grpSpPr>
              <a:xfrm>
                <a:off x="4167487" y="3113346"/>
                <a:ext cx="893933" cy="668190"/>
                <a:chOff x="2528681" y="4740070"/>
                <a:chExt cx="893933" cy="668190"/>
              </a:xfrm>
            </p:grpSpPr>
            <p:sp>
              <p:nvSpPr>
                <p:cNvPr id="241" name="Rectangle 240">
                  <a:extLst>
                    <a:ext uri="{FF2B5EF4-FFF2-40B4-BE49-F238E27FC236}">
                      <a16:creationId xmlns:a16="http://schemas.microsoft.com/office/drawing/2014/main" id="{57B30A0D-14F7-4363-810C-810AE58105EA}"/>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42" name="TextBox 241">
                  <a:extLst>
                    <a:ext uri="{FF2B5EF4-FFF2-40B4-BE49-F238E27FC236}">
                      <a16:creationId xmlns:a16="http://schemas.microsoft.com/office/drawing/2014/main" id="{83909C25-FB9F-4FD8-B48A-9E3E2BEDEA61}"/>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nvGrpSpPr>
            <p:cNvPr id="212" name="Group 211">
              <a:extLst>
                <a:ext uri="{FF2B5EF4-FFF2-40B4-BE49-F238E27FC236}">
                  <a16:creationId xmlns:a16="http://schemas.microsoft.com/office/drawing/2014/main" id="{65AC6D29-517F-405A-A152-C848D86B81E2}"/>
                </a:ext>
              </a:extLst>
            </p:cNvPr>
            <p:cNvGrpSpPr/>
            <p:nvPr/>
          </p:nvGrpSpPr>
          <p:grpSpPr>
            <a:xfrm>
              <a:off x="3230461" y="535907"/>
              <a:ext cx="2823246" cy="1718352"/>
              <a:chOff x="2306972" y="2155971"/>
              <a:chExt cx="2823246" cy="1718352"/>
            </a:xfrm>
          </p:grpSpPr>
          <p:grpSp>
            <p:nvGrpSpPr>
              <p:cNvPr id="213" name="Group 212">
                <a:extLst>
                  <a:ext uri="{FF2B5EF4-FFF2-40B4-BE49-F238E27FC236}">
                    <a16:creationId xmlns:a16="http://schemas.microsoft.com/office/drawing/2014/main" id="{7B6D07B1-B5B2-49A5-94FC-3D0449EE03FF}"/>
                  </a:ext>
                </a:extLst>
              </p:cNvPr>
              <p:cNvGrpSpPr/>
              <p:nvPr/>
            </p:nvGrpSpPr>
            <p:grpSpPr>
              <a:xfrm>
                <a:off x="2311517" y="2155971"/>
                <a:ext cx="2818701" cy="1718352"/>
                <a:chOff x="2306972" y="2155971"/>
                <a:chExt cx="2130804" cy="1718352"/>
              </a:xfrm>
            </p:grpSpPr>
            <p:sp>
              <p:nvSpPr>
                <p:cNvPr id="232" name="Rectangle 231">
                  <a:extLst>
                    <a:ext uri="{FF2B5EF4-FFF2-40B4-BE49-F238E27FC236}">
                      <a16:creationId xmlns:a16="http://schemas.microsoft.com/office/drawing/2014/main" id="{961CDB51-8529-49B2-9F9E-7CF9409BB813}"/>
                    </a:ext>
                  </a:extLst>
                </p:cNvPr>
                <p:cNvSpPr/>
                <p:nvPr/>
              </p:nvSpPr>
              <p:spPr>
                <a:xfrm>
                  <a:off x="2306972" y="2196525"/>
                  <a:ext cx="2130804" cy="1677798"/>
                </a:xfrm>
                <a:prstGeom prst="rect">
                  <a:avLst/>
                </a:prstGeom>
                <a:solidFill>
                  <a:srgbClr val="F6F96D"/>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33" name="TextBox 232">
                  <a:extLst>
                    <a:ext uri="{FF2B5EF4-FFF2-40B4-BE49-F238E27FC236}">
                      <a16:creationId xmlns:a16="http://schemas.microsoft.com/office/drawing/2014/main" id="{B5748028-F490-4709-AA42-1DC1AEC33EC1}"/>
                    </a:ext>
                  </a:extLst>
                </p:cNvPr>
                <p:cNvSpPr txBox="1"/>
                <p:nvPr/>
              </p:nvSpPr>
              <p:spPr>
                <a:xfrm>
                  <a:off x="2306972" y="2155971"/>
                  <a:ext cx="686406" cy="369332"/>
                </a:xfrm>
                <a:prstGeom prst="rect">
                  <a:avLst/>
                </a:prstGeom>
                <a:noFill/>
              </p:spPr>
              <p:txBody>
                <a:bodyPr wrap="none" rtlCol="0">
                  <a:spAutoFit/>
                </a:bodyPr>
                <a:lstStyle/>
                <a:p>
                  <a:r>
                    <a:rPr lang="en-US" dirty="0"/>
                    <a:t>Block</a:t>
                  </a:r>
                </a:p>
              </p:txBody>
            </p:sp>
          </p:grpSp>
          <p:grpSp>
            <p:nvGrpSpPr>
              <p:cNvPr id="214" name="Group 213">
                <a:extLst>
                  <a:ext uri="{FF2B5EF4-FFF2-40B4-BE49-F238E27FC236}">
                    <a16:creationId xmlns:a16="http://schemas.microsoft.com/office/drawing/2014/main" id="{76E39E75-45F5-42AA-9AD9-000994888A83}"/>
                  </a:ext>
                </a:extLst>
              </p:cNvPr>
              <p:cNvGrpSpPr/>
              <p:nvPr/>
            </p:nvGrpSpPr>
            <p:grpSpPr>
              <a:xfrm>
                <a:off x="2306972" y="2458265"/>
                <a:ext cx="893933" cy="668190"/>
                <a:chOff x="2528681" y="4740070"/>
                <a:chExt cx="893933" cy="668190"/>
              </a:xfrm>
            </p:grpSpPr>
            <p:sp>
              <p:nvSpPr>
                <p:cNvPr id="230" name="Rectangle 229">
                  <a:extLst>
                    <a:ext uri="{FF2B5EF4-FFF2-40B4-BE49-F238E27FC236}">
                      <a16:creationId xmlns:a16="http://schemas.microsoft.com/office/drawing/2014/main" id="{9B889BB8-4E24-4302-B776-B7AEA1A47E1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31" name="TextBox 230">
                  <a:extLst>
                    <a:ext uri="{FF2B5EF4-FFF2-40B4-BE49-F238E27FC236}">
                      <a16:creationId xmlns:a16="http://schemas.microsoft.com/office/drawing/2014/main" id="{C8DF5762-18C3-4915-872D-2B94BA86A03E}"/>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15" name="Group 214">
                <a:extLst>
                  <a:ext uri="{FF2B5EF4-FFF2-40B4-BE49-F238E27FC236}">
                    <a16:creationId xmlns:a16="http://schemas.microsoft.com/office/drawing/2014/main" id="{9B28734D-81AF-4545-8904-623A9C80CE02}"/>
                  </a:ext>
                </a:extLst>
              </p:cNvPr>
              <p:cNvGrpSpPr/>
              <p:nvPr/>
            </p:nvGrpSpPr>
            <p:grpSpPr>
              <a:xfrm>
                <a:off x="3246086" y="2458265"/>
                <a:ext cx="893933" cy="668190"/>
                <a:chOff x="2528681" y="4740070"/>
                <a:chExt cx="893933" cy="668190"/>
              </a:xfrm>
            </p:grpSpPr>
            <p:sp>
              <p:nvSpPr>
                <p:cNvPr id="228" name="Rectangle 227">
                  <a:extLst>
                    <a:ext uri="{FF2B5EF4-FFF2-40B4-BE49-F238E27FC236}">
                      <a16:creationId xmlns:a16="http://schemas.microsoft.com/office/drawing/2014/main" id="{90650743-6F7D-4703-827D-7502C779636C}"/>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29" name="TextBox 228">
                  <a:extLst>
                    <a:ext uri="{FF2B5EF4-FFF2-40B4-BE49-F238E27FC236}">
                      <a16:creationId xmlns:a16="http://schemas.microsoft.com/office/drawing/2014/main" id="{797F7542-B45A-4AE5-9456-C8CC78437CE4}"/>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16" name="Group 215">
                <a:extLst>
                  <a:ext uri="{FF2B5EF4-FFF2-40B4-BE49-F238E27FC236}">
                    <a16:creationId xmlns:a16="http://schemas.microsoft.com/office/drawing/2014/main" id="{4CA42FDD-7DF6-4296-88D9-C1634B5F9ADF}"/>
                  </a:ext>
                </a:extLst>
              </p:cNvPr>
              <p:cNvGrpSpPr/>
              <p:nvPr/>
            </p:nvGrpSpPr>
            <p:grpSpPr>
              <a:xfrm>
                <a:off x="2324701" y="3113346"/>
                <a:ext cx="893933" cy="668190"/>
                <a:chOff x="2528681" y="4740070"/>
                <a:chExt cx="893933" cy="668190"/>
              </a:xfrm>
            </p:grpSpPr>
            <p:sp>
              <p:nvSpPr>
                <p:cNvPr id="226" name="Rectangle 225">
                  <a:extLst>
                    <a:ext uri="{FF2B5EF4-FFF2-40B4-BE49-F238E27FC236}">
                      <a16:creationId xmlns:a16="http://schemas.microsoft.com/office/drawing/2014/main" id="{D8514934-5676-4C12-B374-508597CA5977}"/>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27" name="TextBox 226">
                  <a:extLst>
                    <a:ext uri="{FF2B5EF4-FFF2-40B4-BE49-F238E27FC236}">
                      <a16:creationId xmlns:a16="http://schemas.microsoft.com/office/drawing/2014/main" id="{BE90901F-5AA1-4B9E-8874-EC9C1488A642}"/>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17" name="Group 216">
                <a:extLst>
                  <a:ext uri="{FF2B5EF4-FFF2-40B4-BE49-F238E27FC236}">
                    <a16:creationId xmlns:a16="http://schemas.microsoft.com/office/drawing/2014/main" id="{904CE290-D974-42D6-8563-54C157ED7089}"/>
                  </a:ext>
                </a:extLst>
              </p:cNvPr>
              <p:cNvGrpSpPr/>
              <p:nvPr/>
            </p:nvGrpSpPr>
            <p:grpSpPr>
              <a:xfrm>
                <a:off x="3243153" y="3113346"/>
                <a:ext cx="893933" cy="668190"/>
                <a:chOff x="2528681" y="4740070"/>
                <a:chExt cx="893933" cy="668190"/>
              </a:xfrm>
            </p:grpSpPr>
            <p:sp>
              <p:nvSpPr>
                <p:cNvPr id="224" name="Rectangle 223">
                  <a:extLst>
                    <a:ext uri="{FF2B5EF4-FFF2-40B4-BE49-F238E27FC236}">
                      <a16:creationId xmlns:a16="http://schemas.microsoft.com/office/drawing/2014/main" id="{4B4E3B58-8B10-44D0-B08C-383B280176C6}"/>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25" name="TextBox 224">
                  <a:extLst>
                    <a:ext uri="{FF2B5EF4-FFF2-40B4-BE49-F238E27FC236}">
                      <a16:creationId xmlns:a16="http://schemas.microsoft.com/office/drawing/2014/main" id="{ECE635C9-C3F9-4FF6-8658-F43FDE05AB0E}"/>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18" name="Group 217">
                <a:extLst>
                  <a:ext uri="{FF2B5EF4-FFF2-40B4-BE49-F238E27FC236}">
                    <a16:creationId xmlns:a16="http://schemas.microsoft.com/office/drawing/2014/main" id="{6882D3BA-472E-4FAB-AB78-B3BCD3844183}"/>
                  </a:ext>
                </a:extLst>
              </p:cNvPr>
              <p:cNvGrpSpPr/>
              <p:nvPr/>
            </p:nvGrpSpPr>
            <p:grpSpPr>
              <a:xfrm>
                <a:off x="4170420" y="2458265"/>
                <a:ext cx="893933" cy="668190"/>
                <a:chOff x="2528681" y="4740070"/>
                <a:chExt cx="893933" cy="668190"/>
              </a:xfrm>
            </p:grpSpPr>
            <p:sp>
              <p:nvSpPr>
                <p:cNvPr id="222" name="Rectangle 221">
                  <a:extLst>
                    <a:ext uri="{FF2B5EF4-FFF2-40B4-BE49-F238E27FC236}">
                      <a16:creationId xmlns:a16="http://schemas.microsoft.com/office/drawing/2014/main" id="{C580E2E1-639B-4D62-B893-A94C712EA851}"/>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23" name="TextBox 222">
                  <a:extLst>
                    <a:ext uri="{FF2B5EF4-FFF2-40B4-BE49-F238E27FC236}">
                      <a16:creationId xmlns:a16="http://schemas.microsoft.com/office/drawing/2014/main" id="{0785B154-FC56-4D32-90AF-09408D489804}"/>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nvGrpSpPr>
              <p:cNvPr id="219" name="Group 218">
                <a:extLst>
                  <a:ext uri="{FF2B5EF4-FFF2-40B4-BE49-F238E27FC236}">
                    <a16:creationId xmlns:a16="http://schemas.microsoft.com/office/drawing/2014/main" id="{5430A0F8-1CD4-4DBD-8355-AA8303680957}"/>
                  </a:ext>
                </a:extLst>
              </p:cNvPr>
              <p:cNvGrpSpPr/>
              <p:nvPr/>
            </p:nvGrpSpPr>
            <p:grpSpPr>
              <a:xfrm>
                <a:off x="4167487" y="3113346"/>
                <a:ext cx="893933" cy="668190"/>
                <a:chOff x="2528681" y="4740070"/>
                <a:chExt cx="893933" cy="668190"/>
              </a:xfrm>
            </p:grpSpPr>
            <p:sp>
              <p:nvSpPr>
                <p:cNvPr id="220" name="Rectangle 219">
                  <a:extLst>
                    <a:ext uri="{FF2B5EF4-FFF2-40B4-BE49-F238E27FC236}">
                      <a16:creationId xmlns:a16="http://schemas.microsoft.com/office/drawing/2014/main" id="{383BF3A0-84FB-40B9-BEE6-897660C7B2DC}"/>
                    </a:ext>
                  </a:extLst>
                </p:cNvPr>
                <p:cNvSpPr/>
                <p:nvPr/>
              </p:nvSpPr>
              <p:spPr>
                <a:xfrm>
                  <a:off x="2564141" y="4810544"/>
                  <a:ext cx="858473" cy="597716"/>
                </a:xfrm>
                <a:prstGeom prst="rect">
                  <a:avLst/>
                </a:prstGeom>
                <a:solidFill>
                  <a:srgbClr val="6DC069"/>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21" name="TextBox 220">
                  <a:extLst>
                    <a:ext uri="{FF2B5EF4-FFF2-40B4-BE49-F238E27FC236}">
                      <a16:creationId xmlns:a16="http://schemas.microsoft.com/office/drawing/2014/main" id="{5715CD15-8097-446C-93BD-CBD3C5FB1557}"/>
                    </a:ext>
                  </a:extLst>
                </p:cNvPr>
                <p:cNvSpPr txBox="1"/>
                <p:nvPr/>
              </p:nvSpPr>
              <p:spPr>
                <a:xfrm>
                  <a:off x="2528681" y="4740070"/>
                  <a:ext cx="843693" cy="369332"/>
                </a:xfrm>
                <a:prstGeom prst="rect">
                  <a:avLst/>
                </a:prstGeom>
                <a:noFill/>
              </p:spPr>
              <p:txBody>
                <a:bodyPr wrap="none" rtlCol="0">
                  <a:spAutoFit/>
                </a:bodyPr>
                <a:lstStyle/>
                <a:p>
                  <a:r>
                    <a:rPr lang="en-US" dirty="0"/>
                    <a:t>Thread</a:t>
                  </a:r>
                </a:p>
              </p:txBody>
            </p:sp>
          </p:grpSp>
        </p:grpSp>
      </p:grpSp>
      <p:grpSp>
        <p:nvGrpSpPr>
          <p:cNvPr id="302" name="Group 301">
            <a:extLst>
              <a:ext uri="{FF2B5EF4-FFF2-40B4-BE49-F238E27FC236}">
                <a16:creationId xmlns:a16="http://schemas.microsoft.com/office/drawing/2014/main" id="{960B9B2C-FFFB-40B3-AD71-340F7A6B58D7}"/>
              </a:ext>
            </a:extLst>
          </p:cNvPr>
          <p:cNvGrpSpPr/>
          <p:nvPr/>
        </p:nvGrpSpPr>
        <p:grpSpPr>
          <a:xfrm>
            <a:off x="7177295" y="2796225"/>
            <a:ext cx="2190863" cy="2464479"/>
            <a:chOff x="7168433" y="2713496"/>
            <a:chExt cx="2190863" cy="2464479"/>
          </a:xfrm>
        </p:grpSpPr>
        <p:pic>
          <p:nvPicPr>
            <p:cNvPr id="108" name="Picture 107" descr="A screenshot of a computer&#10;&#10;Description automatically generated with low confidence">
              <a:extLst>
                <a:ext uri="{FF2B5EF4-FFF2-40B4-BE49-F238E27FC236}">
                  <a16:creationId xmlns:a16="http://schemas.microsoft.com/office/drawing/2014/main" id="{6F0EE376-0D63-4015-8C04-82D7E92CA2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68433" y="2713496"/>
              <a:ext cx="2190863" cy="2114659"/>
            </a:xfrm>
            <a:prstGeom prst="rect">
              <a:avLst/>
            </a:prstGeom>
          </p:spPr>
        </p:pic>
        <p:sp>
          <p:nvSpPr>
            <p:cNvPr id="299" name="Rectangle: Rounded Corners 298">
              <a:extLst>
                <a:ext uri="{FF2B5EF4-FFF2-40B4-BE49-F238E27FC236}">
                  <a16:creationId xmlns:a16="http://schemas.microsoft.com/office/drawing/2014/main" id="{554BBCE5-9106-4B2D-8B91-91504604D7C3}"/>
                </a:ext>
              </a:extLst>
            </p:cNvPr>
            <p:cNvSpPr/>
            <p:nvPr/>
          </p:nvSpPr>
          <p:spPr>
            <a:xfrm>
              <a:off x="7234414" y="4808643"/>
              <a:ext cx="2009920" cy="369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Shared Memory</a:t>
              </a:r>
            </a:p>
          </p:txBody>
        </p:sp>
      </p:grpSp>
      <p:grpSp>
        <p:nvGrpSpPr>
          <p:cNvPr id="301" name="Group 300">
            <a:extLst>
              <a:ext uri="{FF2B5EF4-FFF2-40B4-BE49-F238E27FC236}">
                <a16:creationId xmlns:a16="http://schemas.microsoft.com/office/drawing/2014/main" id="{3C9250AB-39E1-4278-9598-903AE5A058CA}"/>
              </a:ext>
            </a:extLst>
          </p:cNvPr>
          <p:cNvGrpSpPr/>
          <p:nvPr/>
        </p:nvGrpSpPr>
        <p:grpSpPr>
          <a:xfrm>
            <a:off x="7211755" y="198882"/>
            <a:ext cx="2121944" cy="2407714"/>
            <a:chOff x="7211755" y="198882"/>
            <a:chExt cx="2121944" cy="2407714"/>
          </a:xfrm>
        </p:grpSpPr>
        <p:pic>
          <p:nvPicPr>
            <p:cNvPr id="109" name="Picture 108" descr="A screenshot of a computer&#10;&#10;Description automatically generated with low confidence">
              <a:extLst>
                <a:ext uri="{FF2B5EF4-FFF2-40B4-BE49-F238E27FC236}">
                  <a16:creationId xmlns:a16="http://schemas.microsoft.com/office/drawing/2014/main" id="{2B5125BE-07BD-41FD-9337-EEF1CDF76E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1755" y="198882"/>
              <a:ext cx="2121944" cy="2048138"/>
            </a:xfrm>
            <a:prstGeom prst="rect">
              <a:avLst/>
            </a:prstGeom>
          </p:spPr>
        </p:pic>
        <p:sp>
          <p:nvSpPr>
            <p:cNvPr id="300" name="Rectangle: Rounded Corners 299">
              <a:extLst>
                <a:ext uri="{FF2B5EF4-FFF2-40B4-BE49-F238E27FC236}">
                  <a16:creationId xmlns:a16="http://schemas.microsoft.com/office/drawing/2014/main" id="{54B262AA-EE47-44F8-9371-4ED36A1158A0}"/>
                </a:ext>
              </a:extLst>
            </p:cNvPr>
            <p:cNvSpPr/>
            <p:nvPr/>
          </p:nvSpPr>
          <p:spPr>
            <a:xfrm>
              <a:off x="7267767" y="2237264"/>
              <a:ext cx="2009920" cy="369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Shared Memory</a:t>
              </a:r>
            </a:p>
          </p:txBody>
        </p:sp>
      </p:grpSp>
      <p:sp>
        <p:nvSpPr>
          <p:cNvPr id="303" name="TextBox 302">
            <a:extLst>
              <a:ext uri="{FF2B5EF4-FFF2-40B4-BE49-F238E27FC236}">
                <a16:creationId xmlns:a16="http://schemas.microsoft.com/office/drawing/2014/main" id="{0BB391AF-8FC3-43AC-9D29-AE1A5B32E5D2}"/>
              </a:ext>
            </a:extLst>
          </p:cNvPr>
          <p:cNvSpPr txBox="1"/>
          <p:nvPr/>
        </p:nvSpPr>
        <p:spPr>
          <a:xfrm>
            <a:off x="7533581" y="5702097"/>
            <a:ext cx="1358577" cy="369332"/>
          </a:xfrm>
          <a:prstGeom prst="rect">
            <a:avLst/>
          </a:prstGeom>
          <a:noFill/>
        </p:spPr>
        <p:txBody>
          <a:bodyPr wrap="none" rtlCol="0">
            <a:spAutoFit/>
          </a:bodyPr>
          <a:lstStyle/>
          <a:p>
            <a:r>
              <a:rPr lang="en-US" dirty="0"/>
              <a:t>More SM’s…</a:t>
            </a:r>
          </a:p>
        </p:txBody>
      </p:sp>
      <p:sp>
        <p:nvSpPr>
          <p:cNvPr id="304" name="Arrow: Left-Right 303">
            <a:extLst>
              <a:ext uri="{FF2B5EF4-FFF2-40B4-BE49-F238E27FC236}">
                <a16:creationId xmlns:a16="http://schemas.microsoft.com/office/drawing/2014/main" id="{62548418-4932-4282-96F0-CECC371E1606}"/>
              </a:ext>
            </a:extLst>
          </p:cNvPr>
          <p:cNvSpPr/>
          <p:nvPr/>
        </p:nvSpPr>
        <p:spPr>
          <a:xfrm>
            <a:off x="9312146" y="1220167"/>
            <a:ext cx="1431099" cy="36933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Arrow: Left-Right 304">
            <a:extLst>
              <a:ext uri="{FF2B5EF4-FFF2-40B4-BE49-F238E27FC236}">
                <a16:creationId xmlns:a16="http://schemas.microsoft.com/office/drawing/2014/main" id="{9F027D22-B8B5-4D12-992C-D87E72F3BB73}"/>
              </a:ext>
            </a:extLst>
          </p:cNvPr>
          <p:cNvSpPr/>
          <p:nvPr/>
        </p:nvSpPr>
        <p:spPr>
          <a:xfrm>
            <a:off x="9345542" y="3668888"/>
            <a:ext cx="1397704" cy="36933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peech Bubble: Rectangle 1">
            <a:extLst>
              <a:ext uri="{FF2B5EF4-FFF2-40B4-BE49-F238E27FC236}">
                <a16:creationId xmlns:a16="http://schemas.microsoft.com/office/drawing/2014/main" id="{B627A95C-29C5-411F-8F16-8E7CC90E8CED}"/>
              </a:ext>
            </a:extLst>
          </p:cNvPr>
          <p:cNvSpPr/>
          <p:nvPr/>
        </p:nvSpPr>
        <p:spPr>
          <a:xfrm>
            <a:off x="6872041" y="220786"/>
            <a:ext cx="3862195" cy="2326837"/>
          </a:xfrm>
          <a:prstGeom prst="wedgeRectCallo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Note that there are 8SPs (streaming processors), while the warp is 32 threads. When a thread has to wait (say, for a memory access), other threads run.</a:t>
            </a:r>
          </a:p>
        </p:txBody>
      </p:sp>
    </p:spTree>
    <p:extLst>
      <p:ext uri="{BB962C8B-B14F-4D97-AF65-F5344CB8AC3E}">
        <p14:creationId xmlns:p14="http://schemas.microsoft.com/office/powerpoint/2010/main" val="11028933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E4C78-D448-4651-A232-C0EE1B249411}"/>
              </a:ext>
            </a:extLst>
          </p:cNvPr>
          <p:cNvSpPr>
            <a:spLocks noGrp="1"/>
          </p:cNvSpPr>
          <p:nvPr>
            <p:ph type="title"/>
          </p:nvPr>
        </p:nvSpPr>
        <p:spPr/>
        <p:txBody>
          <a:bodyPr/>
          <a:lstStyle/>
          <a:p>
            <a:r>
              <a:rPr lang="en-US" dirty="0"/>
              <a:t>Wait – it gets more complicated…</a:t>
            </a:r>
          </a:p>
        </p:txBody>
      </p:sp>
      <p:sp>
        <p:nvSpPr>
          <p:cNvPr id="3" name="Content Placeholder 2">
            <a:extLst>
              <a:ext uri="{FF2B5EF4-FFF2-40B4-BE49-F238E27FC236}">
                <a16:creationId xmlns:a16="http://schemas.microsoft.com/office/drawing/2014/main" id="{9F7F0210-00F3-42CD-9271-DA1B96028E95}"/>
              </a:ext>
            </a:extLst>
          </p:cNvPr>
          <p:cNvSpPr>
            <a:spLocks noGrp="1"/>
          </p:cNvSpPr>
          <p:nvPr>
            <p:ph idx="1"/>
          </p:nvPr>
        </p:nvSpPr>
        <p:spPr/>
        <p:txBody>
          <a:bodyPr/>
          <a:lstStyle/>
          <a:p>
            <a:pPr marL="0" indent="0">
              <a:buNone/>
            </a:pPr>
            <a:r>
              <a:rPr lang="en-US" dirty="0"/>
              <a:t>An SM can hold more than one block at a time! This massive queue of work ensures that the SPs are always busy. This hides high latency operations like memory fetches.</a:t>
            </a:r>
          </a:p>
          <a:p>
            <a:pPr marL="0" indent="0">
              <a:buNone/>
            </a:pPr>
            <a:endParaRPr lang="en-US" dirty="0"/>
          </a:p>
          <a:p>
            <a:pPr marL="0" indent="0">
              <a:buNone/>
            </a:pPr>
            <a:r>
              <a:rPr lang="en-US" dirty="0"/>
              <a:t>The good news is that the GPU handles all of this management on its own.</a:t>
            </a:r>
          </a:p>
          <a:p>
            <a:pPr marL="0" indent="0">
              <a:buNone/>
            </a:pPr>
            <a:endParaRPr lang="en-US" dirty="0"/>
          </a:p>
          <a:p>
            <a:pPr marL="0" indent="0">
              <a:buNone/>
            </a:pPr>
            <a:r>
              <a:rPr lang="en-US" dirty="0"/>
              <a:t>But, the bad news? You still have to think a little about it…</a:t>
            </a:r>
          </a:p>
        </p:txBody>
      </p:sp>
    </p:spTree>
    <p:extLst>
      <p:ext uri="{BB962C8B-B14F-4D97-AF65-F5344CB8AC3E}">
        <p14:creationId xmlns:p14="http://schemas.microsoft.com/office/powerpoint/2010/main" val="38269057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F72F1-726B-4770-AAA5-DD0EFBDBAC0F}"/>
              </a:ext>
            </a:extLst>
          </p:cNvPr>
          <p:cNvSpPr>
            <a:spLocks noGrp="1"/>
          </p:cNvSpPr>
          <p:nvPr>
            <p:ph type="title"/>
          </p:nvPr>
        </p:nvSpPr>
        <p:spPr/>
        <p:txBody>
          <a:bodyPr/>
          <a:lstStyle/>
          <a:p>
            <a:r>
              <a:rPr lang="en-US" dirty="0"/>
              <a:t>Resource Management</a:t>
            </a:r>
          </a:p>
        </p:txBody>
      </p:sp>
      <p:sp>
        <p:nvSpPr>
          <p:cNvPr id="3" name="Content Placeholder 2">
            <a:extLst>
              <a:ext uri="{FF2B5EF4-FFF2-40B4-BE49-F238E27FC236}">
                <a16:creationId xmlns:a16="http://schemas.microsoft.com/office/drawing/2014/main" id="{EB2D9788-3565-463E-AB32-E76A19A1092F}"/>
              </a:ext>
            </a:extLst>
          </p:cNvPr>
          <p:cNvSpPr>
            <a:spLocks noGrp="1"/>
          </p:cNvSpPr>
          <p:nvPr>
            <p:ph idx="1"/>
          </p:nvPr>
        </p:nvSpPr>
        <p:spPr/>
        <p:txBody>
          <a:bodyPr/>
          <a:lstStyle/>
          <a:p>
            <a:pPr marL="0" indent="0">
              <a:buNone/>
            </a:pPr>
            <a:r>
              <a:rPr lang="en-US" dirty="0"/>
              <a:t>Registers and shared memory reside on the SM. They are shared among </a:t>
            </a:r>
            <a:r>
              <a:rPr lang="en-US" b="1" dirty="0"/>
              <a:t>all</a:t>
            </a:r>
            <a:r>
              <a:rPr lang="en-US" dirty="0"/>
              <a:t> the threads on that SM. </a:t>
            </a:r>
          </a:p>
          <a:p>
            <a:pPr marL="0" indent="0">
              <a:buNone/>
            </a:pPr>
            <a:endParaRPr lang="en-US" dirty="0"/>
          </a:p>
          <a:p>
            <a:pPr marL="0" indent="0">
              <a:buNone/>
            </a:pPr>
            <a:r>
              <a:rPr lang="en-US" dirty="0"/>
              <a:t>The thread manager won’t put more threads on an SM than it can handle.</a:t>
            </a:r>
          </a:p>
          <a:p>
            <a:pPr marL="0" indent="0">
              <a:buNone/>
            </a:pPr>
            <a:endParaRPr lang="en-US" dirty="0"/>
          </a:p>
          <a:p>
            <a:pPr marL="0" indent="0">
              <a:buNone/>
            </a:pPr>
            <a:r>
              <a:rPr lang="en-US" dirty="0"/>
              <a:t>But that means that if your threads use a </a:t>
            </a:r>
            <a:r>
              <a:rPr lang="en-US" b="1" dirty="0"/>
              <a:t>lot</a:t>
            </a:r>
            <a:r>
              <a:rPr lang="en-US" dirty="0"/>
              <a:t> of registers or shared memory, the SM could have too few threads to keep the SPs busy.</a:t>
            </a:r>
          </a:p>
        </p:txBody>
      </p:sp>
    </p:spTree>
    <p:extLst>
      <p:ext uri="{BB962C8B-B14F-4D97-AF65-F5344CB8AC3E}">
        <p14:creationId xmlns:p14="http://schemas.microsoft.com/office/powerpoint/2010/main" val="23178257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B02AB-4B09-4BD4-9DFA-099921C18F02}"/>
              </a:ext>
            </a:extLst>
          </p:cNvPr>
          <p:cNvSpPr>
            <a:spLocks noGrp="1"/>
          </p:cNvSpPr>
          <p:nvPr>
            <p:ph type="title"/>
          </p:nvPr>
        </p:nvSpPr>
        <p:spPr/>
        <p:txBody>
          <a:bodyPr/>
          <a:lstStyle/>
          <a:p>
            <a:r>
              <a:rPr lang="en-US" dirty="0"/>
              <a:t>Where this gets complicated</a:t>
            </a:r>
          </a:p>
        </p:txBody>
      </p:sp>
      <p:sp>
        <p:nvSpPr>
          <p:cNvPr id="3" name="Content Placeholder 2">
            <a:extLst>
              <a:ext uri="{FF2B5EF4-FFF2-40B4-BE49-F238E27FC236}">
                <a16:creationId xmlns:a16="http://schemas.microsoft.com/office/drawing/2014/main" id="{42CD2C64-FC95-43BE-869F-0CA4CAA8ECAF}"/>
              </a:ext>
            </a:extLst>
          </p:cNvPr>
          <p:cNvSpPr>
            <a:spLocks noGrp="1"/>
          </p:cNvSpPr>
          <p:nvPr>
            <p:ph idx="1"/>
          </p:nvPr>
        </p:nvSpPr>
        <p:spPr>
          <a:xfrm>
            <a:off x="771088" y="1582650"/>
            <a:ext cx="10515600" cy="4910225"/>
          </a:xfrm>
        </p:spPr>
        <p:txBody>
          <a:bodyPr>
            <a:normAutofit lnSpcReduction="10000"/>
          </a:bodyPr>
          <a:lstStyle/>
          <a:p>
            <a:pPr marL="0" indent="0">
              <a:buNone/>
            </a:pPr>
            <a:r>
              <a:rPr lang="en-US" dirty="0"/>
              <a:t>Using too </a:t>
            </a:r>
            <a:r>
              <a:rPr lang="en-US" dirty="0">
                <a:highlight>
                  <a:srgbClr val="FFFF00"/>
                </a:highlight>
              </a:rPr>
              <a:t>few</a:t>
            </a:r>
            <a:r>
              <a:rPr lang="en-US" dirty="0"/>
              <a:t> local resources (shared memory/registers) can make your algorithm slower (overuse of global memory). </a:t>
            </a:r>
          </a:p>
          <a:p>
            <a:pPr marL="0" indent="0">
              <a:buNone/>
            </a:pPr>
            <a:endParaRPr lang="en-US" dirty="0"/>
          </a:p>
          <a:p>
            <a:pPr marL="0" indent="0">
              <a:buNone/>
            </a:pPr>
            <a:r>
              <a:rPr lang="en-US" dirty="0"/>
              <a:t>Using too </a:t>
            </a:r>
            <a:r>
              <a:rPr lang="en-US" dirty="0">
                <a:highlight>
                  <a:srgbClr val="FFFF00"/>
                </a:highlight>
              </a:rPr>
              <a:t>many</a:t>
            </a:r>
            <a:r>
              <a:rPr lang="en-US" dirty="0"/>
              <a:t> local resources (shared memory/registers) can make your SM under scheduled and therefore slower.</a:t>
            </a:r>
          </a:p>
          <a:p>
            <a:pPr marL="0" indent="0">
              <a:buNone/>
            </a:pPr>
            <a:endParaRPr lang="en-US" dirty="0"/>
          </a:p>
          <a:p>
            <a:pPr marL="0" indent="0">
              <a:buNone/>
            </a:pPr>
            <a:r>
              <a:rPr lang="en-US" dirty="0"/>
              <a:t>The resource counts depend on the particular hardware – there is no standard. A good threads/block value on one GPU might be a bad choice on another card.</a:t>
            </a:r>
          </a:p>
          <a:p>
            <a:pPr marL="0" indent="0">
              <a:buNone/>
            </a:pPr>
            <a:endParaRPr lang="en-US" dirty="0"/>
          </a:p>
          <a:p>
            <a:pPr marL="0" indent="0">
              <a:buNone/>
            </a:pPr>
            <a:r>
              <a:rPr lang="en-US" dirty="0"/>
              <a:t>And, of course, your program might not be the only one on the GPU…</a:t>
            </a:r>
          </a:p>
          <a:p>
            <a:pPr marL="0" indent="0">
              <a:buNone/>
            </a:pPr>
            <a:endParaRPr lang="en-US" dirty="0"/>
          </a:p>
        </p:txBody>
      </p:sp>
    </p:spTree>
    <p:extLst>
      <p:ext uri="{BB962C8B-B14F-4D97-AF65-F5344CB8AC3E}">
        <p14:creationId xmlns:p14="http://schemas.microsoft.com/office/powerpoint/2010/main" val="23605016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8F65F43-7991-4882-8D73-8A464CCDA594}"/>
              </a:ext>
            </a:extLst>
          </p:cNvPr>
          <p:cNvSpPr>
            <a:spLocks noGrp="1"/>
          </p:cNvSpPr>
          <p:nvPr>
            <p:ph type="ctrTitle"/>
          </p:nvPr>
        </p:nvSpPr>
        <p:spPr/>
        <p:txBody>
          <a:bodyPr/>
          <a:lstStyle/>
          <a:p>
            <a:r>
              <a:rPr lang="en-US" dirty="0"/>
              <a:t>Even More Concurrency</a:t>
            </a:r>
          </a:p>
        </p:txBody>
      </p:sp>
      <p:sp>
        <p:nvSpPr>
          <p:cNvPr id="5" name="Subtitle 4">
            <a:extLst>
              <a:ext uri="{FF2B5EF4-FFF2-40B4-BE49-F238E27FC236}">
                <a16:creationId xmlns:a16="http://schemas.microsoft.com/office/drawing/2014/main" id="{3BBE469A-7FA5-4E06-9CD9-9718FC5529ED}"/>
              </a:ext>
            </a:extLst>
          </p:cNvPr>
          <p:cNvSpPr>
            <a:spLocks noGrp="1"/>
          </p:cNvSpPr>
          <p:nvPr>
            <p:ph type="subTitle" idx="1"/>
          </p:nvPr>
        </p:nvSpPr>
        <p:spPr/>
        <p:txBody>
          <a:bodyPr/>
          <a:lstStyle/>
          <a:p>
            <a:r>
              <a:rPr lang="en-US" dirty="0"/>
              <a:t>Why wait?</a:t>
            </a:r>
          </a:p>
        </p:txBody>
      </p:sp>
    </p:spTree>
    <p:extLst>
      <p:ext uri="{BB962C8B-B14F-4D97-AF65-F5344CB8AC3E}">
        <p14:creationId xmlns:p14="http://schemas.microsoft.com/office/powerpoint/2010/main" val="6620968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8B816-10BA-442E-BD02-03115B75CF77}"/>
              </a:ext>
            </a:extLst>
          </p:cNvPr>
          <p:cNvSpPr>
            <a:spLocks noGrp="1"/>
          </p:cNvSpPr>
          <p:nvPr>
            <p:ph type="title"/>
          </p:nvPr>
        </p:nvSpPr>
        <p:spPr/>
        <p:txBody>
          <a:bodyPr/>
          <a:lstStyle/>
          <a:p>
            <a:r>
              <a:rPr lang="en-US" dirty="0"/>
              <a:t>Remember this?</a:t>
            </a:r>
          </a:p>
        </p:txBody>
      </p:sp>
      <p:sp>
        <p:nvSpPr>
          <p:cNvPr id="3" name="Content Placeholder 2">
            <a:extLst>
              <a:ext uri="{FF2B5EF4-FFF2-40B4-BE49-F238E27FC236}">
                <a16:creationId xmlns:a16="http://schemas.microsoft.com/office/drawing/2014/main" id="{9F2FC2F4-1656-4063-BFB0-1255222D9E45}"/>
              </a:ext>
            </a:extLst>
          </p:cNvPr>
          <p:cNvSpPr>
            <a:spLocks noGrp="1"/>
          </p:cNvSpPr>
          <p:nvPr>
            <p:ph idx="1"/>
          </p:nvPr>
        </p:nvSpPr>
        <p:spPr/>
        <p:txBody>
          <a:bodyPr>
            <a:normAutofit lnSpcReduction="10000"/>
          </a:bodyPr>
          <a:lstStyle/>
          <a:p>
            <a:pPr marL="0" indent="0">
              <a:buNone/>
            </a:pPr>
            <a:r>
              <a:rPr lang="en-US" dirty="0">
                <a:solidFill>
                  <a:schemeClr val="bg1">
                    <a:lumMod val="50000"/>
                  </a:schemeClr>
                </a:solidFill>
              </a:rPr>
              <a:t>We allocate space for all of the data, then copy the source data over. </a:t>
            </a:r>
          </a:p>
          <a:p>
            <a:pPr marL="0" indent="0">
              <a:buNone/>
            </a:pPr>
            <a:r>
              <a:rPr lang="en-US" dirty="0">
                <a:solidFill>
                  <a:schemeClr val="bg1">
                    <a:lumMod val="50000"/>
                  </a:schemeClr>
                </a:solidFill>
              </a:rPr>
              <a:t>We “call” our __global__ function</a:t>
            </a:r>
          </a:p>
          <a:p>
            <a:pPr marL="0" indent="0">
              <a:buNone/>
            </a:pPr>
            <a:r>
              <a:rPr lang="en-US" dirty="0">
                <a:solidFill>
                  <a:schemeClr val="bg1">
                    <a:lumMod val="50000"/>
                  </a:schemeClr>
                </a:solidFill>
              </a:rPr>
              <a:t>We copy our results back to main memory</a:t>
            </a:r>
          </a:p>
          <a:p>
            <a:pPr marL="0" indent="0">
              <a:buNone/>
            </a:pPr>
            <a:r>
              <a:rPr lang="en-US" dirty="0">
                <a:solidFill>
                  <a:schemeClr val="bg1">
                    <a:lumMod val="50000"/>
                  </a:schemeClr>
                </a:solidFill>
              </a:rPr>
              <a:t>We free our </a:t>
            </a:r>
            <a:r>
              <a:rPr lang="en-US" dirty="0" err="1">
                <a:solidFill>
                  <a:schemeClr val="bg1">
                    <a:lumMod val="50000"/>
                  </a:schemeClr>
                </a:solidFill>
              </a:rPr>
              <a:t>gpu</a:t>
            </a:r>
            <a:r>
              <a:rPr lang="en-US" dirty="0">
                <a:solidFill>
                  <a:schemeClr val="bg1">
                    <a:lumMod val="50000"/>
                  </a:schemeClr>
                </a:solidFill>
              </a:rPr>
              <a:t> related memory</a:t>
            </a:r>
          </a:p>
          <a:p>
            <a:pPr marL="0" indent="0">
              <a:buNone/>
            </a:pPr>
            <a:endParaRPr lang="en-US" dirty="0"/>
          </a:p>
          <a:p>
            <a:pPr marL="0" indent="0">
              <a:buNone/>
            </a:pPr>
            <a:r>
              <a:rPr lang="en-US" dirty="0"/>
              <a:t>This list is very synchronous. We allocate memory. We copy memory. We tell the GPU to do work. When it returns, we get our results.</a:t>
            </a:r>
          </a:p>
          <a:p>
            <a:pPr marL="0" indent="0">
              <a:buNone/>
            </a:pPr>
            <a:endParaRPr lang="en-US" dirty="0"/>
          </a:p>
          <a:p>
            <a:pPr marL="0" indent="0">
              <a:buNone/>
            </a:pPr>
            <a:r>
              <a:rPr lang="en-US" dirty="0"/>
              <a:t>Consider – why should the CPU sit idle while all of this happens?</a:t>
            </a:r>
          </a:p>
          <a:p>
            <a:pPr marL="0" indent="0">
              <a:buNone/>
            </a:pPr>
            <a:endParaRPr lang="en-US" dirty="0"/>
          </a:p>
        </p:txBody>
      </p:sp>
    </p:spTree>
    <p:extLst>
      <p:ext uri="{BB962C8B-B14F-4D97-AF65-F5344CB8AC3E}">
        <p14:creationId xmlns:p14="http://schemas.microsoft.com/office/powerpoint/2010/main" val="28544222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9D0A2-1A24-4A52-8741-E47722073644}"/>
              </a:ext>
            </a:extLst>
          </p:cNvPr>
          <p:cNvSpPr>
            <a:spLocks noGrp="1"/>
          </p:cNvSpPr>
          <p:nvPr>
            <p:ph type="title"/>
          </p:nvPr>
        </p:nvSpPr>
        <p:spPr/>
        <p:txBody>
          <a:bodyPr/>
          <a:lstStyle/>
          <a:p>
            <a:r>
              <a:rPr lang="en-US" dirty="0"/>
              <a:t>Use the CPU while the GPU works…</a:t>
            </a:r>
          </a:p>
        </p:txBody>
      </p:sp>
      <p:sp>
        <p:nvSpPr>
          <p:cNvPr id="3" name="Content Placeholder 2">
            <a:extLst>
              <a:ext uri="{FF2B5EF4-FFF2-40B4-BE49-F238E27FC236}">
                <a16:creationId xmlns:a16="http://schemas.microsoft.com/office/drawing/2014/main" id="{90C4744F-3519-464A-890A-01B7CF3476E2}"/>
              </a:ext>
            </a:extLst>
          </p:cNvPr>
          <p:cNvSpPr>
            <a:spLocks noGrp="1"/>
          </p:cNvSpPr>
          <p:nvPr>
            <p:ph idx="1"/>
          </p:nvPr>
        </p:nvSpPr>
        <p:spPr/>
        <p:txBody>
          <a:bodyPr/>
          <a:lstStyle/>
          <a:p>
            <a:pPr marL="0" indent="0">
              <a:buNone/>
            </a:pPr>
            <a:r>
              <a:rPr lang="en-US" dirty="0">
                <a:solidFill>
                  <a:schemeClr val="bg1">
                    <a:lumMod val="50000"/>
                  </a:schemeClr>
                </a:solidFill>
              </a:rPr>
              <a:t>We allocate space for all of the data, then copy the source data over. </a:t>
            </a:r>
          </a:p>
          <a:p>
            <a:pPr marL="0" indent="0">
              <a:buNone/>
            </a:pPr>
            <a:r>
              <a:rPr lang="en-US" dirty="0">
                <a:solidFill>
                  <a:schemeClr val="bg1">
                    <a:lumMod val="50000"/>
                  </a:schemeClr>
                </a:solidFill>
              </a:rPr>
              <a:t>We “call” our __global__ function</a:t>
            </a:r>
          </a:p>
          <a:p>
            <a:pPr marL="0" indent="0">
              <a:buNone/>
            </a:pPr>
            <a:r>
              <a:rPr lang="en-US" dirty="0" err="1">
                <a:highlight>
                  <a:srgbClr val="FFFF00"/>
                </a:highlight>
              </a:rPr>
              <a:t>DoSomeCPUWork</a:t>
            </a:r>
            <a:r>
              <a:rPr lang="en-US" dirty="0">
                <a:highlight>
                  <a:srgbClr val="FFFF00"/>
                </a:highlight>
              </a:rPr>
              <a:t>();</a:t>
            </a:r>
          </a:p>
          <a:p>
            <a:pPr marL="0" indent="0">
              <a:buNone/>
            </a:pPr>
            <a:r>
              <a:rPr lang="en-US" dirty="0">
                <a:solidFill>
                  <a:schemeClr val="bg1">
                    <a:lumMod val="50000"/>
                  </a:schemeClr>
                </a:solidFill>
              </a:rPr>
              <a:t>We copy our results back to main memory</a:t>
            </a:r>
          </a:p>
          <a:p>
            <a:pPr marL="0" indent="0">
              <a:buNone/>
            </a:pPr>
            <a:r>
              <a:rPr lang="en-US" dirty="0">
                <a:solidFill>
                  <a:schemeClr val="bg1">
                    <a:lumMod val="50000"/>
                  </a:schemeClr>
                </a:solidFill>
              </a:rPr>
              <a:t>We free our </a:t>
            </a:r>
            <a:r>
              <a:rPr lang="en-US" dirty="0" err="1">
                <a:solidFill>
                  <a:schemeClr val="bg1">
                    <a:lumMod val="50000"/>
                  </a:schemeClr>
                </a:solidFill>
              </a:rPr>
              <a:t>gpu</a:t>
            </a:r>
            <a:r>
              <a:rPr lang="en-US" dirty="0">
                <a:solidFill>
                  <a:schemeClr val="bg1">
                    <a:lumMod val="50000"/>
                  </a:schemeClr>
                </a:solidFill>
              </a:rPr>
              <a:t> related memory</a:t>
            </a:r>
          </a:p>
          <a:p>
            <a:pPr marL="0" indent="0">
              <a:buNone/>
            </a:pPr>
            <a:endParaRPr lang="en-US" dirty="0"/>
          </a:p>
          <a:p>
            <a:pPr marL="0" indent="0">
              <a:buNone/>
            </a:pPr>
            <a:r>
              <a:rPr lang="en-US" dirty="0"/>
              <a:t>Adding some CPU work while the GPU is working gives us another level of parallelism!</a:t>
            </a:r>
          </a:p>
        </p:txBody>
      </p:sp>
    </p:spTree>
    <p:extLst>
      <p:ext uri="{BB962C8B-B14F-4D97-AF65-F5344CB8AC3E}">
        <p14:creationId xmlns:p14="http://schemas.microsoft.com/office/powerpoint/2010/main" val="24587758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BFD67-445B-468D-A9BB-5342AF1FD108}"/>
              </a:ext>
            </a:extLst>
          </p:cNvPr>
          <p:cNvSpPr>
            <a:spLocks noGrp="1"/>
          </p:cNvSpPr>
          <p:nvPr>
            <p:ph type="title"/>
          </p:nvPr>
        </p:nvSpPr>
        <p:spPr/>
        <p:txBody>
          <a:bodyPr/>
          <a:lstStyle/>
          <a:p>
            <a:r>
              <a:rPr lang="en-US" dirty="0"/>
              <a:t>A bit of operating systems</a:t>
            </a:r>
          </a:p>
        </p:txBody>
      </p:sp>
      <p:sp>
        <p:nvSpPr>
          <p:cNvPr id="3" name="Content Placeholder 2">
            <a:extLst>
              <a:ext uri="{FF2B5EF4-FFF2-40B4-BE49-F238E27FC236}">
                <a16:creationId xmlns:a16="http://schemas.microsoft.com/office/drawing/2014/main" id="{67E136B9-4CE4-4977-8494-43B98DE1BC20}"/>
              </a:ext>
            </a:extLst>
          </p:cNvPr>
          <p:cNvSpPr>
            <a:spLocks noGrp="1"/>
          </p:cNvSpPr>
          <p:nvPr>
            <p:ph idx="1"/>
          </p:nvPr>
        </p:nvSpPr>
        <p:spPr/>
        <p:txBody>
          <a:bodyPr>
            <a:normAutofit lnSpcReduction="10000"/>
          </a:bodyPr>
          <a:lstStyle/>
          <a:p>
            <a:pPr marL="0" indent="0">
              <a:buNone/>
            </a:pPr>
            <a:r>
              <a:rPr lang="en-US" dirty="0"/>
              <a:t>Operating systems can “page” memory. When the system gets short on memory, it can write (part or all) of your program’s memory to disk. When you attempt to access that memory, the operating system </a:t>
            </a:r>
            <a:r>
              <a:rPr lang="en-US" b="1" dirty="0"/>
              <a:t>must</a:t>
            </a:r>
            <a:r>
              <a:rPr lang="en-US" dirty="0"/>
              <a:t> load the data back into memory. </a:t>
            </a:r>
          </a:p>
          <a:p>
            <a:pPr marL="0" indent="0">
              <a:buNone/>
            </a:pPr>
            <a:endParaRPr lang="en-US" dirty="0"/>
          </a:p>
          <a:p>
            <a:pPr marL="0" indent="0">
              <a:buNone/>
            </a:pPr>
            <a:r>
              <a:rPr lang="en-US" dirty="0"/>
              <a:t>Think of this like borrowing from one friend to pay a debt to another.</a:t>
            </a:r>
          </a:p>
          <a:p>
            <a:pPr marL="0" indent="0">
              <a:buNone/>
            </a:pPr>
            <a:endParaRPr lang="en-US" dirty="0"/>
          </a:p>
          <a:p>
            <a:pPr marL="0" indent="0">
              <a:buNone/>
            </a:pPr>
            <a:r>
              <a:rPr lang="en-US" dirty="0"/>
              <a:t>When paging happens, the physical location of your memory can change. The operating system and CPU make this seamless to your program, but the GPU can see the change.</a:t>
            </a:r>
          </a:p>
        </p:txBody>
      </p:sp>
    </p:spTree>
    <p:extLst>
      <p:ext uri="{BB962C8B-B14F-4D97-AF65-F5344CB8AC3E}">
        <p14:creationId xmlns:p14="http://schemas.microsoft.com/office/powerpoint/2010/main" val="26726193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B10E6-C41F-4568-B056-2AF992AD6901}"/>
              </a:ext>
            </a:extLst>
          </p:cNvPr>
          <p:cNvSpPr>
            <a:spLocks noGrp="1"/>
          </p:cNvSpPr>
          <p:nvPr>
            <p:ph type="title"/>
          </p:nvPr>
        </p:nvSpPr>
        <p:spPr/>
        <p:txBody>
          <a:bodyPr/>
          <a:lstStyle/>
          <a:p>
            <a:r>
              <a:rPr lang="en-US" dirty="0"/>
              <a:t>Pinning (page-locking) memory</a:t>
            </a:r>
          </a:p>
        </p:txBody>
      </p:sp>
      <p:sp>
        <p:nvSpPr>
          <p:cNvPr id="3" name="Content Placeholder 2">
            <a:extLst>
              <a:ext uri="{FF2B5EF4-FFF2-40B4-BE49-F238E27FC236}">
                <a16:creationId xmlns:a16="http://schemas.microsoft.com/office/drawing/2014/main" id="{DF643B78-318F-4624-AE3C-6E39373B9075}"/>
              </a:ext>
            </a:extLst>
          </p:cNvPr>
          <p:cNvSpPr>
            <a:spLocks noGrp="1"/>
          </p:cNvSpPr>
          <p:nvPr>
            <p:ph idx="1"/>
          </p:nvPr>
        </p:nvSpPr>
        <p:spPr/>
        <p:txBody>
          <a:bodyPr/>
          <a:lstStyle/>
          <a:p>
            <a:pPr marL="0" indent="0">
              <a:buNone/>
            </a:pPr>
            <a:r>
              <a:rPr lang="en-US" dirty="0" err="1"/>
              <a:t>cudaHostAlloc</a:t>
            </a:r>
            <a:r>
              <a:rPr lang="en-US" dirty="0"/>
              <a:t>() and </a:t>
            </a:r>
            <a:r>
              <a:rPr lang="en-US" dirty="0" err="1"/>
              <a:t>cudaFreeHost</a:t>
            </a:r>
            <a:r>
              <a:rPr lang="en-US" dirty="0"/>
              <a:t>() will allocate memory that cannot be paged.</a:t>
            </a:r>
          </a:p>
          <a:p>
            <a:pPr marL="0" indent="0">
              <a:buNone/>
            </a:pPr>
            <a:r>
              <a:rPr lang="en-US" dirty="0" err="1"/>
              <a:t>cudaHostRegister</a:t>
            </a:r>
            <a:r>
              <a:rPr lang="en-US" dirty="0"/>
              <a:t>() page-locks memory that was allocated by malloc</a:t>
            </a:r>
          </a:p>
          <a:p>
            <a:pPr marL="0" indent="0">
              <a:buNone/>
            </a:pPr>
            <a:endParaRPr lang="en-US" dirty="0"/>
          </a:p>
          <a:p>
            <a:pPr marL="0" indent="0">
              <a:buNone/>
            </a:pPr>
            <a:r>
              <a:rPr lang="en-US" dirty="0"/>
              <a:t>Once the memory is page-locked, the CUDA system has some more options available. </a:t>
            </a:r>
          </a:p>
          <a:p>
            <a:pPr marL="0" indent="0">
              <a:buNone/>
            </a:pPr>
            <a:endParaRPr lang="en-US" dirty="0"/>
          </a:p>
          <a:p>
            <a:pPr marL="0" indent="0">
              <a:buNone/>
            </a:pPr>
            <a:r>
              <a:rPr lang="en-US" dirty="0"/>
              <a:t>Why? Because it can be sure that the physical location of the memory won’t change “randomly”.</a:t>
            </a:r>
          </a:p>
        </p:txBody>
      </p:sp>
    </p:spTree>
    <p:extLst>
      <p:ext uri="{BB962C8B-B14F-4D97-AF65-F5344CB8AC3E}">
        <p14:creationId xmlns:p14="http://schemas.microsoft.com/office/powerpoint/2010/main" val="12828178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43214-1A32-4D6D-BECF-E85D926C8C9C}"/>
              </a:ext>
            </a:extLst>
          </p:cNvPr>
          <p:cNvSpPr>
            <a:spLocks noGrp="1"/>
          </p:cNvSpPr>
          <p:nvPr>
            <p:ph type="title"/>
          </p:nvPr>
        </p:nvSpPr>
        <p:spPr/>
        <p:txBody>
          <a:bodyPr/>
          <a:lstStyle/>
          <a:p>
            <a:r>
              <a:rPr lang="en-US" dirty="0"/>
              <a:t>Advantages of page-locked memory</a:t>
            </a:r>
          </a:p>
        </p:txBody>
      </p:sp>
      <p:sp>
        <p:nvSpPr>
          <p:cNvPr id="3" name="Content Placeholder 2">
            <a:extLst>
              <a:ext uri="{FF2B5EF4-FFF2-40B4-BE49-F238E27FC236}">
                <a16:creationId xmlns:a16="http://schemas.microsoft.com/office/drawing/2014/main" id="{4E715D58-CFD5-4D08-9E74-2571466D1D5A}"/>
              </a:ext>
            </a:extLst>
          </p:cNvPr>
          <p:cNvSpPr>
            <a:spLocks noGrp="1"/>
          </p:cNvSpPr>
          <p:nvPr>
            <p:ph idx="1"/>
          </p:nvPr>
        </p:nvSpPr>
        <p:spPr/>
        <p:txBody>
          <a:bodyPr/>
          <a:lstStyle/>
          <a:p>
            <a:pPr marL="0" indent="0">
              <a:buNone/>
            </a:pPr>
            <a:r>
              <a:rPr lang="en-US" dirty="0"/>
              <a:t>Copies from system memory to GPU memory can be performed while other kernels are running (on some GPUs)</a:t>
            </a:r>
          </a:p>
          <a:p>
            <a:pPr marL="0" indent="0">
              <a:buNone/>
            </a:pPr>
            <a:endParaRPr lang="en-US" dirty="0"/>
          </a:p>
          <a:p>
            <a:pPr marL="0" indent="0">
              <a:buNone/>
            </a:pPr>
            <a:r>
              <a:rPr lang="en-US" dirty="0"/>
              <a:t>On some GPUs, page-locked memory doesn’t even need to be copied to the GPU!</a:t>
            </a:r>
          </a:p>
          <a:p>
            <a:pPr marL="0" indent="0">
              <a:buNone/>
            </a:pPr>
            <a:endParaRPr lang="en-US" dirty="0"/>
          </a:p>
          <a:p>
            <a:pPr marL="0" indent="0">
              <a:buNone/>
            </a:pPr>
            <a:r>
              <a:rPr lang="en-US" dirty="0"/>
              <a:t>Some systems can optimize the bandwidth between system memory and GPU memory when the system memory is page-locked.</a:t>
            </a:r>
          </a:p>
        </p:txBody>
      </p:sp>
    </p:spTree>
    <p:extLst>
      <p:ext uri="{BB962C8B-B14F-4D97-AF65-F5344CB8AC3E}">
        <p14:creationId xmlns:p14="http://schemas.microsoft.com/office/powerpoint/2010/main" val="12628654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94B1B-0848-493A-9E0A-0542E9D6474D}"/>
              </a:ext>
            </a:extLst>
          </p:cNvPr>
          <p:cNvSpPr>
            <a:spLocks noGrp="1"/>
          </p:cNvSpPr>
          <p:nvPr>
            <p:ph type="title"/>
          </p:nvPr>
        </p:nvSpPr>
        <p:spPr/>
        <p:txBody>
          <a:bodyPr/>
          <a:lstStyle/>
          <a:p>
            <a:r>
              <a:rPr lang="en-US" dirty="0"/>
              <a:t>Sharing memory with the GPU</a:t>
            </a:r>
          </a:p>
        </p:txBody>
      </p:sp>
      <p:sp>
        <p:nvSpPr>
          <p:cNvPr id="3" name="Content Placeholder 2">
            <a:extLst>
              <a:ext uri="{FF2B5EF4-FFF2-40B4-BE49-F238E27FC236}">
                <a16:creationId xmlns:a16="http://schemas.microsoft.com/office/drawing/2014/main" id="{EFD0827C-C0C9-4155-B9E2-4FCEF8DBB229}"/>
              </a:ext>
            </a:extLst>
          </p:cNvPr>
          <p:cNvSpPr>
            <a:spLocks noGrp="1"/>
          </p:cNvSpPr>
          <p:nvPr>
            <p:ph idx="1"/>
          </p:nvPr>
        </p:nvSpPr>
        <p:spPr>
          <a:xfrm>
            <a:off x="838200" y="1619075"/>
            <a:ext cx="10515600" cy="4557888"/>
          </a:xfrm>
        </p:spPr>
        <p:txBody>
          <a:bodyPr>
            <a:normAutofit lnSpcReduction="10000"/>
          </a:bodyPr>
          <a:lstStyle/>
          <a:p>
            <a:pPr marL="0" indent="0">
              <a:buNone/>
            </a:pPr>
            <a:r>
              <a:rPr lang="en-US" dirty="0">
                <a:effectLst/>
                <a:latin typeface="Consolas" panose="020B0609020204030204" pitchFamily="49" charset="0"/>
              </a:rPr>
              <a:t>void *</a:t>
            </a:r>
            <a:r>
              <a:rPr lang="en-US" dirty="0" err="1">
                <a:effectLst/>
                <a:latin typeface="Consolas" panose="020B0609020204030204" pitchFamily="49" charset="0"/>
              </a:rPr>
              <a:t>host_a</a:t>
            </a:r>
            <a:r>
              <a:rPr lang="en-US" dirty="0">
                <a:effectLst/>
                <a:latin typeface="Consolas" panose="020B0609020204030204" pitchFamily="49" charset="0"/>
              </a:rPr>
              <a:t>,*</a:t>
            </a:r>
            <a:r>
              <a:rPr lang="en-US" dirty="0" err="1">
                <a:effectLst/>
                <a:latin typeface="Consolas" panose="020B0609020204030204" pitchFamily="49" charset="0"/>
              </a:rPr>
              <a:t>dev_a</a:t>
            </a:r>
            <a:r>
              <a:rPr lang="en-US" dirty="0">
                <a:effectLst/>
                <a:latin typeface="Consolas" panose="020B0609020204030204" pitchFamily="49" charset="0"/>
              </a:rPr>
              <a:t>;</a:t>
            </a:r>
          </a:p>
          <a:p>
            <a:pPr marL="0" indent="0">
              <a:buNone/>
            </a:pPr>
            <a:r>
              <a:rPr lang="en-US" dirty="0">
                <a:latin typeface="Consolas" panose="020B0609020204030204" pitchFamily="49" charset="0"/>
              </a:rPr>
              <a:t>int size=10000;</a:t>
            </a:r>
          </a:p>
          <a:p>
            <a:pPr marL="0" indent="0">
              <a:buNone/>
            </a:pPr>
            <a:endParaRPr lang="en-US" dirty="0">
              <a:effectLst/>
              <a:latin typeface="Consolas" panose="020B0609020204030204" pitchFamily="49" charset="0"/>
            </a:endParaRPr>
          </a:p>
          <a:p>
            <a:pPr marL="0" indent="0">
              <a:buNone/>
            </a:pPr>
            <a:r>
              <a:rPr lang="en-US" dirty="0" err="1">
                <a:effectLst/>
                <a:latin typeface="Consolas" panose="020B0609020204030204" pitchFamily="49" charset="0"/>
              </a:rPr>
              <a:t>cudaHostAlloc</a:t>
            </a:r>
            <a:r>
              <a:rPr lang="en-US" dirty="0">
                <a:effectLst/>
                <a:latin typeface="Consolas" panose="020B0609020204030204" pitchFamily="49" charset="0"/>
              </a:rPr>
              <a:t>((void**)&amp;</a:t>
            </a:r>
            <a:r>
              <a:rPr lang="en-US" dirty="0" err="1">
                <a:effectLst/>
                <a:latin typeface="Consolas" panose="020B0609020204030204" pitchFamily="49" charset="0"/>
              </a:rPr>
              <a:t>host_a</a:t>
            </a:r>
            <a:r>
              <a:rPr lang="en-US" dirty="0">
                <a:effectLst/>
                <a:latin typeface="Consolas" panose="020B0609020204030204" pitchFamily="49" charset="0"/>
              </a:rPr>
              <a:t>,</a:t>
            </a:r>
          </a:p>
          <a:p>
            <a:pPr marL="0" indent="0">
              <a:buNone/>
            </a:pPr>
            <a:r>
              <a:rPr lang="en-US" dirty="0">
                <a:latin typeface="Consolas" panose="020B0609020204030204" pitchFamily="49" charset="0"/>
              </a:rPr>
              <a:t>	</a:t>
            </a:r>
            <a:r>
              <a:rPr lang="en-US" dirty="0">
                <a:effectLst/>
                <a:latin typeface="Consolas" panose="020B0609020204030204" pitchFamily="49" charset="0"/>
              </a:rPr>
              <a:t>size*</a:t>
            </a:r>
            <a:r>
              <a:rPr lang="en-US" dirty="0" err="1">
                <a:effectLst/>
                <a:latin typeface="Consolas" panose="020B0609020204030204" pitchFamily="49" charset="0"/>
              </a:rPr>
              <a:t>sizeof</a:t>
            </a:r>
            <a:r>
              <a:rPr lang="en-US" dirty="0">
                <a:effectLst/>
                <a:latin typeface="Consolas" panose="020B0609020204030204" pitchFamily="49" charset="0"/>
              </a:rPr>
              <a:t>(float),</a:t>
            </a:r>
            <a:br>
              <a:rPr lang="en-US" dirty="0">
                <a:latin typeface="Consolas" panose="020B0609020204030204" pitchFamily="49" charset="0"/>
              </a:rPr>
            </a:br>
            <a:r>
              <a:rPr lang="en-US" dirty="0">
                <a:latin typeface="Consolas" panose="020B0609020204030204" pitchFamily="49" charset="0"/>
              </a:rPr>
              <a:t>	</a:t>
            </a:r>
            <a:r>
              <a:rPr lang="en-US" dirty="0" err="1">
                <a:effectLst/>
                <a:latin typeface="Consolas" panose="020B0609020204030204" pitchFamily="49" charset="0"/>
              </a:rPr>
              <a:t>cudaHostAllocWriteCombined</a:t>
            </a:r>
            <a:r>
              <a:rPr lang="en-US" dirty="0">
                <a:effectLst/>
                <a:latin typeface="Consolas" panose="020B0609020204030204" pitchFamily="49" charset="0"/>
              </a:rPr>
              <a:t> | </a:t>
            </a:r>
          </a:p>
          <a:p>
            <a:pPr marL="0" indent="0">
              <a:buNone/>
            </a:pPr>
            <a:r>
              <a:rPr lang="en-US" dirty="0">
                <a:latin typeface="Consolas" panose="020B0609020204030204" pitchFamily="49" charset="0"/>
              </a:rPr>
              <a:t>		</a:t>
            </a:r>
            <a:r>
              <a:rPr lang="en-US" dirty="0" err="1">
                <a:effectLst/>
                <a:latin typeface="Consolas" panose="020B0609020204030204" pitchFamily="49" charset="0"/>
              </a:rPr>
              <a:t>cudaHostAllocMapped</a:t>
            </a:r>
            <a:r>
              <a:rPr lang="en-US" dirty="0">
                <a:effectLst/>
                <a:latin typeface="Consolas" panose="020B0609020204030204" pitchFamily="49" charset="0"/>
              </a:rPr>
              <a:t> );</a:t>
            </a:r>
          </a:p>
          <a:p>
            <a:pPr marL="0" indent="0">
              <a:buNone/>
            </a:pPr>
            <a:br>
              <a:rPr lang="en-US" dirty="0">
                <a:latin typeface="Consolas" panose="020B0609020204030204" pitchFamily="49" charset="0"/>
              </a:rPr>
            </a:br>
            <a:r>
              <a:rPr lang="en-US" dirty="0" err="1">
                <a:effectLst/>
                <a:latin typeface="Consolas" panose="020B0609020204030204" pitchFamily="49" charset="0"/>
              </a:rPr>
              <a:t>cudaHostGetDevicePointer</a:t>
            </a:r>
            <a:r>
              <a:rPr lang="en-US" dirty="0">
                <a:effectLst/>
                <a:latin typeface="Consolas" panose="020B0609020204030204" pitchFamily="49" charset="0"/>
              </a:rPr>
              <a:t>( &amp;</a:t>
            </a:r>
            <a:r>
              <a:rPr lang="en-US" dirty="0" err="1">
                <a:effectLst/>
                <a:latin typeface="Consolas" panose="020B0609020204030204" pitchFamily="49" charset="0"/>
              </a:rPr>
              <a:t>dev_a</a:t>
            </a:r>
            <a:r>
              <a:rPr lang="en-US" dirty="0">
                <a:effectLst/>
                <a:latin typeface="Consolas" panose="020B0609020204030204" pitchFamily="49" charset="0"/>
              </a:rPr>
              <a:t>, </a:t>
            </a:r>
            <a:r>
              <a:rPr lang="en-US" dirty="0" err="1">
                <a:effectLst/>
                <a:latin typeface="Consolas" panose="020B0609020204030204" pitchFamily="49" charset="0"/>
              </a:rPr>
              <a:t>host_a</a:t>
            </a:r>
            <a:r>
              <a:rPr lang="en-US" dirty="0">
                <a:effectLst/>
                <a:latin typeface="Consolas" panose="020B0609020204030204" pitchFamily="49" charset="0"/>
              </a:rPr>
              <a:t>, 0);</a:t>
            </a:r>
          </a:p>
          <a:p>
            <a:pPr marL="0" indent="0">
              <a:buNone/>
            </a:pPr>
            <a:r>
              <a:rPr lang="en-US" dirty="0" err="1">
                <a:latin typeface="Consolas" panose="020B0609020204030204" pitchFamily="49" charset="0"/>
              </a:rPr>
              <a:t>myKernel</a:t>
            </a:r>
            <a:r>
              <a:rPr lang="en-US" dirty="0">
                <a:latin typeface="Consolas" panose="020B0609020204030204" pitchFamily="49" charset="0"/>
              </a:rPr>
              <a:t>&lt;&lt;&lt;100,100&gt;&gt;&gt; (</a:t>
            </a:r>
            <a:r>
              <a:rPr lang="en-US" dirty="0" err="1">
                <a:latin typeface="Consolas" panose="020B0609020204030204" pitchFamily="49" charset="0"/>
              </a:rPr>
              <a:t>dev_a</a:t>
            </a:r>
            <a:r>
              <a:rPr lang="en-US" dirty="0">
                <a:latin typeface="Consolas" panose="020B0609020204030204" pitchFamily="49" charset="0"/>
              </a:rPr>
              <a:t>); </a:t>
            </a:r>
          </a:p>
        </p:txBody>
      </p:sp>
      <p:sp>
        <p:nvSpPr>
          <p:cNvPr id="4" name="Speech Bubble: Rectangle 3">
            <a:extLst>
              <a:ext uri="{FF2B5EF4-FFF2-40B4-BE49-F238E27FC236}">
                <a16:creationId xmlns:a16="http://schemas.microsoft.com/office/drawing/2014/main" id="{7FAAF3D1-795C-4E83-BE67-605D619C68A8}"/>
              </a:ext>
            </a:extLst>
          </p:cNvPr>
          <p:cNvSpPr/>
          <p:nvPr/>
        </p:nvSpPr>
        <p:spPr>
          <a:xfrm>
            <a:off x="6778305" y="1325461"/>
            <a:ext cx="3439486" cy="1526796"/>
          </a:xfrm>
          <a:prstGeom prst="wedgeRectCallout">
            <a:avLst>
              <a:gd name="adj1" fmla="val -175987"/>
              <a:gd name="adj2" fmla="val 6120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allocate pinned memory on the host to hold “size” floats. </a:t>
            </a:r>
            <a:r>
              <a:rPr lang="en-US" dirty="0" err="1"/>
              <a:t>Write_combined</a:t>
            </a:r>
            <a:r>
              <a:rPr lang="en-US" dirty="0"/>
              <a:t> is a flag indicating that the memory should not be cached by the CPU.</a:t>
            </a:r>
          </a:p>
        </p:txBody>
      </p:sp>
      <p:sp>
        <p:nvSpPr>
          <p:cNvPr id="5" name="Speech Bubble: Rectangle 4">
            <a:extLst>
              <a:ext uri="{FF2B5EF4-FFF2-40B4-BE49-F238E27FC236}">
                <a16:creationId xmlns:a16="http://schemas.microsoft.com/office/drawing/2014/main" id="{0BFA3FF5-F05F-49C2-97B4-90D4D7714749}"/>
              </a:ext>
            </a:extLst>
          </p:cNvPr>
          <p:cNvSpPr/>
          <p:nvPr/>
        </p:nvSpPr>
        <p:spPr>
          <a:xfrm>
            <a:off x="9068498" y="4106207"/>
            <a:ext cx="2869035" cy="876154"/>
          </a:xfrm>
          <a:prstGeom prst="wedgeRectCallout">
            <a:avLst>
              <a:gd name="adj1" fmla="val -224841"/>
              <a:gd name="adj2" fmla="val 6842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Get the pointer for the device from the host pointer</a:t>
            </a:r>
          </a:p>
        </p:txBody>
      </p:sp>
    </p:spTree>
    <p:extLst>
      <p:ext uri="{BB962C8B-B14F-4D97-AF65-F5344CB8AC3E}">
        <p14:creationId xmlns:p14="http://schemas.microsoft.com/office/powerpoint/2010/main" val="16132397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70110-DAB3-4A84-BBC5-0387DD8C7C33}"/>
              </a:ext>
            </a:extLst>
          </p:cNvPr>
          <p:cNvSpPr>
            <a:spLocks noGrp="1"/>
          </p:cNvSpPr>
          <p:nvPr>
            <p:ph type="title"/>
          </p:nvPr>
        </p:nvSpPr>
        <p:spPr/>
        <p:txBody>
          <a:bodyPr/>
          <a:lstStyle/>
          <a:p>
            <a:r>
              <a:rPr lang="en-US" dirty="0"/>
              <a:t>Downsides to </a:t>
            </a:r>
            <a:br>
              <a:rPr lang="en-US" dirty="0"/>
            </a:br>
            <a:r>
              <a:rPr lang="en-US" dirty="0"/>
              <a:t>shared memory</a:t>
            </a:r>
          </a:p>
        </p:txBody>
      </p:sp>
      <p:sp>
        <p:nvSpPr>
          <p:cNvPr id="3" name="Content Placeholder 2">
            <a:extLst>
              <a:ext uri="{FF2B5EF4-FFF2-40B4-BE49-F238E27FC236}">
                <a16:creationId xmlns:a16="http://schemas.microsoft.com/office/drawing/2014/main" id="{BBE84792-DD4D-4662-A25D-B41B770309DD}"/>
              </a:ext>
            </a:extLst>
          </p:cNvPr>
          <p:cNvSpPr>
            <a:spLocks noGrp="1"/>
          </p:cNvSpPr>
          <p:nvPr>
            <p:ph idx="1"/>
          </p:nvPr>
        </p:nvSpPr>
        <p:spPr>
          <a:xfrm>
            <a:off x="779477" y="3083974"/>
            <a:ext cx="10515600" cy="3300048"/>
          </a:xfrm>
        </p:spPr>
        <p:txBody>
          <a:bodyPr/>
          <a:lstStyle/>
          <a:p>
            <a:pPr marL="0" indent="0">
              <a:buNone/>
            </a:pPr>
            <a:r>
              <a:rPr lang="en-US" dirty="0"/>
              <a:t>Pinned memory can’t be swapped out (can cause out of memory issues)</a:t>
            </a:r>
          </a:p>
          <a:p>
            <a:pPr marL="0" indent="0">
              <a:buNone/>
            </a:pPr>
            <a:endParaRPr lang="en-US" dirty="0"/>
          </a:p>
          <a:p>
            <a:pPr marL="0" indent="0">
              <a:buNone/>
            </a:pPr>
            <a:r>
              <a:rPr lang="en-US" dirty="0"/>
              <a:t>Shared memory isn’t as fast as GPU-local memory</a:t>
            </a:r>
          </a:p>
          <a:p>
            <a:pPr marL="0" indent="0">
              <a:buNone/>
            </a:pPr>
            <a:endParaRPr lang="en-US" dirty="0"/>
          </a:p>
          <a:p>
            <a:pPr marL="0" indent="0">
              <a:buNone/>
            </a:pPr>
            <a:r>
              <a:rPr lang="en-US" dirty="0"/>
              <a:t>If running the GPU and CPU simultaneously, contention for CPU-RAM can become an issue.</a:t>
            </a:r>
          </a:p>
        </p:txBody>
      </p:sp>
      <p:pic>
        <p:nvPicPr>
          <p:cNvPr id="5" name="Picture 4" descr="Diagram&#10;&#10;Description automatically generated">
            <a:extLst>
              <a:ext uri="{FF2B5EF4-FFF2-40B4-BE49-F238E27FC236}">
                <a16:creationId xmlns:a16="http://schemas.microsoft.com/office/drawing/2014/main" id="{CD4DFC08-BB7E-481E-994F-A7C2DEE796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1537" y="40604"/>
            <a:ext cx="5760464" cy="3043370"/>
          </a:xfrm>
          <a:prstGeom prst="rect">
            <a:avLst/>
          </a:prstGeom>
        </p:spPr>
      </p:pic>
    </p:spTree>
    <p:extLst>
      <p:ext uri="{BB962C8B-B14F-4D97-AF65-F5344CB8AC3E}">
        <p14:creationId xmlns:p14="http://schemas.microsoft.com/office/powerpoint/2010/main" val="17967413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8B39D-1557-4E1F-BC51-BB92D9DD91D8}"/>
              </a:ext>
            </a:extLst>
          </p:cNvPr>
          <p:cNvSpPr>
            <a:spLocks noGrp="1"/>
          </p:cNvSpPr>
          <p:nvPr>
            <p:ph type="title"/>
          </p:nvPr>
        </p:nvSpPr>
        <p:spPr/>
        <p:txBody>
          <a:bodyPr/>
          <a:lstStyle/>
          <a:p>
            <a:r>
              <a:rPr lang="en-US" dirty="0"/>
              <a:t>Streams</a:t>
            </a:r>
          </a:p>
        </p:txBody>
      </p:sp>
      <p:sp>
        <p:nvSpPr>
          <p:cNvPr id="3" name="Content Placeholder 2">
            <a:extLst>
              <a:ext uri="{FF2B5EF4-FFF2-40B4-BE49-F238E27FC236}">
                <a16:creationId xmlns:a16="http://schemas.microsoft.com/office/drawing/2014/main" id="{D1543546-D462-4EE3-B16B-0FF196B4901F}"/>
              </a:ext>
            </a:extLst>
          </p:cNvPr>
          <p:cNvSpPr>
            <a:spLocks noGrp="1"/>
          </p:cNvSpPr>
          <p:nvPr>
            <p:ph idx="1"/>
          </p:nvPr>
        </p:nvSpPr>
        <p:spPr/>
        <p:txBody>
          <a:bodyPr/>
          <a:lstStyle/>
          <a:p>
            <a:pPr marL="0" indent="0">
              <a:buNone/>
            </a:pPr>
            <a:r>
              <a:rPr lang="en-US" dirty="0"/>
              <a:t>CUDA has a concept of streams – a sequence of operations that operate on the device in order.</a:t>
            </a:r>
          </a:p>
          <a:p>
            <a:pPr marL="0" indent="0">
              <a:buNone/>
            </a:pPr>
            <a:endParaRPr lang="en-US" dirty="0"/>
          </a:p>
          <a:p>
            <a:pPr marL="0" indent="0">
              <a:buNone/>
            </a:pPr>
            <a:r>
              <a:rPr lang="en-US" dirty="0"/>
              <a:t>There is a default stream (the null stream) that we have been using so far. </a:t>
            </a:r>
          </a:p>
          <a:p>
            <a:pPr marL="0" indent="0">
              <a:buNone/>
            </a:pPr>
            <a:endParaRPr lang="en-US" dirty="0"/>
          </a:p>
          <a:p>
            <a:pPr marL="0" indent="0">
              <a:buNone/>
            </a:pPr>
            <a:r>
              <a:rPr lang="en-US" dirty="0"/>
              <a:t>This default stream was why our “</a:t>
            </a:r>
            <a:r>
              <a:rPr lang="en-US" dirty="0" err="1"/>
              <a:t>memcpy</a:t>
            </a:r>
            <a:r>
              <a:rPr lang="en-US" dirty="0"/>
              <a:t> to GPU, call kernel, </a:t>
            </a:r>
            <a:r>
              <a:rPr lang="en-US" dirty="0" err="1"/>
              <a:t>memcpy</a:t>
            </a:r>
            <a:r>
              <a:rPr lang="en-US" dirty="0"/>
              <a:t> to CPU” didn’t start the </a:t>
            </a:r>
            <a:r>
              <a:rPr lang="en-US" dirty="0" err="1"/>
              <a:t>memcpy</a:t>
            </a:r>
            <a:r>
              <a:rPr lang="en-US" dirty="0"/>
              <a:t> while the GPU was executing the kernel. The stream ordering meant that we do one thing at a time.</a:t>
            </a:r>
          </a:p>
        </p:txBody>
      </p:sp>
    </p:spTree>
    <p:extLst>
      <p:ext uri="{BB962C8B-B14F-4D97-AF65-F5344CB8AC3E}">
        <p14:creationId xmlns:p14="http://schemas.microsoft.com/office/powerpoint/2010/main" val="40984599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66819-A4E1-4A4C-8672-D9B0A292B61C}"/>
              </a:ext>
            </a:extLst>
          </p:cNvPr>
          <p:cNvSpPr>
            <a:spLocks noGrp="1"/>
          </p:cNvSpPr>
          <p:nvPr>
            <p:ph type="title"/>
          </p:nvPr>
        </p:nvSpPr>
        <p:spPr/>
        <p:txBody>
          <a:bodyPr/>
          <a:lstStyle/>
          <a:p>
            <a:r>
              <a:rPr lang="en-US" dirty="0"/>
              <a:t>Making streams</a:t>
            </a:r>
          </a:p>
        </p:txBody>
      </p:sp>
      <p:sp>
        <p:nvSpPr>
          <p:cNvPr id="3" name="Content Placeholder 2">
            <a:extLst>
              <a:ext uri="{FF2B5EF4-FFF2-40B4-BE49-F238E27FC236}">
                <a16:creationId xmlns:a16="http://schemas.microsoft.com/office/drawing/2014/main" id="{2D1EE5DF-CB3B-487D-A8D3-E58FE9662206}"/>
              </a:ext>
            </a:extLst>
          </p:cNvPr>
          <p:cNvSpPr>
            <a:spLocks noGrp="1"/>
          </p:cNvSpPr>
          <p:nvPr>
            <p:ph idx="1"/>
          </p:nvPr>
        </p:nvSpPr>
        <p:spPr>
          <a:xfrm>
            <a:off x="662730" y="1825625"/>
            <a:ext cx="11375473" cy="4351338"/>
          </a:xfrm>
        </p:spPr>
        <p:txBody>
          <a:bodyPr>
            <a:normAutofit/>
          </a:bodyPr>
          <a:lstStyle/>
          <a:p>
            <a:pPr marL="0" indent="0">
              <a:buNone/>
            </a:pPr>
            <a:r>
              <a:rPr lang="en-US" sz="2400" dirty="0" err="1">
                <a:latin typeface="Consolas" panose="020B0609020204030204" pitchFamily="49" charset="0"/>
              </a:rPr>
              <a:t>cudaStream_t</a:t>
            </a:r>
            <a:r>
              <a:rPr lang="en-US" sz="2400" dirty="0">
                <a:latin typeface="Consolas" panose="020B0609020204030204" pitchFamily="49" charset="0"/>
              </a:rPr>
              <a:t> stream1;</a:t>
            </a:r>
          </a:p>
          <a:p>
            <a:pPr marL="0" indent="0">
              <a:buNone/>
            </a:pPr>
            <a:r>
              <a:rPr lang="en-US" sz="2400" dirty="0" err="1">
                <a:latin typeface="Consolas" panose="020B0609020204030204" pitchFamily="49" charset="0"/>
              </a:rPr>
              <a:t>cudaError_t</a:t>
            </a:r>
            <a:r>
              <a:rPr lang="en-US" sz="2400" dirty="0">
                <a:latin typeface="Consolas" panose="020B0609020204030204" pitchFamily="49" charset="0"/>
              </a:rPr>
              <a:t> result;</a:t>
            </a:r>
          </a:p>
          <a:p>
            <a:pPr marL="0" indent="0">
              <a:buNone/>
            </a:pPr>
            <a:r>
              <a:rPr lang="en-US" sz="2400" dirty="0">
                <a:latin typeface="Consolas" panose="020B0609020204030204" pitchFamily="49" charset="0"/>
              </a:rPr>
              <a:t>result = </a:t>
            </a:r>
            <a:r>
              <a:rPr lang="en-US" sz="2400" dirty="0" err="1">
                <a:latin typeface="Consolas" panose="020B0609020204030204" pitchFamily="49" charset="0"/>
              </a:rPr>
              <a:t>cudaStreamCreate</a:t>
            </a:r>
            <a:r>
              <a:rPr lang="en-US" sz="2400" dirty="0">
                <a:latin typeface="Consolas" panose="020B0609020204030204" pitchFamily="49" charset="0"/>
              </a:rPr>
              <a:t>(&amp;stream1);</a:t>
            </a:r>
          </a:p>
          <a:p>
            <a:pPr marL="0" indent="0">
              <a:buNone/>
            </a:pPr>
            <a:r>
              <a:rPr lang="en-US" sz="2400" dirty="0">
                <a:latin typeface="Consolas" panose="020B0609020204030204" pitchFamily="49" charset="0"/>
              </a:rPr>
              <a:t>result = </a:t>
            </a:r>
            <a:r>
              <a:rPr lang="en-US" sz="2400" dirty="0" err="1">
                <a:latin typeface="Consolas" panose="020B0609020204030204" pitchFamily="49" charset="0"/>
              </a:rPr>
              <a:t>cudaMemcpyAsync</a:t>
            </a:r>
            <a:r>
              <a:rPr lang="en-US" sz="2400" dirty="0">
                <a:latin typeface="Consolas" panose="020B0609020204030204" pitchFamily="49" charset="0"/>
              </a:rPr>
              <a:t>(</a:t>
            </a:r>
            <a:r>
              <a:rPr lang="en-US" sz="2400" dirty="0" err="1">
                <a:latin typeface="Consolas" panose="020B0609020204030204" pitchFamily="49" charset="0"/>
              </a:rPr>
              <a:t>d_a</a:t>
            </a:r>
            <a:r>
              <a:rPr lang="en-US" sz="2400" dirty="0">
                <a:latin typeface="Consolas" panose="020B0609020204030204" pitchFamily="49" charset="0"/>
              </a:rPr>
              <a:t>, a, N, </a:t>
            </a:r>
          </a:p>
          <a:p>
            <a:pPr marL="0" indent="0">
              <a:buNone/>
            </a:pPr>
            <a:r>
              <a:rPr lang="en-US" sz="2400" dirty="0">
                <a:latin typeface="Consolas" panose="020B0609020204030204" pitchFamily="49" charset="0"/>
              </a:rPr>
              <a:t>	</a:t>
            </a:r>
            <a:r>
              <a:rPr lang="en-US" sz="2400" dirty="0" err="1">
                <a:latin typeface="Consolas" panose="020B0609020204030204" pitchFamily="49" charset="0"/>
              </a:rPr>
              <a:t>cudaMemcpyHostToDevice</a:t>
            </a:r>
            <a:r>
              <a:rPr lang="en-US" sz="2400" dirty="0">
                <a:latin typeface="Consolas" panose="020B0609020204030204" pitchFamily="49" charset="0"/>
              </a:rPr>
              <a:t>, stream1); //a must be pinned</a:t>
            </a:r>
          </a:p>
          <a:p>
            <a:pPr marL="0" indent="0">
              <a:buNone/>
            </a:pPr>
            <a:r>
              <a:rPr lang="en-US" sz="2400" dirty="0" err="1">
                <a:latin typeface="Consolas" panose="020B0609020204030204" pitchFamily="49" charset="0"/>
              </a:rPr>
              <a:t>someKernel</a:t>
            </a:r>
            <a:r>
              <a:rPr lang="en-US" sz="2400" dirty="0">
                <a:latin typeface="Consolas" panose="020B0609020204030204" pitchFamily="49" charset="0"/>
              </a:rPr>
              <a:t>&lt;&lt;&lt;100,100,0,stream1&gt;&gt;&gt;(</a:t>
            </a:r>
            <a:r>
              <a:rPr lang="en-US" sz="2400" dirty="0" err="1">
                <a:latin typeface="Consolas" panose="020B0609020204030204" pitchFamily="49" charset="0"/>
              </a:rPr>
              <a:t>d_a</a:t>
            </a:r>
            <a:r>
              <a:rPr lang="en-US" sz="2400" dirty="0">
                <a:latin typeface="Consolas" panose="020B0609020204030204" pitchFamily="49" charset="0"/>
              </a:rPr>
              <a:t>); // more about the 0 later</a:t>
            </a:r>
          </a:p>
          <a:p>
            <a:pPr marL="0" indent="0">
              <a:buNone/>
            </a:pPr>
            <a:r>
              <a:rPr lang="en-US" sz="2400" dirty="0">
                <a:latin typeface="Consolas" panose="020B0609020204030204" pitchFamily="49" charset="0"/>
              </a:rPr>
              <a:t>result = </a:t>
            </a:r>
            <a:r>
              <a:rPr lang="en-US" sz="2400" dirty="0" err="1">
                <a:latin typeface="Consolas" panose="020B0609020204030204" pitchFamily="49" charset="0"/>
              </a:rPr>
              <a:t>cudaStreamDestroy</a:t>
            </a:r>
            <a:r>
              <a:rPr lang="en-US" sz="2400" dirty="0">
                <a:latin typeface="Consolas" panose="020B0609020204030204" pitchFamily="49" charset="0"/>
              </a:rPr>
              <a:t>(stream1);</a:t>
            </a:r>
          </a:p>
        </p:txBody>
      </p:sp>
    </p:spTree>
    <p:extLst>
      <p:ext uri="{BB962C8B-B14F-4D97-AF65-F5344CB8AC3E}">
        <p14:creationId xmlns:p14="http://schemas.microsoft.com/office/powerpoint/2010/main" val="2469774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3F6E1-2B8B-452B-83FB-5E1F97F0FB93}"/>
              </a:ext>
            </a:extLst>
          </p:cNvPr>
          <p:cNvSpPr>
            <a:spLocks noGrp="1"/>
          </p:cNvSpPr>
          <p:nvPr>
            <p:ph type="title"/>
          </p:nvPr>
        </p:nvSpPr>
        <p:spPr/>
        <p:txBody>
          <a:bodyPr/>
          <a:lstStyle/>
          <a:p>
            <a:r>
              <a:rPr lang="en-US" dirty="0"/>
              <a:t>Two different approaches</a:t>
            </a:r>
          </a:p>
        </p:txBody>
      </p:sp>
      <p:sp>
        <p:nvSpPr>
          <p:cNvPr id="3" name="Content Placeholder 2">
            <a:extLst>
              <a:ext uri="{FF2B5EF4-FFF2-40B4-BE49-F238E27FC236}">
                <a16:creationId xmlns:a16="http://schemas.microsoft.com/office/drawing/2014/main" id="{E4A79CC1-32AE-406C-88E1-C9953543903E}"/>
              </a:ext>
            </a:extLst>
          </p:cNvPr>
          <p:cNvSpPr>
            <a:spLocks noGrp="1"/>
          </p:cNvSpPr>
          <p:nvPr>
            <p:ph idx="1"/>
          </p:nvPr>
        </p:nvSpPr>
        <p:spPr/>
        <p:txBody>
          <a:bodyPr/>
          <a:lstStyle/>
          <a:p>
            <a:pPr marL="0" indent="0">
              <a:buNone/>
            </a:pPr>
            <a:r>
              <a:rPr lang="en-US" dirty="0"/>
              <a:t>One approach to using streams is to break the whole problem up into N pieces. Make N streams and have each stream do 1/N of the problem.</a:t>
            </a:r>
          </a:p>
          <a:p>
            <a:pPr marL="0" indent="0">
              <a:buNone/>
            </a:pPr>
            <a:endParaRPr lang="en-US" dirty="0"/>
          </a:p>
          <a:p>
            <a:pPr marL="0" indent="0">
              <a:buNone/>
            </a:pPr>
            <a:r>
              <a:rPr lang="en-US" dirty="0"/>
              <a:t>Another approach is to make N streams. Use all N streams to </a:t>
            </a:r>
            <a:r>
              <a:rPr lang="en-US" dirty="0" err="1"/>
              <a:t>memcpy</a:t>
            </a:r>
            <a:r>
              <a:rPr lang="en-US" dirty="0"/>
              <a:t> to the GPU, then all N streams execute parts of the kernel, then all N streams copy the result data to the CPU.</a:t>
            </a:r>
          </a:p>
          <a:p>
            <a:pPr marL="0" indent="0">
              <a:buNone/>
            </a:pPr>
            <a:endParaRPr lang="en-US" dirty="0"/>
          </a:p>
          <a:p>
            <a:pPr marL="0" indent="0">
              <a:buNone/>
            </a:pPr>
            <a:r>
              <a:rPr lang="en-US" dirty="0"/>
              <a:t>Which one is better depends on the model of the GPU.</a:t>
            </a:r>
          </a:p>
        </p:txBody>
      </p:sp>
    </p:spTree>
    <p:extLst>
      <p:ext uri="{BB962C8B-B14F-4D97-AF65-F5344CB8AC3E}">
        <p14:creationId xmlns:p14="http://schemas.microsoft.com/office/powerpoint/2010/main" val="16939727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E6F35-F7D9-4C4E-916B-29C688C7D507}"/>
              </a:ext>
            </a:extLst>
          </p:cNvPr>
          <p:cNvSpPr>
            <a:spLocks noGrp="1"/>
          </p:cNvSpPr>
          <p:nvPr>
            <p:ph type="title"/>
          </p:nvPr>
        </p:nvSpPr>
        <p:spPr/>
        <p:txBody>
          <a:bodyPr/>
          <a:lstStyle/>
          <a:p>
            <a:r>
              <a:rPr lang="en-US" dirty="0"/>
              <a:t>Approach 1 – split the whole problem</a:t>
            </a:r>
          </a:p>
        </p:txBody>
      </p:sp>
      <p:sp>
        <p:nvSpPr>
          <p:cNvPr id="3" name="Content Placeholder 2">
            <a:extLst>
              <a:ext uri="{FF2B5EF4-FFF2-40B4-BE49-F238E27FC236}">
                <a16:creationId xmlns:a16="http://schemas.microsoft.com/office/drawing/2014/main" id="{3C0C7593-EF35-465E-A287-19FAFE6066C0}"/>
              </a:ext>
            </a:extLst>
          </p:cNvPr>
          <p:cNvSpPr>
            <a:spLocks noGrp="1"/>
          </p:cNvSpPr>
          <p:nvPr>
            <p:ph idx="1"/>
          </p:nvPr>
        </p:nvSpPr>
        <p:spPr>
          <a:xfrm>
            <a:off x="377505" y="1543574"/>
            <a:ext cx="11367082" cy="5217953"/>
          </a:xfrm>
        </p:spPr>
        <p:txBody>
          <a:bodyPr>
            <a:normAutofit lnSpcReduction="10000"/>
          </a:bodyPr>
          <a:lstStyle/>
          <a:p>
            <a:pPr marL="0" indent="0">
              <a:lnSpc>
                <a:spcPct val="100000"/>
              </a:lnSpc>
              <a:buNone/>
            </a:pPr>
            <a:r>
              <a:rPr lang="en-US" dirty="0">
                <a:latin typeface="Consolas" panose="020B0609020204030204" pitchFamily="49" charset="0"/>
              </a:rPr>
              <a:t>for (int i = 0; i &lt; </a:t>
            </a:r>
            <a:r>
              <a:rPr lang="en-US" dirty="0" err="1">
                <a:latin typeface="Consolas" panose="020B0609020204030204" pitchFamily="49" charset="0"/>
              </a:rPr>
              <a:t>nStreams</a:t>
            </a:r>
            <a:r>
              <a:rPr lang="en-US" dirty="0">
                <a:latin typeface="Consolas" panose="020B0609020204030204" pitchFamily="49" charset="0"/>
              </a:rPr>
              <a:t>; ++i) {</a:t>
            </a:r>
          </a:p>
          <a:p>
            <a:pPr marL="0" indent="0">
              <a:lnSpc>
                <a:spcPct val="100000"/>
              </a:lnSpc>
              <a:buNone/>
            </a:pPr>
            <a:r>
              <a:rPr lang="en-US" dirty="0">
                <a:latin typeface="Consolas" panose="020B0609020204030204" pitchFamily="49" charset="0"/>
              </a:rPr>
              <a:t>	int offset = i * </a:t>
            </a:r>
            <a:r>
              <a:rPr lang="en-US" dirty="0" err="1">
                <a:latin typeface="Consolas" panose="020B0609020204030204" pitchFamily="49" charset="0"/>
              </a:rPr>
              <a:t>streamSize</a:t>
            </a:r>
            <a:r>
              <a:rPr lang="en-US" dirty="0">
                <a:latin typeface="Consolas" panose="020B0609020204030204" pitchFamily="49" charset="0"/>
              </a:rPr>
              <a:t>;</a:t>
            </a:r>
          </a:p>
          <a:p>
            <a:pPr marL="0" indent="0">
              <a:lnSpc>
                <a:spcPct val="100000"/>
              </a:lnSpc>
              <a:buNone/>
            </a:pPr>
            <a:r>
              <a:rPr lang="en-US" dirty="0">
                <a:latin typeface="Consolas" panose="020B0609020204030204" pitchFamily="49" charset="0"/>
              </a:rPr>
              <a:t>	</a:t>
            </a:r>
            <a:r>
              <a:rPr lang="en-US" dirty="0" err="1">
                <a:latin typeface="Consolas" panose="020B0609020204030204" pitchFamily="49" charset="0"/>
              </a:rPr>
              <a:t>cudaMemcpyAsync</a:t>
            </a:r>
            <a:r>
              <a:rPr lang="en-US" dirty="0">
                <a:latin typeface="Consolas" panose="020B0609020204030204" pitchFamily="49" charset="0"/>
              </a:rPr>
              <a:t>(&amp;</a:t>
            </a:r>
            <a:r>
              <a:rPr lang="en-US" dirty="0" err="1">
                <a:latin typeface="Consolas" panose="020B0609020204030204" pitchFamily="49" charset="0"/>
              </a:rPr>
              <a:t>d_a</a:t>
            </a:r>
            <a:r>
              <a:rPr lang="en-US" dirty="0">
                <a:latin typeface="Consolas" panose="020B0609020204030204" pitchFamily="49" charset="0"/>
              </a:rPr>
              <a:t>[offset], &amp;a[offset], 					</a:t>
            </a:r>
            <a:r>
              <a:rPr lang="en-US" dirty="0" err="1">
                <a:latin typeface="Consolas" panose="020B0609020204030204" pitchFamily="49" charset="0"/>
              </a:rPr>
              <a:t>streamBytes</a:t>
            </a:r>
            <a:r>
              <a:rPr lang="en-US" dirty="0">
                <a:latin typeface="Consolas" panose="020B0609020204030204" pitchFamily="49" charset="0"/>
              </a:rPr>
              <a:t>, </a:t>
            </a:r>
            <a:r>
              <a:rPr lang="en-US" dirty="0" err="1">
                <a:latin typeface="Consolas" panose="020B0609020204030204" pitchFamily="49" charset="0"/>
              </a:rPr>
              <a:t>cudaMemcpyHostToDevice</a:t>
            </a:r>
            <a:r>
              <a:rPr lang="en-US" dirty="0">
                <a:latin typeface="Consolas" panose="020B0609020204030204" pitchFamily="49" charset="0"/>
              </a:rPr>
              <a:t>, 					stream[i]);</a:t>
            </a:r>
          </a:p>
          <a:p>
            <a:pPr marL="0" indent="0">
              <a:lnSpc>
                <a:spcPct val="100000"/>
              </a:lnSpc>
              <a:buNone/>
            </a:pPr>
            <a:r>
              <a:rPr lang="en-US" dirty="0">
                <a:latin typeface="Consolas" panose="020B0609020204030204" pitchFamily="49" charset="0"/>
              </a:rPr>
              <a:t>	kernel&lt;&lt;&lt;</a:t>
            </a:r>
            <a:r>
              <a:rPr lang="en-US" dirty="0" err="1">
                <a:latin typeface="Consolas" panose="020B0609020204030204" pitchFamily="49" charset="0"/>
              </a:rPr>
              <a:t>streamSize</a:t>
            </a:r>
            <a:r>
              <a:rPr lang="en-US" dirty="0">
                <a:latin typeface="Consolas" panose="020B0609020204030204" pitchFamily="49" charset="0"/>
              </a:rPr>
              <a:t>/</a:t>
            </a:r>
            <a:r>
              <a:rPr lang="en-US" dirty="0" err="1">
                <a:latin typeface="Consolas" panose="020B0609020204030204" pitchFamily="49" charset="0"/>
              </a:rPr>
              <a:t>blockSize</a:t>
            </a:r>
            <a:r>
              <a:rPr lang="en-US" dirty="0">
                <a:latin typeface="Consolas" panose="020B0609020204030204" pitchFamily="49" charset="0"/>
              </a:rPr>
              <a:t>, </a:t>
            </a:r>
            <a:r>
              <a:rPr lang="en-US" dirty="0" err="1">
                <a:latin typeface="Consolas" panose="020B0609020204030204" pitchFamily="49" charset="0"/>
              </a:rPr>
              <a:t>blockSize</a:t>
            </a:r>
            <a:r>
              <a:rPr lang="en-US" dirty="0">
                <a:latin typeface="Consolas" panose="020B0609020204030204" pitchFamily="49" charset="0"/>
              </a:rPr>
              <a:t>, </a:t>
            </a:r>
          </a:p>
          <a:p>
            <a:pPr marL="0" indent="0">
              <a:lnSpc>
                <a:spcPct val="100000"/>
              </a:lnSpc>
              <a:buNone/>
            </a:pPr>
            <a:r>
              <a:rPr lang="en-US" dirty="0">
                <a:latin typeface="Consolas" panose="020B0609020204030204" pitchFamily="49" charset="0"/>
              </a:rPr>
              <a:t>		0, stream[i]&gt;&gt;&gt;(</a:t>
            </a:r>
            <a:r>
              <a:rPr lang="en-US" dirty="0" err="1">
                <a:latin typeface="Consolas" panose="020B0609020204030204" pitchFamily="49" charset="0"/>
              </a:rPr>
              <a:t>d_a</a:t>
            </a:r>
            <a:r>
              <a:rPr lang="en-US" dirty="0">
                <a:latin typeface="Consolas" panose="020B0609020204030204" pitchFamily="49" charset="0"/>
              </a:rPr>
              <a:t>, offset);</a:t>
            </a:r>
          </a:p>
          <a:p>
            <a:pPr marL="0" indent="0">
              <a:lnSpc>
                <a:spcPct val="100000"/>
              </a:lnSpc>
              <a:buNone/>
            </a:pPr>
            <a:r>
              <a:rPr lang="en-US" dirty="0">
                <a:latin typeface="Consolas" panose="020B0609020204030204" pitchFamily="49" charset="0"/>
              </a:rPr>
              <a:t>  	</a:t>
            </a:r>
            <a:r>
              <a:rPr lang="en-US" dirty="0" err="1">
                <a:latin typeface="Consolas" panose="020B0609020204030204" pitchFamily="49" charset="0"/>
              </a:rPr>
              <a:t>cudaMemcpyAsync</a:t>
            </a:r>
            <a:r>
              <a:rPr lang="en-US" dirty="0">
                <a:latin typeface="Consolas" panose="020B0609020204030204" pitchFamily="49" charset="0"/>
              </a:rPr>
              <a:t>(&amp;a[offset], &amp;</a:t>
            </a:r>
            <a:r>
              <a:rPr lang="en-US" dirty="0" err="1">
                <a:latin typeface="Consolas" panose="020B0609020204030204" pitchFamily="49" charset="0"/>
              </a:rPr>
              <a:t>d_a</a:t>
            </a:r>
            <a:r>
              <a:rPr lang="en-US" dirty="0">
                <a:latin typeface="Consolas" panose="020B0609020204030204" pitchFamily="49" charset="0"/>
              </a:rPr>
              <a:t>[offset], 					</a:t>
            </a:r>
            <a:r>
              <a:rPr lang="en-US" dirty="0" err="1">
                <a:latin typeface="Consolas" panose="020B0609020204030204" pitchFamily="49" charset="0"/>
              </a:rPr>
              <a:t>streamBytes</a:t>
            </a:r>
            <a:r>
              <a:rPr lang="en-US" dirty="0">
                <a:latin typeface="Consolas" panose="020B0609020204030204" pitchFamily="49" charset="0"/>
              </a:rPr>
              <a:t>, </a:t>
            </a:r>
            <a:r>
              <a:rPr lang="en-US" dirty="0" err="1">
                <a:latin typeface="Consolas" panose="020B0609020204030204" pitchFamily="49" charset="0"/>
              </a:rPr>
              <a:t>cudaMemcpyDeviceToHost</a:t>
            </a:r>
            <a:r>
              <a:rPr lang="en-US" dirty="0">
                <a:latin typeface="Consolas" panose="020B0609020204030204" pitchFamily="49" charset="0"/>
              </a:rPr>
              <a:t>, 					stream[i]);</a:t>
            </a:r>
          </a:p>
          <a:p>
            <a:pPr marL="0" indent="0">
              <a:lnSpc>
                <a:spcPct val="100000"/>
              </a:lnSpc>
              <a:buNone/>
            </a:pPr>
            <a:r>
              <a:rPr lang="en-US" dirty="0">
                <a:latin typeface="Consolas" panose="020B0609020204030204" pitchFamily="49" charset="0"/>
              </a:rPr>
              <a:t>}</a:t>
            </a:r>
          </a:p>
        </p:txBody>
      </p:sp>
    </p:spTree>
    <p:extLst>
      <p:ext uri="{BB962C8B-B14F-4D97-AF65-F5344CB8AC3E}">
        <p14:creationId xmlns:p14="http://schemas.microsoft.com/office/powerpoint/2010/main" val="36534174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D388A-AD49-4E5B-B498-688225D4DBF4}"/>
              </a:ext>
            </a:extLst>
          </p:cNvPr>
          <p:cNvSpPr>
            <a:spLocks noGrp="1"/>
          </p:cNvSpPr>
          <p:nvPr>
            <p:ph type="title"/>
          </p:nvPr>
        </p:nvSpPr>
        <p:spPr/>
        <p:txBody>
          <a:bodyPr/>
          <a:lstStyle/>
          <a:p>
            <a:r>
              <a:rPr lang="en-US" dirty="0"/>
              <a:t>Approach 2 – split </a:t>
            </a:r>
            <a:r>
              <a:rPr lang="en-US" dirty="0">
                <a:highlight>
                  <a:srgbClr val="FFFF00"/>
                </a:highlight>
              </a:rPr>
              <a:t>setup</a:t>
            </a:r>
            <a:r>
              <a:rPr lang="en-US" dirty="0"/>
              <a:t>/execute/copy back</a:t>
            </a:r>
          </a:p>
        </p:txBody>
      </p:sp>
      <p:sp>
        <p:nvSpPr>
          <p:cNvPr id="3" name="Content Placeholder 2">
            <a:extLst>
              <a:ext uri="{FF2B5EF4-FFF2-40B4-BE49-F238E27FC236}">
                <a16:creationId xmlns:a16="http://schemas.microsoft.com/office/drawing/2014/main" id="{2EBF4504-D327-4045-A30D-3D1000BCD7AC}"/>
              </a:ext>
            </a:extLst>
          </p:cNvPr>
          <p:cNvSpPr>
            <a:spLocks noGrp="1"/>
          </p:cNvSpPr>
          <p:nvPr>
            <p:ph idx="1"/>
          </p:nvPr>
        </p:nvSpPr>
        <p:spPr/>
        <p:txBody>
          <a:bodyPr/>
          <a:lstStyle/>
          <a:p>
            <a:pPr marL="0" indent="0">
              <a:buNone/>
            </a:pPr>
            <a:r>
              <a:rPr lang="en-US" dirty="0">
                <a:latin typeface="Consolas" panose="020B0609020204030204" pitchFamily="49" charset="0"/>
              </a:rPr>
              <a:t>for (int i = 0; i &lt; </a:t>
            </a:r>
            <a:r>
              <a:rPr lang="en-US" dirty="0" err="1">
                <a:latin typeface="Consolas" panose="020B0609020204030204" pitchFamily="49" charset="0"/>
              </a:rPr>
              <a:t>nStreams</a:t>
            </a:r>
            <a:r>
              <a:rPr lang="en-US" dirty="0">
                <a:latin typeface="Consolas" panose="020B0609020204030204" pitchFamily="49" charset="0"/>
              </a:rPr>
              <a:t>; ++i) {</a:t>
            </a:r>
          </a:p>
          <a:p>
            <a:pPr marL="0" indent="0">
              <a:buNone/>
            </a:pPr>
            <a:r>
              <a:rPr lang="en-US" dirty="0">
                <a:latin typeface="Consolas" panose="020B0609020204030204" pitchFamily="49" charset="0"/>
              </a:rPr>
              <a:t>  int offset = i * </a:t>
            </a:r>
            <a:r>
              <a:rPr lang="en-US" dirty="0" err="1">
                <a:latin typeface="Consolas" panose="020B0609020204030204" pitchFamily="49" charset="0"/>
              </a:rPr>
              <a:t>streamSize</a:t>
            </a:r>
            <a:r>
              <a:rPr lang="en-US" dirty="0">
                <a:latin typeface="Consolas" panose="020B0609020204030204" pitchFamily="49" charset="0"/>
              </a:rPr>
              <a:t>;</a:t>
            </a:r>
          </a:p>
          <a:p>
            <a:pPr marL="0" indent="0">
              <a:buNone/>
            </a:pPr>
            <a:r>
              <a:rPr lang="en-US" dirty="0">
                <a:latin typeface="Consolas" panose="020B0609020204030204" pitchFamily="49" charset="0"/>
              </a:rPr>
              <a:t>  </a:t>
            </a:r>
            <a:r>
              <a:rPr lang="en-US" dirty="0" err="1">
                <a:latin typeface="Consolas" panose="020B0609020204030204" pitchFamily="49" charset="0"/>
              </a:rPr>
              <a:t>cudaMemcpyAsync</a:t>
            </a:r>
            <a:r>
              <a:rPr lang="en-US" dirty="0">
                <a:latin typeface="Consolas" panose="020B0609020204030204" pitchFamily="49" charset="0"/>
              </a:rPr>
              <a:t>(&amp;</a:t>
            </a:r>
            <a:r>
              <a:rPr lang="en-US" dirty="0" err="1">
                <a:latin typeface="Consolas" panose="020B0609020204030204" pitchFamily="49" charset="0"/>
              </a:rPr>
              <a:t>d_a</a:t>
            </a:r>
            <a:r>
              <a:rPr lang="en-US" dirty="0">
                <a:latin typeface="Consolas" panose="020B0609020204030204" pitchFamily="49" charset="0"/>
              </a:rPr>
              <a:t>[offset], &amp;a[offset], </a:t>
            </a:r>
          </a:p>
          <a:p>
            <a:pPr marL="0" indent="0">
              <a:buNone/>
            </a:pPr>
            <a:r>
              <a:rPr lang="en-US" dirty="0">
                <a:latin typeface="Consolas" panose="020B0609020204030204" pitchFamily="49" charset="0"/>
              </a:rPr>
              <a:t>     </a:t>
            </a:r>
            <a:r>
              <a:rPr lang="en-US" dirty="0" err="1">
                <a:latin typeface="Consolas" panose="020B0609020204030204" pitchFamily="49" charset="0"/>
              </a:rPr>
              <a:t>streamBytes</a:t>
            </a:r>
            <a:r>
              <a:rPr lang="en-US" dirty="0">
                <a:latin typeface="Consolas" panose="020B0609020204030204" pitchFamily="49" charset="0"/>
              </a:rPr>
              <a:t>, </a:t>
            </a:r>
            <a:r>
              <a:rPr lang="en-US" dirty="0" err="1">
                <a:latin typeface="Consolas" panose="020B0609020204030204" pitchFamily="49" charset="0"/>
              </a:rPr>
              <a:t>cudaMemcpyHostToDevice</a:t>
            </a:r>
            <a:r>
              <a:rPr lang="en-US" dirty="0">
                <a:latin typeface="Consolas" panose="020B0609020204030204" pitchFamily="49" charset="0"/>
              </a:rPr>
              <a:t>, 		stream[i]);</a:t>
            </a:r>
          </a:p>
          <a:p>
            <a:pPr marL="0" indent="0">
              <a:buNone/>
            </a:pPr>
            <a:r>
              <a:rPr lang="en-US" dirty="0">
                <a:latin typeface="Consolas" panose="020B0609020204030204" pitchFamily="49" charset="0"/>
              </a:rPr>
              <a:t>}</a:t>
            </a:r>
          </a:p>
        </p:txBody>
      </p:sp>
    </p:spTree>
    <p:extLst>
      <p:ext uri="{BB962C8B-B14F-4D97-AF65-F5344CB8AC3E}">
        <p14:creationId xmlns:p14="http://schemas.microsoft.com/office/powerpoint/2010/main" val="6705877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D388A-AD49-4E5B-B498-688225D4DBF4}"/>
              </a:ext>
            </a:extLst>
          </p:cNvPr>
          <p:cNvSpPr>
            <a:spLocks noGrp="1"/>
          </p:cNvSpPr>
          <p:nvPr>
            <p:ph type="title"/>
          </p:nvPr>
        </p:nvSpPr>
        <p:spPr/>
        <p:txBody>
          <a:bodyPr/>
          <a:lstStyle/>
          <a:p>
            <a:r>
              <a:rPr lang="en-US" dirty="0"/>
              <a:t>Approach 2 – split setup/</a:t>
            </a:r>
            <a:r>
              <a:rPr lang="en-US" dirty="0">
                <a:highlight>
                  <a:srgbClr val="FFFF00"/>
                </a:highlight>
              </a:rPr>
              <a:t>execute</a:t>
            </a:r>
            <a:r>
              <a:rPr lang="en-US" dirty="0"/>
              <a:t>/copy back</a:t>
            </a:r>
          </a:p>
        </p:txBody>
      </p:sp>
      <p:sp>
        <p:nvSpPr>
          <p:cNvPr id="3" name="Content Placeholder 2">
            <a:extLst>
              <a:ext uri="{FF2B5EF4-FFF2-40B4-BE49-F238E27FC236}">
                <a16:creationId xmlns:a16="http://schemas.microsoft.com/office/drawing/2014/main" id="{2EBF4504-D327-4045-A30D-3D1000BCD7AC}"/>
              </a:ext>
            </a:extLst>
          </p:cNvPr>
          <p:cNvSpPr>
            <a:spLocks noGrp="1"/>
          </p:cNvSpPr>
          <p:nvPr>
            <p:ph idx="1"/>
          </p:nvPr>
        </p:nvSpPr>
        <p:spPr/>
        <p:txBody>
          <a:bodyPr/>
          <a:lstStyle/>
          <a:p>
            <a:pPr marL="0" indent="0">
              <a:buNone/>
            </a:pPr>
            <a:r>
              <a:rPr lang="en-US" dirty="0">
                <a:latin typeface="Consolas" panose="020B0609020204030204" pitchFamily="49" charset="0"/>
              </a:rPr>
              <a:t>for (int i = 0; i &lt; </a:t>
            </a:r>
            <a:r>
              <a:rPr lang="en-US" dirty="0" err="1">
                <a:latin typeface="Consolas" panose="020B0609020204030204" pitchFamily="49" charset="0"/>
              </a:rPr>
              <a:t>nStreams</a:t>
            </a:r>
            <a:r>
              <a:rPr lang="en-US" dirty="0">
                <a:latin typeface="Consolas" panose="020B0609020204030204" pitchFamily="49" charset="0"/>
              </a:rPr>
              <a:t>; ++i) {</a:t>
            </a:r>
          </a:p>
          <a:p>
            <a:pPr marL="0" indent="0">
              <a:buNone/>
            </a:pPr>
            <a:r>
              <a:rPr lang="en-US" dirty="0">
                <a:latin typeface="Consolas" panose="020B0609020204030204" pitchFamily="49" charset="0"/>
              </a:rPr>
              <a:t>  int offset = i * </a:t>
            </a:r>
            <a:r>
              <a:rPr lang="en-US" dirty="0" err="1">
                <a:latin typeface="Consolas" panose="020B0609020204030204" pitchFamily="49" charset="0"/>
              </a:rPr>
              <a:t>streamSize</a:t>
            </a:r>
            <a:r>
              <a:rPr lang="en-US" dirty="0">
                <a:latin typeface="Consolas" panose="020B0609020204030204" pitchFamily="49" charset="0"/>
              </a:rPr>
              <a:t>;</a:t>
            </a:r>
          </a:p>
          <a:p>
            <a:pPr marL="0" indent="0">
              <a:buNone/>
            </a:pPr>
            <a:r>
              <a:rPr lang="en-US" dirty="0">
                <a:latin typeface="Consolas" panose="020B0609020204030204" pitchFamily="49" charset="0"/>
              </a:rPr>
              <a:t>  kernel&lt;&lt;&lt;</a:t>
            </a:r>
            <a:r>
              <a:rPr lang="en-US" dirty="0" err="1">
                <a:latin typeface="Consolas" panose="020B0609020204030204" pitchFamily="49" charset="0"/>
              </a:rPr>
              <a:t>streamSize</a:t>
            </a:r>
            <a:r>
              <a:rPr lang="en-US" dirty="0">
                <a:latin typeface="Consolas" panose="020B0609020204030204" pitchFamily="49" charset="0"/>
              </a:rPr>
              <a:t>/</a:t>
            </a:r>
            <a:r>
              <a:rPr lang="en-US" dirty="0" err="1">
                <a:latin typeface="Consolas" panose="020B0609020204030204" pitchFamily="49" charset="0"/>
              </a:rPr>
              <a:t>blockSize</a:t>
            </a:r>
            <a:r>
              <a:rPr lang="en-US" dirty="0">
                <a:latin typeface="Consolas" panose="020B0609020204030204" pitchFamily="49" charset="0"/>
              </a:rPr>
              <a:t>, </a:t>
            </a:r>
            <a:r>
              <a:rPr lang="en-US" dirty="0" err="1">
                <a:latin typeface="Consolas" panose="020B0609020204030204" pitchFamily="49" charset="0"/>
              </a:rPr>
              <a:t>blockSize</a:t>
            </a:r>
            <a:r>
              <a:rPr lang="en-US" dirty="0">
                <a:latin typeface="Consolas" panose="020B0609020204030204" pitchFamily="49" charset="0"/>
              </a:rPr>
              <a:t>, 0, 	stream[i]&gt;&gt;&gt;(</a:t>
            </a:r>
            <a:r>
              <a:rPr lang="en-US" dirty="0" err="1">
                <a:latin typeface="Consolas" panose="020B0609020204030204" pitchFamily="49" charset="0"/>
              </a:rPr>
              <a:t>d_a</a:t>
            </a:r>
            <a:r>
              <a:rPr lang="en-US" dirty="0">
                <a:latin typeface="Consolas" panose="020B0609020204030204" pitchFamily="49" charset="0"/>
              </a:rPr>
              <a:t>, offset);</a:t>
            </a:r>
          </a:p>
          <a:p>
            <a:pPr marL="0" indent="0">
              <a:buNone/>
            </a:pPr>
            <a:r>
              <a:rPr lang="en-US" dirty="0">
                <a:latin typeface="Consolas" panose="020B0609020204030204" pitchFamily="49" charset="0"/>
              </a:rPr>
              <a:t>}</a:t>
            </a:r>
          </a:p>
        </p:txBody>
      </p:sp>
    </p:spTree>
    <p:extLst>
      <p:ext uri="{BB962C8B-B14F-4D97-AF65-F5344CB8AC3E}">
        <p14:creationId xmlns:p14="http://schemas.microsoft.com/office/powerpoint/2010/main" val="6961750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D388A-AD49-4E5B-B498-688225D4DBF4}"/>
              </a:ext>
            </a:extLst>
          </p:cNvPr>
          <p:cNvSpPr>
            <a:spLocks noGrp="1"/>
          </p:cNvSpPr>
          <p:nvPr>
            <p:ph type="title"/>
          </p:nvPr>
        </p:nvSpPr>
        <p:spPr/>
        <p:txBody>
          <a:bodyPr/>
          <a:lstStyle/>
          <a:p>
            <a:r>
              <a:rPr lang="en-US" dirty="0"/>
              <a:t>Approach 2 – split setup/execute/</a:t>
            </a:r>
            <a:r>
              <a:rPr lang="en-US" dirty="0">
                <a:highlight>
                  <a:srgbClr val="FFFF00"/>
                </a:highlight>
              </a:rPr>
              <a:t>copy back</a:t>
            </a:r>
          </a:p>
        </p:txBody>
      </p:sp>
      <p:sp>
        <p:nvSpPr>
          <p:cNvPr id="3" name="Content Placeholder 2">
            <a:extLst>
              <a:ext uri="{FF2B5EF4-FFF2-40B4-BE49-F238E27FC236}">
                <a16:creationId xmlns:a16="http://schemas.microsoft.com/office/drawing/2014/main" id="{2EBF4504-D327-4045-A30D-3D1000BCD7AC}"/>
              </a:ext>
            </a:extLst>
          </p:cNvPr>
          <p:cNvSpPr>
            <a:spLocks noGrp="1"/>
          </p:cNvSpPr>
          <p:nvPr>
            <p:ph idx="1"/>
          </p:nvPr>
        </p:nvSpPr>
        <p:spPr/>
        <p:txBody>
          <a:bodyPr/>
          <a:lstStyle/>
          <a:p>
            <a:pPr marL="0" indent="0">
              <a:buNone/>
            </a:pPr>
            <a:r>
              <a:rPr lang="en-US" dirty="0">
                <a:latin typeface="Consolas" panose="020B0609020204030204" pitchFamily="49" charset="0"/>
              </a:rPr>
              <a:t>for (int i = 0; i &lt; </a:t>
            </a:r>
            <a:r>
              <a:rPr lang="en-US" dirty="0" err="1">
                <a:latin typeface="Consolas" panose="020B0609020204030204" pitchFamily="49" charset="0"/>
              </a:rPr>
              <a:t>nStreams</a:t>
            </a:r>
            <a:r>
              <a:rPr lang="en-US" dirty="0">
                <a:latin typeface="Consolas" panose="020B0609020204030204" pitchFamily="49" charset="0"/>
              </a:rPr>
              <a:t>; ++i) {</a:t>
            </a:r>
          </a:p>
          <a:p>
            <a:pPr marL="0" indent="0">
              <a:buNone/>
            </a:pPr>
            <a:r>
              <a:rPr lang="en-US" dirty="0">
                <a:latin typeface="Consolas" panose="020B0609020204030204" pitchFamily="49" charset="0"/>
              </a:rPr>
              <a:t>  int offset = i * </a:t>
            </a:r>
            <a:r>
              <a:rPr lang="en-US" dirty="0" err="1">
                <a:latin typeface="Consolas" panose="020B0609020204030204" pitchFamily="49" charset="0"/>
              </a:rPr>
              <a:t>streamSize</a:t>
            </a:r>
            <a:r>
              <a:rPr lang="en-US" dirty="0">
                <a:latin typeface="Consolas" panose="020B0609020204030204" pitchFamily="49" charset="0"/>
              </a:rPr>
              <a:t>;</a:t>
            </a:r>
          </a:p>
          <a:p>
            <a:pPr marL="0" indent="0">
              <a:buNone/>
            </a:pPr>
            <a:r>
              <a:rPr lang="en-US" dirty="0">
                <a:latin typeface="Consolas" panose="020B0609020204030204" pitchFamily="49" charset="0"/>
              </a:rPr>
              <a:t>  </a:t>
            </a:r>
            <a:r>
              <a:rPr lang="en-US" dirty="0" err="1">
                <a:latin typeface="Consolas" panose="020B0609020204030204" pitchFamily="49" charset="0"/>
              </a:rPr>
              <a:t>cudaMemcpyAsync</a:t>
            </a:r>
            <a:r>
              <a:rPr lang="en-US" dirty="0">
                <a:latin typeface="Consolas" panose="020B0609020204030204" pitchFamily="49" charset="0"/>
              </a:rPr>
              <a:t>(&amp;a[offset], &amp;</a:t>
            </a:r>
            <a:r>
              <a:rPr lang="en-US" dirty="0" err="1">
                <a:latin typeface="Consolas" panose="020B0609020204030204" pitchFamily="49" charset="0"/>
              </a:rPr>
              <a:t>d_a</a:t>
            </a:r>
            <a:r>
              <a:rPr lang="en-US" dirty="0">
                <a:latin typeface="Consolas" panose="020B0609020204030204" pitchFamily="49" charset="0"/>
              </a:rPr>
              <a:t>[offset], </a:t>
            </a:r>
          </a:p>
          <a:p>
            <a:pPr marL="0" indent="0">
              <a:buNone/>
            </a:pPr>
            <a:r>
              <a:rPr lang="en-US" dirty="0">
                <a:latin typeface="Consolas" panose="020B0609020204030204" pitchFamily="49" charset="0"/>
              </a:rPr>
              <a:t>	</a:t>
            </a:r>
            <a:r>
              <a:rPr lang="en-US" dirty="0" err="1">
                <a:latin typeface="Consolas" panose="020B0609020204030204" pitchFamily="49" charset="0"/>
              </a:rPr>
              <a:t>streamBytes</a:t>
            </a:r>
            <a:r>
              <a:rPr lang="en-US" dirty="0">
                <a:latin typeface="Consolas" panose="020B0609020204030204" pitchFamily="49" charset="0"/>
              </a:rPr>
              <a:t>, </a:t>
            </a:r>
            <a:r>
              <a:rPr lang="en-US" dirty="0" err="1">
                <a:latin typeface="Consolas" panose="020B0609020204030204" pitchFamily="49" charset="0"/>
              </a:rPr>
              <a:t>cudaMemcpyDeviceToHost</a:t>
            </a:r>
            <a:r>
              <a:rPr lang="en-US" dirty="0">
                <a:latin typeface="Consolas" panose="020B0609020204030204" pitchFamily="49" charset="0"/>
              </a:rPr>
              <a:t>, stream[i]);</a:t>
            </a:r>
          </a:p>
          <a:p>
            <a:pPr marL="0" indent="0">
              <a:buNone/>
            </a:pPr>
            <a:r>
              <a:rPr lang="en-US" dirty="0">
                <a:latin typeface="Consolas" panose="020B0609020204030204" pitchFamily="49" charset="0"/>
              </a:rPr>
              <a:t>}</a:t>
            </a:r>
          </a:p>
        </p:txBody>
      </p:sp>
    </p:spTree>
    <p:extLst>
      <p:ext uri="{BB962C8B-B14F-4D97-AF65-F5344CB8AC3E}">
        <p14:creationId xmlns:p14="http://schemas.microsoft.com/office/powerpoint/2010/main" val="15305733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80112-BC71-43F1-8D24-D6CFD9D3780A}"/>
              </a:ext>
            </a:extLst>
          </p:cNvPr>
          <p:cNvSpPr>
            <a:spLocks noGrp="1"/>
          </p:cNvSpPr>
          <p:nvPr>
            <p:ph type="title"/>
          </p:nvPr>
        </p:nvSpPr>
        <p:spPr/>
        <p:txBody>
          <a:bodyPr/>
          <a:lstStyle/>
          <a:p>
            <a:r>
              <a:rPr lang="en-US" dirty="0"/>
              <a:t>Results?</a:t>
            </a:r>
          </a:p>
        </p:txBody>
      </p:sp>
      <p:graphicFrame>
        <p:nvGraphicFramePr>
          <p:cNvPr id="7" name="Table 7">
            <a:extLst>
              <a:ext uri="{FF2B5EF4-FFF2-40B4-BE49-F238E27FC236}">
                <a16:creationId xmlns:a16="http://schemas.microsoft.com/office/drawing/2014/main" id="{87C33701-2847-4C62-8CDA-06C9835D4FAE}"/>
              </a:ext>
            </a:extLst>
          </p:cNvPr>
          <p:cNvGraphicFramePr>
            <a:graphicFrameLocks noGrp="1"/>
          </p:cNvGraphicFramePr>
          <p:nvPr>
            <p:ph idx="1"/>
            <p:extLst>
              <p:ext uri="{D42A27DB-BD31-4B8C-83A1-F6EECF244321}">
                <p14:modId xmlns:p14="http://schemas.microsoft.com/office/powerpoint/2010/main" val="3516729627"/>
              </p:ext>
            </p:extLst>
          </p:nvPr>
        </p:nvGraphicFramePr>
        <p:xfrm>
          <a:off x="838200" y="1825625"/>
          <a:ext cx="7886700" cy="1483360"/>
        </p:xfrm>
        <a:graphic>
          <a:graphicData uri="http://schemas.openxmlformats.org/drawingml/2006/table">
            <a:tbl>
              <a:tblPr firstRow="1" bandRow="1">
                <a:tableStyleId>{93296810-A885-4BE3-A3E7-6D5BEEA58F35}</a:tableStyleId>
              </a:tblPr>
              <a:tblGrid>
                <a:gridCol w="2628900">
                  <a:extLst>
                    <a:ext uri="{9D8B030D-6E8A-4147-A177-3AD203B41FA5}">
                      <a16:colId xmlns:a16="http://schemas.microsoft.com/office/drawing/2014/main" val="771906466"/>
                    </a:ext>
                  </a:extLst>
                </a:gridCol>
                <a:gridCol w="2628900">
                  <a:extLst>
                    <a:ext uri="{9D8B030D-6E8A-4147-A177-3AD203B41FA5}">
                      <a16:colId xmlns:a16="http://schemas.microsoft.com/office/drawing/2014/main" val="2592065176"/>
                    </a:ext>
                  </a:extLst>
                </a:gridCol>
                <a:gridCol w="2628900">
                  <a:extLst>
                    <a:ext uri="{9D8B030D-6E8A-4147-A177-3AD203B41FA5}">
                      <a16:colId xmlns:a16="http://schemas.microsoft.com/office/drawing/2014/main" val="4075747289"/>
                    </a:ext>
                  </a:extLst>
                </a:gridCol>
              </a:tblGrid>
              <a:tr h="370840">
                <a:tc>
                  <a:txBody>
                    <a:bodyPr/>
                    <a:lstStyle/>
                    <a:p>
                      <a:r>
                        <a:rPr lang="en-US" dirty="0"/>
                        <a:t>Methodology</a:t>
                      </a:r>
                    </a:p>
                  </a:txBody>
                  <a:tcPr/>
                </a:tc>
                <a:tc>
                  <a:txBody>
                    <a:bodyPr/>
                    <a:lstStyle/>
                    <a:p>
                      <a:r>
                        <a:rPr lang="en-US" dirty="0"/>
                        <a:t>Device 1</a:t>
                      </a:r>
                    </a:p>
                  </a:txBody>
                  <a:tcPr/>
                </a:tc>
                <a:tc>
                  <a:txBody>
                    <a:bodyPr/>
                    <a:lstStyle/>
                    <a:p>
                      <a:r>
                        <a:rPr lang="en-US" dirty="0"/>
                        <a:t>Device 2</a:t>
                      </a:r>
                    </a:p>
                  </a:txBody>
                  <a:tcPr/>
                </a:tc>
                <a:extLst>
                  <a:ext uri="{0D108BD9-81ED-4DB2-BD59-A6C34878D82A}">
                    <a16:rowId xmlns:a16="http://schemas.microsoft.com/office/drawing/2014/main" val="2989931995"/>
                  </a:ext>
                </a:extLst>
              </a:tr>
              <a:tr h="370840">
                <a:tc>
                  <a:txBody>
                    <a:bodyPr/>
                    <a:lstStyle/>
                    <a:p>
                      <a:r>
                        <a:rPr lang="en-US" dirty="0"/>
                        <a:t>Sequential</a:t>
                      </a:r>
                    </a:p>
                  </a:txBody>
                  <a:tcPr/>
                </a:tc>
                <a:tc>
                  <a:txBody>
                    <a:bodyPr/>
                    <a:lstStyle/>
                    <a:p>
                      <a:r>
                        <a:rPr lang="en-US" dirty="0"/>
                        <a:t>12.9 </a:t>
                      </a:r>
                      <a:r>
                        <a:rPr lang="en-US" dirty="0" err="1"/>
                        <a:t>ms</a:t>
                      </a:r>
                      <a:endParaRPr lang="en-US" dirty="0"/>
                    </a:p>
                  </a:txBody>
                  <a:tcPr/>
                </a:tc>
                <a:tc>
                  <a:txBody>
                    <a:bodyPr/>
                    <a:lstStyle/>
                    <a:p>
                      <a:r>
                        <a:rPr lang="en-US" dirty="0"/>
                        <a:t>10.0ms</a:t>
                      </a:r>
                    </a:p>
                  </a:txBody>
                  <a:tcPr/>
                </a:tc>
                <a:extLst>
                  <a:ext uri="{0D108BD9-81ED-4DB2-BD59-A6C34878D82A}">
                    <a16:rowId xmlns:a16="http://schemas.microsoft.com/office/drawing/2014/main" val="2102354398"/>
                  </a:ext>
                </a:extLst>
              </a:tr>
              <a:tr h="370840">
                <a:tc>
                  <a:txBody>
                    <a:bodyPr/>
                    <a:lstStyle/>
                    <a:p>
                      <a:r>
                        <a:rPr lang="en-US" dirty="0"/>
                        <a:t>Approach 1</a:t>
                      </a:r>
                    </a:p>
                  </a:txBody>
                  <a:tcPr/>
                </a:tc>
                <a:tc>
                  <a:txBody>
                    <a:bodyPr/>
                    <a:lstStyle/>
                    <a:p>
                      <a:r>
                        <a:rPr lang="en-US" dirty="0"/>
                        <a:t>13.6 </a:t>
                      </a:r>
                      <a:r>
                        <a:rPr lang="en-US" dirty="0" err="1"/>
                        <a:t>ms</a:t>
                      </a:r>
                      <a:endParaRPr lang="en-US" dirty="0"/>
                    </a:p>
                  </a:txBody>
                  <a:tcPr/>
                </a:tc>
                <a:tc>
                  <a:txBody>
                    <a:bodyPr/>
                    <a:lstStyle/>
                    <a:p>
                      <a:r>
                        <a:rPr lang="en-US" dirty="0"/>
                        <a:t>5.7ms</a:t>
                      </a:r>
                    </a:p>
                  </a:txBody>
                  <a:tcPr/>
                </a:tc>
                <a:extLst>
                  <a:ext uri="{0D108BD9-81ED-4DB2-BD59-A6C34878D82A}">
                    <a16:rowId xmlns:a16="http://schemas.microsoft.com/office/drawing/2014/main" val="2874092022"/>
                  </a:ext>
                </a:extLst>
              </a:tr>
              <a:tr h="370840">
                <a:tc>
                  <a:txBody>
                    <a:bodyPr/>
                    <a:lstStyle/>
                    <a:p>
                      <a:r>
                        <a:rPr lang="en-US" dirty="0"/>
                        <a:t>Approach 2</a:t>
                      </a:r>
                    </a:p>
                  </a:txBody>
                  <a:tcPr/>
                </a:tc>
                <a:tc>
                  <a:txBody>
                    <a:bodyPr/>
                    <a:lstStyle/>
                    <a:p>
                      <a:r>
                        <a:rPr lang="en-US" dirty="0"/>
                        <a:t>8.8 </a:t>
                      </a:r>
                      <a:r>
                        <a:rPr lang="en-US" dirty="0" err="1"/>
                        <a:t>ms</a:t>
                      </a:r>
                      <a:endParaRPr lang="en-US" dirty="0"/>
                    </a:p>
                  </a:txBody>
                  <a:tcPr/>
                </a:tc>
                <a:tc>
                  <a:txBody>
                    <a:bodyPr/>
                    <a:lstStyle/>
                    <a:p>
                      <a:r>
                        <a:rPr lang="en-US" dirty="0"/>
                        <a:t>7.6ms</a:t>
                      </a:r>
                    </a:p>
                  </a:txBody>
                  <a:tcPr/>
                </a:tc>
                <a:extLst>
                  <a:ext uri="{0D108BD9-81ED-4DB2-BD59-A6C34878D82A}">
                    <a16:rowId xmlns:a16="http://schemas.microsoft.com/office/drawing/2014/main" val="4222654230"/>
                  </a:ext>
                </a:extLst>
              </a:tr>
            </a:tbl>
          </a:graphicData>
        </a:graphic>
      </p:graphicFrame>
      <p:sp>
        <p:nvSpPr>
          <p:cNvPr id="8" name="TextBox 7">
            <a:extLst>
              <a:ext uri="{FF2B5EF4-FFF2-40B4-BE49-F238E27FC236}">
                <a16:creationId xmlns:a16="http://schemas.microsoft.com/office/drawing/2014/main" id="{55ED52E9-DF14-4525-8494-4F01154EE46A}"/>
              </a:ext>
            </a:extLst>
          </p:cNvPr>
          <p:cNvSpPr txBox="1"/>
          <p:nvPr/>
        </p:nvSpPr>
        <p:spPr>
          <a:xfrm>
            <a:off x="947956" y="4295162"/>
            <a:ext cx="9580227" cy="646331"/>
          </a:xfrm>
          <a:prstGeom prst="rect">
            <a:avLst/>
          </a:prstGeom>
          <a:noFill/>
        </p:spPr>
        <p:txBody>
          <a:bodyPr wrap="square" rtlCol="0">
            <a:spAutoFit/>
          </a:bodyPr>
          <a:lstStyle/>
          <a:p>
            <a:r>
              <a:rPr lang="en-US" dirty="0"/>
              <a:t>Takeaway? You have to test on each device – you can’t know which will be better for your problem and your data on your device. </a:t>
            </a:r>
          </a:p>
        </p:txBody>
      </p:sp>
    </p:spTree>
    <p:extLst>
      <p:ext uri="{BB962C8B-B14F-4D97-AF65-F5344CB8AC3E}">
        <p14:creationId xmlns:p14="http://schemas.microsoft.com/office/powerpoint/2010/main" val="7754478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B7BCD-2ACC-493C-B369-571B456AD1B0}"/>
              </a:ext>
            </a:extLst>
          </p:cNvPr>
          <p:cNvSpPr>
            <a:spLocks noGrp="1"/>
          </p:cNvSpPr>
          <p:nvPr>
            <p:ph type="title"/>
          </p:nvPr>
        </p:nvSpPr>
        <p:spPr/>
        <p:txBody>
          <a:bodyPr/>
          <a:lstStyle/>
          <a:p>
            <a:r>
              <a:rPr lang="en-US" dirty="0"/>
              <a:t>Take </a:t>
            </a:r>
            <a:r>
              <a:rPr lang="en-US" dirty="0" err="1"/>
              <a:t>aways</a:t>
            </a:r>
            <a:endParaRPr lang="en-US" dirty="0"/>
          </a:p>
        </p:txBody>
      </p:sp>
      <p:sp>
        <p:nvSpPr>
          <p:cNvPr id="3" name="Content Placeholder 2">
            <a:extLst>
              <a:ext uri="{FF2B5EF4-FFF2-40B4-BE49-F238E27FC236}">
                <a16:creationId xmlns:a16="http://schemas.microsoft.com/office/drawing/2014/main" id="{178F3633-7B4F-4BEC-9167-18AFDA11E7D1}"/>
              </a:ext>
            </a:extLst>
          </p:cNvPr>
          <p:cNvSpPr>
            <a:spLocks noGrp="1"/>
          </p:cNvSpPr>
          <p:nvPr>
            <p:ph idx="1"/>
          </p:nvPr>
        </p:nvSpPr>
        <p:spPr/>
        <p:txBody>
          <a:bodyPr/>
          <a:lstStyle/>
          <a:p>
            <a:pPr marL="0" indent="0">
              <a:buNone/>
            </a:pPr>
            <a:r>
              <a:rPr lang="en-US" dirty="0"/>
              <a:t>Efficient use of different memory types can make our GPU code faster</a:t>
            </a:r>
          </a:p>
          <a:p>
            <a:pPr marL="0" indent="0">
              <a:buNone/>
            </a:pPr>
            <a:endParaRPr lang="en-US" dirty="0"/>
          </a:p>
          <a:p>
            <a:pPr marL="0" indent="0">
              <a:buNone/>
            </a:pPr>
            <a:r>
              <a:rPr lang="en-US" dirty="0"/>
              <a:t>Use the CPU while the GPU is busy</a:t>
            </a:r>
          </a:p>
          <a:p>
            <a:pPr marL="0" indent="0">
              <a:buNone/>
            </a:pPr>
            <a:endParaRPr lang="en-US" dirty="0"/>
          </a:p>
          <a:p>
            <a:pPr marL="0" indent="0">
              <a:buNone/>
            </a:pPr>
            <a:r>
              <a:rPr lang="en-US" dirty="0"/>
              <a:t>Parallelism using streams can make the GPU even more efficient!</a:t>
            </a:r>
          </a:p>
        </p:txBody>
      </p:sp>
    </p:spTree>
    <p:extLst>
      <p:ext uri="{BB962C8B-B14F-4D97-AF65-F5344CB8AC3E}">
        <p14:creationId xmlns:p14="http://schemas.microsoft.com/office/powerpoint/2010/main" val="15956645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8721</TotalTime>
  <Words>2998</Words>
  <Application>Microsoft Office PowerPoint</Application>
  <PresentationFormat>Widescreen</PresentationFormat>
  <Paragraphs>551</Paragraphs>
  <Slides>40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Calibri Light</vt:lpstr>
      <vt:lpstr>Consolas</vt:lpstr>
      <vt:lpstr>Office Theme</vt:lpstr>
      <vt:lpstr>CUDA Performance</vt:lpstr>
      <vt:lpstr>Memory</vt:lpstr>
      <vt:lpstr>Memory – register and local</vt:lpstr>
      <vt:lpstr>Memory - shared</vt:lpstr>
      <vt:lpstr>Memory - constant</vt:lpstr>
      <vt:lpstr>Memory - globals</vt:lpstr>
      <vt:lpstr>Memory - managed</vt:lpstr>
      <vt:lpstr>Memory Summary</vt:lpstr>
      <vt:lpstr>Performance of shared memory</vt:lpstr>
      <vt:lpstr>Previous blur example kernel code:</vt:lpstr>
      <vt:lpstr>Improved blur kernel</vt:lpstr>
      <vt:lpstr>Performance Of Constants</vt:lpstr>
      <vt:lpstr>Alignment</vt:lpstr>
      <vt:lpstr>cudaMallocPitch example</vt:lpstr>
      <vt:lpstr>cudaMalloc3D (with extent)</vt:lpstr>
      <vt:lpstr>Execution Model</vt:lpstr>
      <vt:lpstr>PowerPoint Presentation</vt:lpstr>
      <vt:lpstr>PowerPoint Presentation</vt:lpstr>
      <vt:lpstr>PowerPoint Presentation</vt:lpstr>
      <vt:lpstr>PowerPoint Presentation</vt:lpstr>
      <vt:lpstr>Wait – it gets more complicated…</vt:lpstr>
      <vt:lpstr>Resource Management</vt:lpstr>
      <vt:lpstr>Where this gets complicated</vt:lpstr>
      <vt:lpstr>Even More Concurrency</vt:lpstr>
      <vt:lpstr>Remember this?</vt:lpstr>
      <vt:lpstr>Use the CPU while the GPU works…</vt:lpstr>
      <vt:lpstr>A bit of operating systems</vt:lpstr>
      <vt:lpstr>Pinning (page-locking) memory</vt:lpstr>
      <vt:lpstr>Advantages of page-locked memory</vt:lpstr>
      <vt:lpstr>Sharing memory with the GPU</vt:lpstr>
      <vt:lpstr>Downsides to  shared memory</vt:lpstr>
      <vt:lpstr>Streams</vt:lpstr>
      <vt:lpstr>Making streams</vt:lpstr>
      <vt:lpstr>Two different approaches</vt:lpstr>
      <vt:lpstr>Approach 1 – split the whole problem</vt:lpstr>
      <vt:lpstr>Approach 2 – split setup/execute/copy back</vt:lpstr>
      <vt:lpstr>Approach 2 – split setup/execute/copy back</vt:lpstr>
      <vt:lpstr>Approach 2 – split setup/execute/copy back</vt:lpstr>
      <vt:lpstr>Results?</vt:lpstr>
      <vt:lpstr>Take aways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Phipps, Michael</dc:creator>
  <cp:lastModifiedBy>Phipps, Michael</cp:lastModifiedBy>
  <cp:revision>1</cp:revision>
  <dcterms:created xsi:type="dcterms:W3CDTF">2021-11-24T18:40:03Z</dcterms:created>
  <dcterms:modified xsi:type="dcterms:W3CDTF">2021-11-30T20:01:37Z</dcterms:modified>
</cp:coreProperties>
</file>