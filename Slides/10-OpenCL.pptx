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5" r:id="rId3"/>
    <p:sldId id="316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24" r:id="rId12"/>
    <p:sldId id="326" r:id="rId13"/>
    <p:sldId id="327" r:id="rId14"/>
    <p:sldId id="325" r:id="rId15"/>
    <p:sldId id="328" r:id="rId16"/>
    <p:sldId id="329" r:id="rId17"/>
    <p:sldId id="330" r:id="rId18"/>
    <p:sldId id="331" r:id="rId19"/>
    <p:sldId id="332" r:id="rId20"/>
    <p:sldId id="333" r:id="rId21"/>
    <p:sldId id="33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328FCC-49F8-44E1-8B96-7AB9D8383705}" v="7" dt="2021-11-30T18:49:45.1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pps, Michael" userId="22b19e64-ae93-4d74-aed7-bbb364ca0772" providerId="ADAL" clId="{18328FCC-49F8-44E1-8B96-7AB9D8383705}"/>
    <pc:docChg chg="undo custSel addSld delSld modSld sldOrd">
      <pc:chgData name="Phipps, Michael" userId="22b19e64-ae93-4d74-aed7-bbb364ca0772" providerId="ADAL" clId="{18328FCC-49F8-44E1-8B96-7AB9D8383705}" dt="2021-12-02T17:38:34.059" v="6681" actId="20577"/>
      <pc:docMkLst>
        <pc:docMk/>
      </pc:docMkLst>
      <pc:sldChg chg="addSp delSp modSp del mod">
        <pc:chgData name="Phipps, Michael" userId="22b19e64-ae93-4d74-aed7-bbb364ca0772" providerId="ADAL" clId="{18328FCC-49F8-44E1-8B96-7AB9D8383705}" dt="2021-11-25T20:58:43.331" v="75" actId="2696"/>
        <pc:sldMkLst>
          <pc:docMk/>
          <pc:sldMk cId="1604156497" sldId="257"/>
        </pc:sldMkLst>
        <pc:spChg chg="del">
          <ac:chgData name="Phipps, Michael" userId="22b19e64-ae93-4d74-aed7-bbb364ca0772" providerId="ADAL" clId="{18328FCC-49F8-44E1-8B96-7AB9D8383705}" dt="2021-11-25T20:53:25.219" v="0" actId="478"/>
          <ac:spMkLst>
            <pc:docMk/>
            <pc:sldMk cId="1604156497" sldId="257"/>
            <ac:spMk id="2" creationId="{E5167648-E222-4316-A2F8-0DE52984EF07}"/>
          </ac:spMkLst>
        </pc:spChg>
        <pc:spChg chg="del">
          <ac:chgData name="Phipps, Michael" userId="22b19e64-ae93-4d74-aed7-bbb364ca0772" providerId="ADAL" clId="{18328FCC-49F8-44E1-8B96-7AB9D8383705}" dt="2021-11-25T20:53:25.219" v="0" actId="478"/>
          <ac:spMkLst>
            <pc:docMk/>
            <pc:sldMk cId="1604156497" sldId="257"/>
            <ac:spMk id="3" creationId="{4F52D30E-D71F-4B1E-9507-F54844219E2D}"/>
          </ac:spMkLst>
        </pc:spChg>
        <pc:picChg chg="add mod">
          <ac:chgData name="Phipps, Michael" userId="22b19e64-ae93-4d74-aed7-bbb364ca0772" providerId="ADAL" clId="{18328FCC-49F8-44E1-8B96-7AB9D8383705}" dt="2021-11-25T20:54:37.001" v="6" actId="1076"/>
          <ac:picMkLst>
            <pc:docMk/>
            <pc:sldMk cId="1604156497" sldId="257"/>
            <ac:picMk id="5" creationId="{1047F327-FE0D-4AE4-85CB-4624816CC2BD}"/>
          </ac:picMkLst>
        </pc:picChg>
      </pc:sldChg>
      <pc:sldChg chg="addSp delSp modSp add mod">
        <pc:chgData name="Phipps, Michael" userId="22b19e64-ae93-4d74-aed7-bbb364ca0772" providerId="ADAL" clId="{18328FCC-49F8-44E1-8B96-7AB9D8383705}" dt="2021-11-25T20:57:30.559" v="74" actId="14100"/>
        <pc:sldMkLst>
          <pc:docMk/>
          <pc:sldMk cId="3786568077" sldId="316"/>
        </pc:sldMkLst>
        <pc:spChg chg="add del mod">
          <ac:chgData name="Phipps, Michael" userId="22b19e64-ae93-4d74-aed7-bbb364ca0772" providerId="ADAL" clId="{18328FCC-49F8-44E1-8B96-7AB9D8383705}" dt="2021-11-25T20:56:13.977" v="11" actId="478"/>
          <ac:spMkLst>
            <pc:docMk/>
            <pc:sldMk cId="3786568077" sldId="316"/>
            <ac:spMk id="2" creationId="{3BECBD1B-5DEA-4CE3-A767-6B0D17A587A2}"/>
          </ac:spMkLst>
        </pc:spChg>
        <pc:spChg chg="add mod">
          <ac:chgData name="Phipps, Michael" userId="22b19e64-ae93-4d74-aed7-bbb364ca0772" providerId="ADAL" clId="{18328FCC-49F8-44E1-8B96-7AB9D8383705}" dt="2021-11-25T20:56:34.558" v="32" actId="14100"/>
          <ac:spMkLst>
            <pc:docMk/>
            <pc:sldMk cId="3786568077" sldId="316"/>
            <ac:spMk id="3" creationId="{1102095D-D9B6-47CC-BA19-A59433AB1D88}"/>
          </ac:spMkLst>
        </pc:spChg>
        <pc:spChg chg="add mod">
          <ac:chgData name="Phipps, Michael" userId="22b19e64-ae93-4d74-aed7-bbb364ca0772" providerId="ADAL" clId="{18328FCC-49F8-44E1-8B96-7AB9D8383705}" dt="2021-11-25T20:56:50.468" v="49" actId="20577"/>
          <ac:spMkLst>
            <pc:docMk/>
            <pc:sldMk cId="3786568077" sldId="316"/>
            <ac:spMk id="6" creationId="{F1A99DCA-AF01-46D0-94D0-719A91DB0E3D}"/>
          </ac:spMkLst>
        </pc:spChg>
        <pc:spChg chg="add mod">
          <ac:chgData name="Phipps, Michael" userId="22b19e64-ae93-4d74-aed7-bbb364ca0772" providerId="ADAL" clId="{18328FCC-49F8-44E1-8B96-7AB9D8383705}" dt="2021-11-25T20:57:30.559" v="74" actId="14100"/>
          <ac:spMkLst>
            <pc:docMk/>
            <pc:sldMk cId="3786568077" sldId="316"/>
            <ac:spMk id="7" creationId="{0A3BC3E8-FC52-4BAA-86B1-C3951D08C2AC}"/>
          </ac:spMkLst>
        </pc:spChg>
      </pc:sldChg>
      <pc:sldChg chg="modSp new mod">
        <pc:chgData name="Phipps, Michael" userId="22b19e64-ae93-4d74-aed7-bbb364ca0772" providerId="ADAL" clId="{18328FCC-49F8-44E1-8B96-7AB9D8383705}" dt="2021-11-25T21:01:26.169" v="527" actId="20577"/>
        <pc:sldMkLst>
          <pc:docMk/>
          <pc:sldMk cId="1554766912" sldId="317"/>
        </pc:sldMkLst>
        <pc:spChg chg="mod">
          <ac:chgData name="Phipps, Michael" userId="22b19e64-ae93-4d74-aed7-bbb364ca0772" providerId="ADAL" clId="{18328FCC-49F8-44E1-8B96-7AB9D8383705}" dt="2021-11-25T20:59:06.503" v="107" actId="20577"/>
          <ac:spMkLst>
            <pc:docMk/>
            <pc:sldMk cId="1554766912" sldId="317"/>
            <ac:spMk id="2" creationId="{0AAF6AA7-6E97-4551-920A-BDB077EF23D5}"/>
          </ac:spMkLst>
        </pc:spChg>
        <pc:spChg chg="mod">
          <ac:chgData name="Phipps, Michael" userId="22b19e64-ae93-4d74-aed7-bbb364ca0772" providerId="ADAL" clId="{18328FCC-49F8-44E1-8B96-7AB9D8383705}" dt="2021-11-25T21:01:26.169" v="527" actId="20577"/>
          <ac:spMkLst>
            <pc:docMk/>
            <pc:sldMk cId="1554766912" sldId="317"/>
            <ac:spMk id="3" creationId="{D89B0D52-0105-4759-8EAD-2E2F476075BD}"/>
          </ac:spMkLst>
        </pc:spChg>
      </pc:sldChg>
      <pc:sldChg chg="addSp delSp modSp new mod">
        <pc:chgData name="Phipps, Michael" userId="22b19e64-ae93-4d74-aed7-bbb364ca0772" providerId="ADAL" clId="{18328FCC-49F8-44E1-8B96-7AB9D8383705}" dt="2021-11-25T21:04:15.467" v="536"/>
        <pc:sldMkLst>
          <pc:docMk/>
          <pc:sldMk cId="93532541" sldId="318"/>
        </pc:sldMkLst>
        <pc:spChg chg="del">
          <ac:chgData name="Phipps, Michael" userId="22b19e64-ae93-4d74-aed7-bbb364ca0772" providerId="ADAL" clId="{18328FCC-49F8-44E1-8B96-7AB9D8383705}" dt="2021-11-25T21:02:05.054" v="529" actId="478"/>
          <ac:spMkLst>
            <pc:docMk/>
            <pc:sldMk cId="93532541" sldId="318"/>
            <ac:spMk id="2" creationId="{32F88B9B-7B41-457E-BC52-3C07435D34F9}"/>
          </ac:spMkLst>
        </pc:spChg>
        <pc:spChg chg="del">
          <ac:chgData name="Phipps, Michael" userId="22b19e64-ae93-4d74-aed7-bbb364ca0772" providerId="ADAL" clId="{18328FCC-49F8-44E1-8B96-7AB9D8383705}" dt="2021-11-25T21:02:07.743" v="530" actId="478"/>
          <ac:spMkLst>
            <pc:docMk/>
            <pc:sldMk cId="93532541" sldId="318"/>
            <ac:spMk id="3" creationId="{30CAE3DC-4C8C-47CC-AC5B-DC49A0282C2D}"/>
          </ac:spMkLst>
        </pc:spChg>
        <pc:spChg chg="add del mod">
          <ac:chgData name="Phipps, Michael" userId="22b19e64-ae93-4d74-aed7-bbb364ca0772" providerId="ADAL" clId="{18328FCC-49F8-44E1-8B96-7AB9D8383705}" dt="2021-11-25T21:04:15.467" v="536"/>
          <ac:spMkLst>
            <pc:docMk/>
            <pc:sldMk cId="93532541" sldId="318"/>
            <ac:spMk id="6" creationId="{BAE8FCF4-0453-46BE-BED5-5BF5226C80BC}"/>
          </ac:spMkLst>
        </pc:spChg>
        <pc:picChg chg="add mod">
          <ac:chgData name="Phipps, Michael" userId="22b19e64-ae93-4d74-aed7-bbb364ca0772" providerId="ADAL" clId="{18328FCC-49F8-44E1-8B96-7AB9D8383705}" dt="2021-11-25T21:04:02.139" v="533" actId="1076"/>
          <ac:picMkLst>
            <pc:docMk/>
            <pc:sldMk cId="93532541" sldId="318"/>
            <ac:picMk id="5" creationId="{8D834663-DB41-4FAA-8E5C-F7486FDE7E9A}"/>
          </ac:picMkLst>
        </pc:picChg>
      </pc:sldChg>
      <pc:sldChg chg="modSp new mod">
        <pc:chgData name="Phipps, Michael" userId="22b19e64-ae93-4d74-aed7-bbb364ca0772" providerId="ADAL" clId="{18328FCC-49F8-44E1-8B96-7AB9D8383705}" dt="2021-11-25T21:06:45.133" v="757" actId="5793"/>
        <pc:sldMkLst>
          <pc:docMk/>
          <pc:sldMk cId="2759533696" sldId="319"/>
        </pc:sldMkLst>
        <pc:spChg chg="mod">
          <ac:chgData name="Phipps, Michael" userId="22b19e64-ae93-4d74-aed7-bbb364ca0772" providerId="ADAL" clId="{18328FCC-49F8-44E1-8B96-7AB9D8383705}" dt="2021-11-25T21:05:08.162" v="571" actId="20577"/>
          <ac:spMkLst>
            <pc:docMk/>
            <pc:sldMk cId="2759533696" sldId="319"/>
            <ac:spMk id="2" creationId="{16664EF3-5710-41DB-A752-595DBDD7B811}"/>
          </ac:spMkLst>
        </pc:spChg>
        <pc:spChg chg="mod">
          <ac:chgData name="Phipps, Michael" userId="22b19e64-ae93-4d74-aed7-bbb364ca0772" providerId="ADAL" clId="{18328FCC-49F8-44E1-8B96-7AB9D8383705}" dt="2021-11-25T21:06:45.133" v="757" actId="5793"/>
          <ac:spMkLst>
            <pc:docMk/>
            <pc:sldMk cId="2759533696" sldId="319"/>
            <ac:spMk id="3" creationId="{5764BEF5-6CAD-4059-881E-4D8A84EB275D}"/>
          </ac:spMkLst>
        </pc:spChg>
      </pc:sldChg>
      <pc:sldChg chg="modSp new mod">
        <pc:chgData name="Phipps, Michael" userId="22b19e64-ae93-4d74-aed7-bbb364ca0772" providerId="ADAL" clId="{18328FCC-49F8-44E1-8B96-7AB9D8383705}" dt="2021-11-30T18:35:44.626" v="1308" actId="20577"/>
        <pc:sldMkLst>
          <pc:docMk/>
          <pc:sldMk cId="3793267276" sldId="320"/>
        </pc:sldMkLst>
        <pc:spChg chg="mod">
          <ac:chgData name="Phipps, Michael" userId="22b19e64-ae93-4d74-aed7-bbb364ca0772" providerId="ADAL" clId="{18328FCC-49F8-44E1-8B96-7AB9D8383705}" dt="2021-11-30T18:32:30.559" v="776" actId="20577"/>
          <ac:spMkLst>
            <pc:docMk/>
            <pc:sldMk cId="3793267276" sldId="320"/>
            <ac:spMk id="2" creationId="{A7D02E39-0906-4D5A-97D4-DBB48A833769}"/>
          </ac:spMkLst>
        </pc:spChg>
        <pc:spChg chg="mod">
          <ac:chgData name="Phipps, Michael" userId="22b19e64-ae93-4d74-aed7-bbb364ca0772" providerId="ADAL" clId="{18328FCC-49F8-44E1-8B96-7AB9D8383705}" dt="2021-11-30T18:35:44.626" v="1308" actId="20577"/>
          <ac:spMkLst>
            <pc:docMk/>
            <pc:sldMk cId="3793267276" sldId="320"/>
            <ac:spMk id="3" creationId="{720D5893-15E4-4577-ABAD-1004DDA4D135}"/>
          </ac:spMkLst>
        </pc:spChg>
      </pc:sldChg>
      <pc:sldChg chg="modSp new mod">
        <pc:chgData name="Phipps, Michael" userId="22b19e64-ae93-4d74-aed7-bbb364ca0772" providerId="ADAL" clId="{18328FCC-49F8-44E1-8B96-7AB9D8383705}" dt="2021-12-02T15:38:36.780" v="4807" actId="20577"/>
        <pc:sldMkLst>
          <pc:docMk/>
          <pc:sldMk cId="3184468547" sldId="321"/>
        </pc:sldMkLst>
        <pc:spChg chg="mod">
          <ac:chgData name="Phipps, Michael" userId="22b19e64-ae93-4d74-aed7-bbb364ca0772" providerId="ADAL" clId="{18328FCC-49F8-44E1-8B96-7AB9D8383705}" dt="2021-11-30T18:35:59.843" v="1330" actId="20577"/>
          <ac:spMkLst>
            <pc:docMk/>
            <pc:sldMk cId="3184468547" sldId="321"/>
            <ac:spMk id="2" creationId="{A37E8253-AB1D-4203-B9ED-3DB7F10437D8}"/>
          </ac:spMkLst>
        </pc:spChg>
        <pc:spChg chg="mod">
          <ac:chgData name="Phipps, Michael" userId="22b19e64-ae93-4d74-aed7-bbb364ca0772" providerId="ADAL" clId="{18328FCC-49F8-44E1-8B96-7AB9D8383705}" dt="2021-12-02T15:38:36.780" v="4807" actId="20577"/>
          <ac:spMkLst>
            <pc:docMk/>
            <pc:sldMk cId="3184468547" sldId="321"/>
            <ac:spMk id="3" creationId="{5AEABE8B-DEEF-4CAE-A8E8-EB2141BDC604}"/>
          </ac:spMkLst>
        </pc:spChg>
      </pc:sldChg>
      <pc:sldChg chg="addSp delSp modSp new mod">
        <pc:chgData name="Phipps, Michael" userId="22b19e64-ae93-4d74-aed7-bbb364ca0772" providerId="ADAL" clId="{18328FCC-49F8-44E1-8B96-7AB9D8383705}" dt="2021-12-01T17:40:08.503" v="2694" actId="11529"/>
        <pc:sldMkLst>
          <pc:docMk/>
          <pc:sldMk cId="458832216" sldId="322"/>
        </pc:sldMkLst>
        <pc:spChg chg="mod">
          <ac:chgData name="Phipps, Michael" userId="22b19e64-ae93-4d74-aed7-bbb364ca0772" providerId="ADAL" clId="{18328FCC-49F8-44E1-8B96-7AB9D8383705}" dt="2021-12-01T17:25:28.133" v="2521" actId="20577"/>
          <ac:spMkLst>
            <pc:docMk/>
            <pc:sldMk cId="458832216" sldId="322"/>
            <ac:spMk id="2" creationId="{D1AD44A5-D822-4B6D-B7DF-F32017479F9D}"/>
          </ac:spMkLst>
        </pc:spChg>
        <pc:spChg chg="mod">
          <ac:chgData name="Phipps, Michael" userId="22b19e64-ae93-4d74-aed7-bbb364ca0772" providerId="ADAL" clId="{18328FCC-49F8-44E1-8B96-7AB9D8383705}" dt="2021-12-01T17:39:28.894" v="2680" actId="948"/>
          <ac:spMkLst>
            <pc:docMk/>
            <pc:sldMk cId="458832216" sldId="322"/>
            <ac:spMk id="3" creationId="{F1886995-A2B5-41ED-8ED5-4C779974ED3C}"/>
          </ac:spMkLst>
        </pc:spChg>
        <pc:spChg chg="add del">
          <ac:chgData name="Phipps, Michael" userId="22b19e64-ae93-4d74-aed7-bbb364ca0772" providerId="ADAL" clId="{18328FCC-49F8-44E1-8B96-7AB9D8383705}" dt="2021-11-30T18:49:41.778" v="2113"/>
          <ac:spMkLst>
            <pc:docMk/>
            <pc:sldMk cId="458832216" sldId="322"/>
            <ac:spMk id="4" creationId="{51648D50-DE5D-4297-A8D6-9253F695F6DA}"/>
          </ac:spMkLst>
        </pc:spChg>
        <pc:cxnChg chg="add">
          <ac:chgData name="Phipps, Michael" userId="22b19e64-ae93-4d74-aed7-bbb364ca0772" providerId="ADAL" clId="{18328FCC-49F8-44E1-8B96-7AB9D8383705}" dt="2021-12-01T17:40:08.503" v="2694" actId="11529"/>
          <ac:cxnSpMkLst>
            <pc:docMk/>
            <pc:sldMk cId="458832216" sldId="322"/>
            <ac:cxnSpMk id="6" creationId="{0BAA697E-D91D-406F-9B6F-CCA529938F56}"/>
          </ac:cxnSpMkLst>
        </pc:cxnChg>
      </pc:sldChg>
      <pc:sldChg chg="addSp modSp new mod">
        <pc:chgData name="Phipps, Michael" userId="22b19e64-ae93-4d74-aed7-bbb364ca0772" providerId="ADAL" clId="{18328FCC-49F8-44E1-8B96-7AB9D8383705}" dt="2021-12-01T17:41:25.232" v="2797" actId="11529"/>
        <pc:sldMkLst>
          <pc:docMk/>
          <pc:sldMk cId="2125041170" sldId="323"/>
        </pc:sldMkLst>
        <pc:spChg chg="mod">
          <ac:chgData name="Phipps, Michael" userId="22b19e64-ae93-4d74-aed7-bbb364ca0772" providerId="ADAL" clId="{18328FCC-49F8-44E1-8B96-7AB9D8383705}" dt="2021-12-01T17:23:32.040" v="2504" actId="20577"/>
          <ac:spMkLst>
            <pc:docMk/>
            <pc:sldMk cId="2125041170" sldId="323"/>
            <ac:spMk id="2" creationId="{E2DE6A4F-0318-48E2-B59B-90BF768B8AE3}"/>
          </ac:spMkLst>
        </pc:spChg>
        <pc:spChg chg="mod">
          <ac:chgData name="Phipps, Michael" userId="22b19e64-ae93-4d74-aed7-bbb364ca0772" providerId="ADAL" clId="{18328FCC-49F8-44E1-8B96-7AB9D8383705}" dt="2021-12-01T17:41:18.927" v="2796" actId="6549"/>
          <ac:spMkLst>
            <pc:docMk/>
            <pc:sldMk cId="2125041170" sldId="323"/>
            <ac:spMk id="3" creationId="{0EBC56C3-8B6E-45CA-969C-3391C85A46F2}"/>
          </ac:spMkLst>
        </pc:spChg>
        <pc:cxnChg chg="add">
          <ac:chgData name="Phipps, Michael" userId="22b19e64-ae93-4d74-aed7-bbb364ca0772" providerId="ADAL" clId="{18328FCC-49F8-44E1-8B96-7AB9D8383705}" dt="2021-12-01T17:41:25.232" v="2797" actId="11529"/>
          <ac:cxnSpMkLst>
            <pc:docMk/>
            <pc:sldMk cId="2125041170" sldId="323"/>
            <ac:cxnSpMk id="5" creationId="{857D19E3-5F9C-47A8-AA7F-CDC876A7224F}"/>
          </ac:cxnSpMkLst>
        </pc:cxnChg>
      </pc:sldChg>
      <pc:sldChg chg="modSp new mod">
        <pc:chgData name="Phipps, Michael" userId="22b19e64-ae93-4d74-aed7-bbb364ca0772" providerId="ADAL" clId="{18328FCC-49F8-44E1-8B96-7AB9D8383705}" dt="2021-12-01T17:46:43.608" v="3147" actId="108"/>
        <pc:sldMkLst>
          <pc:docMk/>
          <pc:sldMk cId="3926451014" sldId="324"/>
        </pc:sldMkLst>
        <pc:spChg chg="mod">
          <ac:chgData name="Phipps, Michael" userId="22b19e64-ae93-4d74-aed7-bbb364ca0772" providerId="ADAL" clId="{18328FCC-49F8-44E1-8B96-7AB9D8383705}" dt="2021-12-01T17:42:00.885" v="2837" actId="20577"/>
          <ac:spMkLst>
            <pc:docMk/>
            <pc:sldMk cId="3926451014" sldId="324"/>
            <ac:spMk id="2" creationId="{F4C1C75F-657D-481C-B29B-F2009604FE2F}"/>
          </ac:spMkLst>
        </pc:spChg>
        <pc:spChg chg="mod">
          <ac:chgData name="Phipps, Michael" userId="22b19e64-ae93-4d74-aed7-bbb364ca0772" providerId="ADAL" clId="{18328FCC-49F8-44E1-8B96-7AB9D8383705}" dt="2021-12-01T17:46:43.608" v="3147" actId="108"/>
          <ac:spMkLst>
            <pc:docMk/>
            <pc:sldMk cId="3926451014" sldId="324"/>
            <ac:spMk id="3" creationId="{256B1D67-0F06-4E4A-96C2-A28B950264E0}"/>
          </ac:spMkLst>
        </pc:spChg>
      </pc:sldChg>
      <pc:sldChg chg="modSp new mod ord">
        <pc:chgData name="Phipps, Michael" userId="22b19e64-ae93-4d74-aed7-bbb364ca0772" providerId="ADAL" clId="{18328FCC-49F8-44E1-8B96-7AB9D8383705}" dt="2021-12-02T15:42:37.511" v="5413"/>
        <pc:sldMkLst>
          <pc:docMk/>
          <pc:sldMk cId="2799825423" sldId="325"/>
        </pc:sldMkLst>
        <pc:spChg chg="mod">
          <ac:chgData name="Phipps, Michael" userId="22b19e64-ae93-4d74-aed7-bbb364ca0772" providerId="ADAL" clId="{18328FCC-49F8-44E1-8B96-7AB9D8383705}" dt="2021-12-01T17:47:23.153" v="3177" actId="20577"/>
          <ac:spMkLst>
            <pc:docMk/>
            <pc:sldMk cId="2799825423" sldId="325"/>
            <ac:spMk id="2" creationId="{186CD540-55FB-4E6B-8997-B4936D81F0B3}"/>
          </ac:spMkLst>
        </pc:spChg>
        <pc:spChg chg="mod">
          <ac:chgData name="Phipps, Michael" userId="22b19e64-ae93-4d74-aed7-bbb364ca0772" providerId="ADAL" clId="{18328FCC-49F8-44E1-8B96-7AB9D8383705}" dt="2021-12-02T15:24:21.427" v="3524" actId="14100"/>
          <ac:spMkLst>
            <pc:docMk/>
            <pc:sldMk cId="2799825423" sldId="325"/>
            <ac:spMk id="3" creationId="{9B6EE6D6-8B06-4F79-B292-BEFEB2BA9040}"/>
          </ac:spMkLst>
        </pc:spChg>
      </pc:sldChg>
      <pc:sldChg chg="modSp new mod">
        <pc:chgData name="Phipps, Michael" userId="22b19e64-ae93-4d74-aed7-bbb364ca0772" providerId="ADAL" clId="{18328FCC-49F8-44E1-8B96-7AB9D8383705}" dt="2021-12-02T15:28:05.900" v="4096" actId="20577"/>
        <pc:sldMkLst>
          <pc:docMk/>
          <pc:sldMk cId="1688118400" sldId="326"/>
        </pc:sldMkLst>
        <pc:spChg chg="mod">
          <ac:chgData name="Phipps, Michael" userId="22b19e64-ae93-4d74-aed7-bbb364ca0772" providerId="ADAL" clId="{18328FCC-49F8-44E1-8B96-7AB9D8383705}" dt="2021-12-02T15:28:05.900" v="4096" actId="20577"/>
          <ac:spMkLst>
            <pc:docMk/>
            <pc:sldMk cId="1688118400" sldId="326"/>
            <ac:spMk id="2" creationId="{AE21D564-7850-4B97-9683-77D51450667C}"/>
          </ac:spMkLst>
        </pc:spChg>
        <pc:spChg chg="mod">
          <ac:chgData name="Phipps, Michael" userId="22b19e64-ae93-4d74-aed7-bbb364ca0772" providerId="ADAL" clId="{18328FCC-49F8-44E1-8B96-7AB9D8383705}" dt="2021-12-02T15:27:57.995" v="4089" actId="20577"/>
          <ac:spMkLst>
            <pc:docMk/>
            <pc:sldMk cId="1688118400" sldId="326"/>
            <ac:spMk id="3" creationId="{64F74F09-11A0-4BD6-90BE-7314B0320ADF}"/>
          </ac:spMkLst>
        </pc:spChg>
      </pc:sldChg>
      <pc:sldChg chg="modSp new mod">
        <pc:chgData name="Phipps, Michael" userId="22b19e64-ae93-4d74-aed7-bbb364ca0772" providerId="ADAL" clId="{18328FCC-49F8-44E1-8B96-7AB9D8383705}" dt="2021-12-02T15:34:43.038" v="4665" actId="20577"/>
        <pc:sldMkLst>
          <pc:docMk/>
          <pc:sldMk cId="222454111" sldId="327"/>
        </pc:sldMkLst>
        <pc:spChg chg="mod">
          <ac:chgData name="Phipps, Michael" userId="22b19e64-ae93-4d74-aed7-bbb364ca0772" providerId="ADAL" clId="{18328FCC-49F8-44E1-8B96-7AB9D8383705}" dt="2021-12-02T15:28:18.715" v="4125" actId="20577"/>
          <ac:spMkLst>
            <pc:docMk/>
            <pc:sldMk cId="222454111" sldId="327"/>
            <ac:spMk id="2" creationId="{8667A23E-E6BF-4FC8-8D1A-3525CEDBE4D0}"/>
          </ac:spMkLst>
        </pc:spChg>
        <pc:spChg chg="mod">
          <ac:chgData name="Phipps, Michael" userId="22b19e64-ae93-4d74-aed7-bbb364ca0772" providerId="ADAL" clId="{18328FCC-49F8-44E1-8B96-7AB9D8383705}" dt="2021-12-02T15:34:43.038" v="4665" actId="20577"/>
          <ac:spMkLst>
            <pc:docMk/>
            <pc:sldMk cId="222454111" sldId="327"/>
            <ac:spMk id="3" creationId="{98BBEFFD-C3AB-4815-AC76-ECDB15B96684}"/>
          </ac:spMkLst>
        </pc:spChg>
      </pc:sldChg>
      <pc:sldChg chg="modSp new mod">
        <pc:chgData name="Phipps, Michael" userId="22b19e64-ae93-4d74-aed7-bbb364ca0772" providerId="ADAL" clId="{18328FCC-49F8-44E1-8B96-7AB9D8383705}" dt="2021-12-02T15:35:49.703" v="4683" actId="948"/>
        <pc:sldMkLst>
          <pc:docMk/>
          <pc:sldMk cId="1234924942" sldId="328"/>
        </pc:sldMkLst>
        <pc:spChg chg="mod">
          <ac:chgData name="Phipps, Michael" userId="22b19e64-ae93-4d74-aed7-bbb364ca0772" providerId="ADAL" clId="{18328FCC-49F8-44E1-8B96-7AB9D8383705}" dt="2021-12-02T15:30:53.797" v="4364" actId="20577"/>
          <ac:spMkLst>
            <pc:docMk/>
            <pc:sldMk cId="1234924942" sldId="328"/>
            <ac:spMk id="2" creationId="{51032892-473A-4B3E-BD1B-90F2DCC58E3E}"/>
          </ac:spMkLst>
        </pc:spChg>
        <pc:spChg chg="mod">
          <ac:chgData name="Phipps, Michael" userId="22b19e64-ae93-4d74-aed7-bbb364ca0772" providerId="ADAL" clId="{18328FCC-49F8-44E1-8B96-7AB9D8383705}" dt="2021-12-02T15:35:49.703" v="4683" actId="948"/>
          <ac:spMkLst>
            <pc:docMk/>
            <pc:sldMk cId="1234924942" sldId="328"/>
            <ac:spMk id="3" creationId="{1717785D-E6A1-46CA-82CF-8765FC208399}"/>
          </ac:spMkLst>
        </pc:spChg>
      </pc:sldChg>
      <pc:sldChg chg="modSp new mod">
        <pc:chgData name="Phipps, Michael" userId="22b19e64-ae93-4d74-aed7-bbb364ca0772" providerId="ADAL" clId="{18328FCC-49F8-44E1-8B96-7AB9D8383705}" dt="2021-12-02T15:37:11.111" v="4730" actId="20577"/>
        <pc:sldMkLst>
          <pc:docMk/>
          <pc:sldMk cId="2130274748" sldId="329"/>
        </pc:sldMkLst>
        <pc:spChg chg="mod">
          <ac:chgData name="Phipps, Michael" userId="22b19e64-ae93-4d74-aed7-bbb364ca0772" providerId="ADAL" clId="{18328FCC-49F8-44E1-8B96-7AB9D8383705}" dt="2021-12-02T15:32:32.444" v="4566" actId="20577"/>
          <ac:spMkLst>
            <pc:docMk/>
            <pc:sldMk cId="2130274748" sldId="329"/>
            <ac:spMk id="2" creationId="{718EC5AC-13A9-47E8-9717-ED69E3F9B3A2}"/>
          </ac:spMkLst>
        </pc:spChg>
        <pc:spChg chg="mod">
          <ac:chgData name="Phipps, Michael" userId="22b19e64-ae93-4d74-aed7-bbb364ca0772" providerId="ADAL" clId="{18328FCC-49F8-44E1-8B96-7AB9D8383705}" dt="2021-12-02T15:37:11.111" v="4730" actId="20577"/>
          <ac:spMkLst>
            <pc:docMk/>
            <pc:sldMk cId="2130274748" sldId="329"/>
            <ac:spMk id="3" creationId="{3060BFAE-B3B8-48EE-859B-AAD4D189A386}"/>
          </ac:spMkLst>
        </pc:spChg>
      </pc:sldChg>
      <pc:sldChg chg="modSp new mod">
        <pc:chgData name="Phipps, Michael" userId="22b19e64-ae93-4d74-aed7-bbb364ca0772" providerId="ADAL" clId="{18328FCC-49F8-44E1-8B96-7AB9D8383705}" dt="2021-12-02T15:38:04.012" v="4780" actId="20577"/>
        <pc:sldMkLst>
          <pc:docMk/>
          <pc:sldMk cId="2699013387" sldId="330"/>
        </pc:sldMkLst>
        <pc:spChg chg="mod">
          <ac:chgData name="Phipps, Michael" userId="22b19e64-ae93-4d74-aed7-bbb364ca0772" providerId="ADAL" clId="{18328FCC-49F8-44E1-8B96-7AB9D8383705}" dt="2021-12-02T15:37:28.651" v="4767" actId="20577"/>
          <ac:spMkLst>
            <pc:docMk/>
            <pc:sldMk cId="2699013387" sldId="330"/>
            <ac:spMk id="2" creationId="{14CB31E3-6CA4-40BD-9DA8-458E9379CFDC}"/>
          </ac:spMkLst>
        </pc:spChg>
        <pc:spChg chg="mod">
          <ac:chgData name="Phipps, Michael" userId="22b19e64-ae93-4d74-aed7-bbb364ca0772" providerId="ADAL" clId="{18328FCC-49F8-44E1-8B96-7AB9D8383705}" dt="2021-12-02T15:38:04.012" v="4780" actId="20577"/>
          <ac:spMkLst>
            <pc:docMk/>
            <pc:sldMk cId="2699013387" sldId="330"/>
            <ac:spMk id="3" creationId="{E9D49659-1E64-41E0-BC5E-F3456AFF0F7C}"/>
          </ac:spMkLst>
        </pc:spChg>
      </pc:sldChg>
      <pc:sldChg chg="modSp new mod">
        <pc:chgData name="Phipps, Michael" userId="22b19e64-ae93-4d74-aed7-bbb364ca0772" providerId="ADAL" clId="{18328FCC-49F8-44E1-8B96-7AB9D8383705}" dt="2021-12-02T15:40:58.948" v="5198" actId="33524"/>
        <pc:sldMkLst>
          <pc:docMk/>
          <pc:sldMk cId="1912053928" sldId="331"/>
        </pc:sldMkLst>
        <pc:spChg chg="mod">
          <ac:chgData name="Phipps, Michael" userId="22b19e64-ae93-4d74-aed7-bbb364ca0772" providerId="ADAL" clId="{18328FCC-49F8-44E1-8B96-7AB9D8383705}" dt="2021-12-02T15:38:59.508" v="4825" actId="20577"/>
          <ac:spMkLst>
            <pc:docMk/>
            <pc:sldMk cId="1912053928" sldId="331"/>
            <ac:spMk id="2" creationId="{B537BF98-3575-4FE3-9EBF-C0F2009C9DD2}"/>
          </ac:spMkLst>
        </pc:spChg>
        <pc:spChg chg="mod">
          <ac:chgData name="Phipps, Michael" userId="22b19e64-ae93-4d74-aed7-bbb364ca0772" providerId="ADAL" clId="{18328FCC-49F8-44E1-8B96-7AB9D8383705}" dt="2021-12-02T15:40:58.948" v="5198" actId="33524"/>
          <ac:spMkLst>
            <pc:docMk/>
            <pc:sldMk cId="1912053928" sldId="331"/>
            <ac:spMk id="3" creationId="{03D549D0-C941-4760-8D12-D7D34DD0FE3F}"/>
          </ac:spMkLst>
        </pc:spChg>
      </pc:sldChg>
      <pc:sldChg chg="modSp new mod">
        <pc:chgData name="Phipps, Michael" userId="22b19e64-ae93-4d74-aed7-bbb364ca0772" providerId="ADAL" clId="{18328FCC-49F8-44E1-8B96-7AB9D8383705}" dt="2021-12-02T15:45:42.659" v="5724" actId="27636"/>
        <pc:sldMkLst>
          <pc:docMk/>
          <pc:sldMk cId="1677675771" sldId="332"/>
        </pc:sldMkLst>
        <pc:spChg chg="mod">
          <ac:chgData name="Phipps, Michael" userId="22b19e64-ae93-4d74-aed7-bbb364ca0772" providerId="ADAL" clId="{18328FCC-49F8-44E1-8B96-7AB9D8383705}" dt="2021-12-02T15:41:12.961" v="5223" actId="20577"/>
          <ac:spMkLst>
            <pc:docMk/>
            <pc:sldMk cId="1677675771" sldId="332"/>
            <ac:spMk id="2" creationId="{FBB624B7-6DEA-4AF6-BEA8-2AAFF26E1F7F}"/>
          </ac:spMkLst>
        </pc:spChg>
        <pc:spChg chg="mod">
          <ac:chgData name="Phipps, Michael" userId="22b19e64-ae93-4d74-aed7-bbb364ca0772" providerId="ADAL" clId="{18328FCC-49F8-44E1-8B96-7AB9D8383705}" dt="2021-12-02T15:45:42.659" v="5724" actId="27636"/>
          <ac:spMkLst>
            <pc:docMk/>
            <pc:sldMk cId="1677675771" sldId="332"/>
            <ac:spMk id="3" creationId="{F23B5DC2-E8CD-4CED-AB36-F11356D69573}"/>
          </ac:spMkLst>
        </pc:spChg>
      </pc:sldChg>
      <pc:sldChg chg="modSp new mod">
        <pc:chgData name="Phipps, Michael" userId="22b19e64-ae93-4d74-aed7-bbb364ca0772" providerId="ADAL" clId="{18328FCC-49F8-44E1-8B96-7AB9D8383705}" dt="2021-12-02T17:35:19.024" v="6352" actId="5793"/>
        <pc:sldMkLst>
          <pc:docMk/>
          <pc:sldMk cId="1075966379" sldId="333"/>
        </pc:sldMkLst>
        <pc:spChg chg="mod">
          <ac:chgData name="Phipps, Michael" userId="22b19e64-ae93-4d74-aed7-bbb364ca0772" providerId="ADAL" clId="{18328FCC-49F8-44E1-8B96-7AB9D8383705}" dt="2021-12-02T17:30:04.146" v="5780" actId="14100"/>
          <ac:spMkLst>
            <pc:docMk/>
            <pc:sldMk cId="1075966379" sldId="333"/>
            <ac:spMk id="2" creationId="{873D6A13-DD91-4BD7-9D46-1B5BC2788498}"/>
          </ac:spMkLst>
        </pc:spChg>
        <pc:spChg chg="mod">
          <ac:chgData name="Phipps, Michael" userId="22b19e64-ae93-4d74-aed7-bbb364ca0772" providerId="ADAL" clId="{18328FCC-49F8-44E1-8B96-7AB9D8383705}" dt="2021-12-02T17:35:19.024" v="6352" actId="5793"/>
          <ac:spMkLst>
            <pc:docMk/>
            <pc:sldMk cId="1075966379" sldId="333"/>
            <ac:spMk id="3" creationId="{62FA1992-FDD0-4742-AACF-40F875760D5F}"/>
          </ac:spMkLst>
        </pc:spChg>
      </pc:sldChg>
      <pc:sldChg chg="modSp new mod">
        <pc:chgData name="Phipps, Michael" userId="22b19e64-ae93-4d74-aed7-bbb364ca0772" providerId="ADAL" clId="{18328FCC-49F8-44E1-8B96-7AB9D8383705}" dt="2021-12-02T17:38:34.059" v="6681" actId="20577"/>
        <pc:sldMkLst>
          <pc:docMk/>
          <pc:sldMk cId="2732499757" sldId="334"/>
        </pc:sldMkLst>
        <pc:spChg chg="mod">
          <ac:chgData name="Phipps, Michael" userId="22b19e64-ae93-4d74-aed7-bbb364ca0772" providerId="ADAL" clId="{18328FCC-49F8-44E1-8B96-7AB9D8383705}" dt="2021-12-02T17:36:54.197" v="6362" actId="20577"/>
          <ac:spMkLst>
            <pc:docMk/>
            <pc:sldMk cId="2732499757" sldId="334"/>
            <ac:spMk id="2" creationId="{062C6005-4F14-4EC0-8799-C114C507D35C}"/>
          </ac:spMkLst>
        </pc:spChg>
        <pc:spChg chg="mod">
          <ac:chgData name="Phipps, Michael" userId="22b19e64-ae93-4d74-aed7-bbb364ca0772" providerId="ADAL" clId="{18328FCC-49F8-44E1-8B96-7AB9D8383705}" dt="2021-12-02T17:38:34.059" v="6681" actId="20577"/>
          <ac:spMkLst>
            <pc:docMk/>
            <pc:sldMk cId="2732499757" sldId="334"/>
            <ac:spMk id="3" creationId="{F43278C0-21AA-45D0-8884-FB910D0009F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4EA42-A243-4AA6-AFD2-22FA320AF6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044828-7534-4C47-84BF-1E7EAD9BD4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BAD33-F1DA-490C-A408-9B756D2D9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9D60-AF09-4574-8821-B02E8D872062}" type="datetimeFigureOut">
              <a:rPr lang="en-US" smtClean="0"/>
              <a:t>11/25/2021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76E6A-AD8C-4A5E-A777-304B7E8DC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94D0A-6254-419C-8333-FC5F67FC1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78DA0-5CFB-4CB1-A468-A5B2EBBAD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70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0C3DD-0706-4379-ACE6-82E9A3A98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C9619-44C7-4C5D-9380-484C9059C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F0139-AABB-44C2-9916-ED8084B65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9D60-AF09-4574-8821-B02E8D872062}" type="datetimeFigureOut">
              <a:rPr lang="en-US" smtClean="0"/>
              <a:t>11/25/2021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3271F-BE76-4573-AEAA-B154F4A77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81D6E-CE4F-4555-B4FF-DF2E2DBC6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78DA0-5CFB-4CB1-A468-A5B2EBBAD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155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3A7DD-E50F-4DCD-A4D5-67073DDE6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D4CE4-A0F7-490B-929C-121CB4AB7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9E5C7-85EF-4F2D-AC5F-8923CF55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9D60-AF09-4574-8821-B02E8D872062}" type="datetimeFigureOut">
              <a:rPr lang="en-US" smtClean="0"/>
              <a:t>11/25/2021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62002-B32F-40C4-BE53-DBF147674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693FA-13DC-49D4-BC59-C4ECF7EC2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78DA0-5CFB-4CB1-A468-A5B2EBBAD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250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2CE7C-58A8-49FB-988C-8B5674319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74822-7402-4164-981D-C1A7CC84B7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FF79B-A66D-4C80-A3E0-060482D86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30B335-DB59-42E1-90EA-0EAF1EBD7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9D60-AF09-4574-8821-B02E8D872062}" type="datetimeFigureOut">
              <a:rPr lang="en-US" smtClean="0"/>
              <a:t>11/25/2021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7F70C-B539-4462-B763-86BAC95CC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A03E24-2330-467F-8BA4-3E3DCF756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78DA0-5CFB-4CB1-A468-A5B2EBBAD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633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E133F-75C4-4484-8258-BE3EDCA36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0D135-BE47-4D11-B3C4-5C86CB737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EE4E90-26C4-4235-BA03-F92D49971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7CE968-C73A-4FDF-8729-E4BAEDF54D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F0921A-087D-40AA-99E7-C175D11A93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39A94B-1696-4373-9EEB-6AE7AECFE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9D60-AF09-4574-8821-B02E8D872062}" type="datetimeFigureOut">
              <a:rPr lang="en-US" smtClean="0"/>
              <a:t>11/25/2021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C37C6A-6C1F-4004-8F49-98FD8EA2B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6B16F1-358C-48EC-9B33-7F9AD0F0E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78DA0-5CFB-4CB1-A468-A5B2EBBAD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853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DCFE6-EFBD-4852-B36E-315A8B96D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8E1FDB-57D3-4E39-BC34-5B516E549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9D60-AF09-4574-8821-B02E8D872062}" type="datetimeFigureOut">
              <a:rPr lang="en-US" smtClean="0"/>
              <a:t>11/25/2021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9E2688-600C-470D-8E4A-AC959187B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E2BB5F-2E07-4E8E-A463-AFBD98DC6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78DA0-5CFB-4CB1-A468-A5B2EBBAD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534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E40E85-AB08-4846-BCAB-AE7092F22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9D60-AF09-4574-8821-B02E8D872062}" type="datetimeFigureOut">
              <a:rPr lang="en-US" smtClean="0"/>
              <a:t>11/25/2021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3A3885-3F01-4022-8640-FB2E1AD70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C734D8-93F7-4273-B643-22E97ABC3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78DA0-5CFB-4CB1-A468-A5B2EBBAD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617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9F500-06B7-4971-BD60-2E0A6CF92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03C0E-BDD6-45C3-96EC-6FC48B330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1C4D76-2994-48CD-8A11-310C83CDD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B7026F-8870-4EE6-870D-44108B490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9D60-AF09-4574-8821-B02E8D872062}" type="datetimeFigureOut">
              <a:rPr lang="en-US" smtClean="0"/>
              <a:t>11/25/2021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C2E398-2EB1-474D-9123-92C840214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3E004E-BDB5-4BE4-A813-4D08CB75B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78DA0-5CFB-4CB1-A468-A5B2EBBAD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853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ADD3C-B54F-41DD-BED2-0C71C8728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1C7035-9A89-439D-A86E-DD381CBE96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6C305D-C8BB-4F19-A176-830D331074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5754F9-9394-444D-AE3D-14F1E024C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9D60-AF09-4574-8821-B02E8D872062}" type="datetimeFigureOut">
              <a:rPr lang="en-US" smtClean="0"/>
              <a:t>11/25/2021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85DB3B-9811-4D91-88D2-C08FE3374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5D6AAD-5569-4ED0-852C-812BC40A3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78DA0-5CFB-4CB1-A468-A5B2EBBAD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841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FF76E-1FC5-495D-95DC-1D520D795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0AA43D-5700-42DA-8467-972ADC7F19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DD82F-E98D-4511-99D8-7C3DEE229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9D60-AF09-4574-8821-B02E8D872062}" type="datetimeFigureOut">
              <a:rPr lang="en-US" smtClean="0"/>
              <a:t>11/25/2021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5CB61-81F8-424D-932C-EA0BA1213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A49A1-5F00-4214-A94B-D577F3BAA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78DA0-5CFB-4CB1-A468-A5B2EBBAD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732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893B73-6A05-4474-8D95-2585B3538A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DB4AA1-01D8-4F62-8B07-4DD991EE60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BCF45-3BEA-4E94-886F-EA9533F61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9D60-AF09-4574-8821-B02E8D872062}" type="datetimeFigureOut">
              <a:rPr lang="en-US" smtClean="0"/>
              <a:t>11/25/2021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219AE-A7D7-48A2-99A8-57EA9BE4C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B48E5-1848-471C-BF61-FBCE4E48A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78DA0-5CFB-4CB1-A468-A5B2EBBAD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157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59F2D5-B6C3-4B10-8DE1-7F933F7A3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214A81-9CB6-4656-9C48-DCA5725D36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17293-956F-4065-933D-46FD943B16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F9D60-AF09-4574-8821-B02E8D872062}" type="datetimeFigureOut">
              <a:rPr lang="en-US" smtClean="0"/>
              <a:t>11/25/2021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BBA98-77DC-4CC5-A89C-E5CB3B967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0D9B2-7D3C-44A1-88BE-57BA9CDDB6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78DA0-5CFB-4CB1-A468-A5B2EBBAD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109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17AB9-E509-436D-AC0F-B8E90560FB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21312" y="4319667"/>
            <a:ext cx="3682584" cy="1066566"/>
          </a:xfrm>
        </p:spPr>
        <p:txBody>
          <a:bodyPr/>
          <a:lstStyle/>
          <a:p>
            <a:r>
              <a:rPr lang="en-US" dirty="0"/>
              <a:t>OpenCL</a:t>
            </a: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2AC19EAA-07D9-49B9-850E-E382D076DAE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25" t="21421" r="24734" b="21967"/>
          <a:stretch/>
        </p:blipFill>
        <p:spPr>
          <a:xfrm>
            <a:off x="0" y="-1"/>
            <a:ext cx="5231567" cy="3681999"/>
          </a:xfrm>
          <a:prstGeom prst="rect">
            <a:avLst/>
          </a:prstGeom>
        </p:spPr>
      </p:pic>
      <p:pic>
        <p:nvPicPr>
          <p:cNvPr id="7" name="Picture 6" descr="Shape&#10;&#10;Description automatically generated">
            <a:extLst>
              <a:ext uri="{FF2B5EF4-FFF2-40B4-BE49-F238E27FC236}">
                <a16:creationId xmlns:a16="http://schemas.microsoft.com/office/drawing/2014/main" id="{70701BB8-A63C-4BEE-B330-A8E4B3ABCD2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43" r="19098"/>
          <a:stretch/>
        </p:blipFill>
        <p:spPr>
          <a:xfrm>
            <a:off x="6981681" y="0"/>
            <a:ext cx="4460810" cy="4017364"/>
          </a:xfrm>
          <a:prstGeom prst="rect">
            <a:avLst/>
          </a:prstGeom>
        </p:spPr>
      </p:pic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F9AFD25E-4C1A-4089-8A47-75E57838B2A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24" t="17307" r="12703" b="18253"/>
          <a:stretch/>
        </p:blipFill>
        <p:spPr>
          <a:xfrm>
            <a:off x="0" y="3743793"/>
            <a:ext cx="4614115" cy="3028014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696D7DA3-CABF-4C08-8401-75589A60D9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801" y="5386233"/>
            <a:ext cx="6900472" cy="610198"/>
          </a:xfrm>
        </p:spPr>
        <p:txBody>
          <a:bodyPr/>
          <a:lstStyle/>
          <a:p>
            <a:r>
              <a:rPr lang="en-US" dirty="0"/>
              <a:t>GPU programming for the Rest of Us (non-NVIDIA)</a:t>
            </a:r>
          </a:p>
        </p:txBody>
      </p:sp>
    </p:spTree>
    <p:extLst>
      <p:ext uri="{BB962C8B-B14F-4D97-AF65-F5344CB8AC3E}">
        <p14:creationId xmlns:p14="http://schemas.microsoft.com/office/powerpoint/2010/main" val="353962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10A6F-A108-4871-AFD3-EC1C11A39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Nomenclature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63F3D1A-20CF-440C-910F-38CF04A26BAF}"/>
              </a:ext>
            </a:extLst>
          </p:cNvPr>
          <p:cNvGraphicFramePr>
            <a:graphicFrameLocks noGrp="1"/>
          </p:cNvGraphicFramePr>
          <p:nvPr/>
        </p:nvGraphicFramePr>
        <p:xfrm>
          <a:off x="2484305" y="1690688"/>
          <a:ext cx="8127999" cy="313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96743063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480331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16155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OpenCL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442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code for the 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kernel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kernel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21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code ready to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work-item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769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all threads w/ same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multi-dimension 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31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subgroup of threads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work-group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595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hardware to execute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streaming multiprocessor (SM)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805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division of threads all on the same 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warp (32)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1158621"/>
                  </a:ext>
                </a:extLst>
              </a:tr>
            </a:tbl>
          </a:graphicData>
        </a:graphic>
      </p:graphicFrame>
      <p:sp>
        <p:nvSpPr>
          <p:cNvPr id="5" name="Left Brace 4">
            <a:extLst>
              <a:ext uri="{FF2B5EF4-FFF2-40B4-BE49-F238E27FC236}">
                <a16:creationId xmlns:a16="http://schemas.microsoft.com/office/drawing/2014/main" id="{6D9D6846-421C-42D9-8EC5-DA9B131F8B82}"/>
              </a:ext>
            </a:extLst>
          </p:cNvPr>
          <p:cNvSpPr/>
          <p:nvPr/>
        </p:nvSpPr>
        <p:spPr>
          <a:xfrm>
            <a:off x="2121715" y="3605166"/>
            <a:ext cx="293615" cy="121640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FFF15257-381E-483B-90FB-976AB037933E}"/>
              </a:ext>
            </a:extLst>
          </p:cNvPr>
          <p:cNvSpPr/>
          <p:nvPr/>
        </p:nvSpPr>
        <p:spPr>
          <a:xfrm>
            <a:off x="2121714" y="2841767"/>
            <a:ext cx="293615" cy="73403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F68141-55C7-4504-93FB-9A6486B20A46}"/>
              </a:ext>
            </a:extLst>
          </p:cNvPr>
          <p:cNvSpPr txBox="1"/>
          <p:nvPr/>
        </p:nvSpPr>
        <p:spPr>
          <a:xfrm>
            <a:off x="838200" y="2883712"/>
            <a:ext cx="1417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Logical Organization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0D2118-C99C-44E9-B329-71D0E0C727BB}"/>
              </a:ext>
            </a:extLst>
          </p:cNvPr>
          <p:cNvSpPr txBox="1"/>
          <p:nvPr/>
        </p:nvSpPr>
        <p:spPr>
          <a:xfrm>
            <a:off x="838200" y="3932146"/>
            <a:ext cx="1417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Hardware Organization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3FA79F-1274-4DAB-802D-1AD3E18F6DCE}"/>
              </a:ext>
            </a:extLst>
          </p:cNvPr>
          <p:cNvSpPr txBox="1"/>
          <p:nvPr/>
        </p:nvSpPr>
        <p:spPr>
          <a:xfrm>
            <a:off x="2843867" y="5385733"/>
            <a:ext cx="66994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 will be using </a:t>
            </a:r>
            <a:r>
              <a:rPr lang="en-US" sz="2800" strike="sngStrike" dirty="0"/>
              <a:t>CUDA/NVIDIA</a:t>
            </a:r>
            <a:r>
              <a:rPr lang="en-US" sz="2800" dirty="0"/>
              <a:t> OpenCL for now</a:t>
            </a:r>
          </a:p>
        </p:txBody>
      </p:sp>
    </p:spTree>
    <p:extLst>
      <p:ext uri="{BB962C8B-B14F-4D97-AF65-F5344CB8AC3E}">
        <p14:creationId xmlns:p14="http://schemas.microsoft.com/office/powerpoint/2010/main" val="3474507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1047F327-FE0D-4AE4-85CB-4624816CC2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9238"/>
            <a:ext cx="9080480" cy="6459523"/>
          </a:xfrm>
          <a:prstGeom prst="rect">
            <a:avLst/>
          </a:prstGeom>
        </p:spPr>
      </p:pic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1102095D-D9B6-47CC-BA19-A59433AB1D88}"/>
              </a:ext>
            </a:extLst>
          </p:cNvPr>
          <p:cNvSpPr/>
          <p:nvPr/>
        </p:nvSpPr>
        <p:spPr>
          <a:xfrm>
            <a:off x="9538283" y="360727"/>
            <a:ext cx="1837189" cy="637563"/>
          </a:xfrm>
          <a:prstGeom prst="wedgeRectCallout">
            <a:avLst>
              <a:gd name="adj1" fmla="val -112614"/>
              <a:gd name="adj2" fmla="val 11650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Registers in CUDA</a:t>
            </a: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F1A99DCA-AF01-46D0-94D0-719A91DB0E3D}"/>
              </a:ext>
            </a:extLst>
          </p:cNvPr>
          <p:cNvSpPr/>
          <p:nvPr/>
        </p:nvSpPr>
        <p:spPr>
          <a:xfrm>
            <a:off x="9422235" y="2757880"/>
            <a:ext cx="1837189" cy="637563"/>
          </a:xfrm>
          <a:prstGeom prst="wedgeRectCallout">
            <a:avLst>
              <a:gd name="adj1" fmla="val -216267"/>
              <a:gd name="adj2" fmla="val 217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Shared Memory  in CUDA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0A3BC3E8-FC52-4BAA-86B1-C3951D08C2AC}"/>
              </a:ext>
            </a:extLst>
          </p:cNvPr>
          <p:cNvSpPr/>
          <p:nvPr/>
        </p:nvSpPr>
        <p:spPr>
          <a:xfrm>
            <a:off x="9641747" y="1660321"/>
            <a:ext cx="1837189" cy="764097"/>
          </a:xfrm>
          <a:prstGeom prst="wedgeRectCallout">
            <a:avLst>
              <a:gd name="adj1" fmla="val -118093"/>
              <a:gd name="adj2" fmla="val 3097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Streaming Processors in CUDA</a:t>
            </a:r>
          </a:p>
        </p:txBody>
      </p:sp>
    </p:spTree>
    <p:extLst>
      <p:ext uri="{BB962C8B-B14F-4D97-AF65-F5344CB8AC3E}">
        <p14:creationId xmlns:p14="http://schemas.microsoft.com/office/powerpoint/2010/main" val="3786568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F6AA7-6E97-4551-920A-BDB077EF2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simpler thing in OpenCL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B0D52-0105-4759-8EAD-2E2F47607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CUDA, to get an index, we had to determine our </a:t>
            </a:r>
            <a:r>
              <a:rPr lang="en-US" dirty="0" err="1"/>
              <a:t>threadId</a:t>
            </a:r>
            <a:r>
              <a:rPr lang="en-US" dirty="0"/>
              <a:t> (in 1/2/3D), then our </a:t>
            </a:r>
            <a:r>
              <a:rPr lang="en-US" dirty="0" err="1"/>
              <a:t>blockId</a:t>
            </a:r>
            <a:r>
              <a:rPr lang="en-US" dirty="0"/>
              <a:t> (in 1/2/3D) and do some math to get an idea of which kernel we are.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OpenCL, the IDs are not sub-divided. </a:t>
            </a:r>
          </a:p>
          <a:p>
            <a:pPr marL="0" indent="0">
              <a:buNone/>
            </a:pPr>
            <a:r>
              <a:rPr lang="en-US" dirty="0" err="1"/>
              <a:t>get_global_id</a:t>
            </a:r>
            <a:r>
              <a:rPr lang="en-US" dirty="0"/>
              <a:t>(0) gets our </a:t>
            </a:r>
            <a:r>
              <a:rPr lang="en-US" dirty="0" err="1"/>
              <a:t>threadID</a:t>
            </a:r>
            <a:r>
              <a:rPr lang="en-US" dirty="0"/>
              <a:t> in the X dimension. 1 and 2 for Y,Z.</a:t>
            </a:r>
          </a:p>
          <a:p>
            <a:pPr marL="0" indent="0">
              <a:buNone/>
            </a:pPr>
            <a:r>
              <a:rPr lang="en-US" dirty="0"/>
              <a:t>No math or multiplication.</a:t>
            </a:r>
          </a:p>
        </p:txBody>
      </p:sp>
    </p:spTree>
    <p:extLst>
      <p:ext uri="{BB962C8B-B14F-4D97-AF65-F5344CB8AC3E}">
        <p14:creationId xmlns:p14="http://schemas.microsoft.com/office/powerpoint/2010/main" val="1554766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834663-DB41-4FAA-8E5C-F7486FDE7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672" y="444617"/>
            <a:ext cx="8726118" cy="539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32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64EF3-5710-41DB-A752-595DBDD7B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simple C=A+B example in OpenCL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4BEF5-6CAD-4059-881E-4D8A84EB2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__kernel void </a:t>
            </a:r>
            <a:r>
              <a:rPr lang="en-US" dirty="0" err="1">
                <a:latin typeface="Consolas" panose="020B0609020204030204" pitchFamily="49" charset="0"/>
              </a:rPr>
              <a:t>addKernel</a:t>
            </a:r>
            <a:r>
              <a:rPr lang="en-US" dirty="0">
                <a:latin typeface="Consolas" panose="020B0609020204030204" pitchFamily="49" charset="0"/>
              </a:rPr>
              <a:t> (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__global const float *a,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__global const float *b,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__global const float *c)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int x = </a:t>
            </a:r>
            <a:r>
              <a:rPr lang="en-US" dirty="0" err="1">
                <a:latin typeface="Consolas" panose="020B0609020204030204" pitchFamily="49" charset="0"/>
              </a:rPr>
              <a:t>get_global_id</a:t>
            </a:r>
            <a:r>
              <a:rPr lang="en-US" dirty="0">
                <a:latin typeface="Consolas" panose="020B0609020204030204" pitchFamily="49" charset="0"/>
              </a:rPr>
              <a:t>(0); // so nice…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c[x] = a[x] + b[x];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59533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02E39-0906-4D5A-97D4-DBB48A833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in OpenCL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D5893-15E4-4577-ABAD-1004DDA4D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CUDA, being NVIDIA only, has an advantage – it will always be compiled by NVIDIA’s compiler for NVIDIA graphics cards. Of course, this is also a disadvantage – the resultant code only runs on NVIDIA cards.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OpenCL is different – it is designed to be cross platform. There are some disadvantages to this.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One difficult issue is dealing with many compilers and many different devices (Intel/AMD/others)</a:t>
            </a:r>
          </a:p>
        </p:txBody>
      </p:sp>
    </p:spTree>
    <p:extLst>
      <p:ext uri="{BB962C8B-B14F-4D97-AF65-F5344CB8AC3E}">
        <p14:creationId xmlns:p14="http://schemas.microsoft.com/office/powerpoint/2010/main" val="3793267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E8253-AB1D-4203-B9ED-3DB7F1043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code is text?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ABE8B-DEEF-4CAE-A8E8-EB2141BDC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Needing to work with any compiler means that the OpenCL system takes your kernel code as </a:t>
            </a:r>
            <a:r>
              <a:rPr lang="en-US" b="1" dirty="0"/>
              <a:t>text</a:t>
            </a:r>
            <a:r>
              <a:rPr lang="en-US" dirty="0"/>
              <a:t>. It compiles it on the system that it is to run on. This compilation generates assembly that can then be run on the device.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More recently, OpenCL introduced a binary format (byte code) called “SPIR-V”. This byte code can be pre-compiled and is either run directly on the device or the OpenCL system converts it to the format for the device. </a:t>
            </a:r>
          </a:p>
        </p:txBody>
      </p:sp>
    </p:spTree>
    <p:extLst>
      <p:ext uri="{BB962C8B-B14F-4D97-AF65-F5344CB8AC3E}">
        <p14:creationId xmlns:p14="http://schemas.microsoft.com/office/powerpoint/2010/main" val="3184468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D44A5-D822-4B6D-B7DF-F32017479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the platform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86995-A2B5-41ED-8ED5-4C779974E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6128"/>
            <a:ext cx="10805719" cy="51760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first real step in working with OpenCL is to find out what platforms and devices are available and picking one to work with.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 err="1">
                <a:latin typeface="Consolas" panose="020B0609020204030204" pitchFamily="49" charset="0"/>
              </a:rPr>
              <a:t>cl_platform_id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platform_id</a:t>
            </a:r>
            <a:r>
              <a:rPr lang="en-US" sz="2400" dirty="0">
                <a:latin typeface="Consolas" panose="020B0609020204030204" pitchFamily="49" charset="0"/>
              </a:rPr>
              <a:t> = NULL;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 err="1">
                <a:latin typeface="Consolas" panose="020B0609020204030204" pitchFamily="49" charset="0"/>
              </a:rPr>
              <a:t>cl_uint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num_platforms</a:t>
            </a:r>
            <a:r>
              <a:rPr lang="en-US" sz="24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 err="1">
                <a:latin typeface="Consolas" panose="020B0609020204030204" pitchFamily="49" charset="0"/>
              </a:rPr>
              <a:t>cl_int</a:t>
            </a:r>
            <a:r>
              <a:rPr lang="en-US" sz="2400" dirty="0">
                <a:latin typeface="Consolas" panose="020B0609020204030204" pitchFamily="49" charset="0"/>
              </a:rPr>
              <a:t> ret = </a:t>
            </a:r>
            <a:r>
              <a:rPr lang="en-US" sz="2400" dirty="0" err="1">
                <a:latin typeface="Consolas" panose="020B0609020204030204" pitchFamily="49" charset="0"/>
              </a:rPr>
              <a:t>clGetPlatformIDs</a:t>
            </a:r>
            <a:r>
              <a:rPr lang="en-US" sz="2400" dirty="0">
                <a:latin typeface="Consolas" panose="020B0609020204030204" pitchFamily="49" charset="0"/>
              </a:rPr>
              <a:t>(1, &amp;</a:t>
            </a:r>
            <a:r>
              <a:rPr lang="en-US" sz="2400" dirty="0" err="1">
                <a:latin typeface="Consolas" panose="020B0609020204030204" pitchFamily="49" charset="0"/>
              </a:rPr>
              <a:t>platform_id</a:t>
            </a:r>
            <a:r>
              <a:rPr lang="en-US" sz="2400" dirty="0">
                <a:latin typeface="Consolas" panose="020B0609020204030204" pitchFamily="49" charset="0"/>
              </a:rPr>
              <a:t>, &amp;</a:t>
            </a:r>
            <a:r>
              <a:rPr lang="en-US" sz="2400" dirty="0" err="1">
                <a:latin typeface="Consolas" panose="020B0609020204030204" pitchFamily="49" charset="0"/>
              </a:rPr>
              <a:t>num_platforms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Platform – a type of processor that can execute OpenCL in your system</a:t>
            </a:r>
          </a:p>
          <a:p>
            <a:pPr marL="0" indent="0">
              <a:buNone/>
            </a:pPr>
            <a:r>
              <a:rPr lang="en-US" dirty="0"/>
              <a:t>Consider a system with a GPU and a CPU</a:t>
            </a:r>
          </a:p>
          <a:p>
            <a:pPr marL="0" indent="0">
              <a:buNone/>
            </a:pPr>
            <a:r>
              <a:rPr lang="en-US" dirty="0"/>
              <a:t>In this code, we are getting only the first available platform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BAA697E-D91D-406F-9B6F-CCA529938F56}"/>
              </a:ext>
            </a:extLst>
          </p:cNvPr>
          <p:cNvCxnSpPr/>
          <p:nvPr/>
        </p:nvCxnSpPr>
        <p:spPr>
          <a:xfrm flipH="1" flipV="1">
            <a:off x="6165908" y="3825380"/>
            <a:ext cx="3280096" cy="1870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832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E6A4F-0318-48E2-B59B-90BF768B8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my device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C56C3-8B6E-45CA-969C-3391C85A4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Device – an actual device in the system.</a:t>
            </a:r>
          </a:p>
          <a:p>
            <a:pPr marL="0" indent="0">
              <a:buNone/>
            </a:pPr>
            <a:r>
              <a:rPr lang="en-US" dirty="0"/>
              <a:t>Consider a system with 2 GPUs. We have to pick which one to run 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 err="1">
                <a:latin typeface="Consolas" panose="020B0609020204030204" pitchFamily="49" charset="0"/>
              </a:rPr>
              <a:t>cl_uint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ret_num_devices</a:t>
            </a:r>
            <a:r>
              <a:rPr lang="en-US" sz="2400" dirty="0">
                <a:latin typeface="Consolas" panose="020B0609020204030204" pitchFamily="49" charset="0"/>
              </a:rPr>
              <a:t>;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 err="1">
                <a:latin typeface="Consolas" panose="020B0609020204030204" pitchFamily="49" charset="0"/>
              </a:rPr>
              <a:t>cl_device_id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device_id</a:t>
            </a:r>
            <a:r>
              <a:rPr lang="en-US" sz="2400" dirty="0">
                <a:latin typeface="Consolas" panose="020B0609020204030204" pitchFamily="49" charset="0"/>
              </a:rPr>
              <a:t> = NULL;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</a:rPr>
              <a:t>ret = </a:t>
            </a:r>
            <a:r>
              <a:rPr lang="en-US" sz="2400" dirty="0" err="1">
                <a:latin typeface="Consolas" panose="020B0609020204030204" pitchFamily="49" charset="0"/>
              </a:rPr>
              <a:t>clGetDeviceIDs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platform_id</a:t>
            </a:r>
            <a:r>
              <a:rPr lang="en-US" sz="2400" dirty="0">
                <a:latin typeface="Consolas" panose="020B0609020204030204" pitchFamily="49" charset="0"/>
              </a:rPr>
              <a:t>, CL_DEVICE_TYPE_DEFAULT,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</a:rPr>
              <a:t>		1, &amp;</a:t>
            </a:r>
            <a:r>
              <a:rPr lang="en-US" sz="2400" dirty="0" err="1">
                <a:latin typeface="Consolas" panose="020B0609020204030204" pitchFamily="49" charset="0"/>
              </a:rPr>
              <a:t>device_id</a:t>
            </a:r>
            <a:r>
              <a:rPr lang="en-US" sz="2400" dirty="0">
                <a:latin typeface="Consolas" panose="020B0609020204030204" pitchFamily="49" charset="0"/>
              </a:rPr>
              <a:t>, &amp;</a:t>
            </a:r>
            <a:r>
              <a:rPr lang="en-US" sz="2400" dirty="0" err="1">
                <a:latin typeface="Consolas" panose="020B0609020204030204" pitchFamily="49" charset="0"/>
              </a:rPr>
              <a:t>ret_num_devices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Again, we will accept the first device (the first device of the first platform).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57D19E3-5F9C-47A8-AA7F-CDC876A7224F}"/>
              </a:ext>
            </a:extLst>
          </p:cNvPr>
          <p:cNvCxnSpPr/>
          <p:nvPr/>
        </p:nvCxnSpPr>
        <p:spPr>
          <a:xfrm flipV="1">
            <a:off x="2390862" y="4479721"/>
            <a:ext cx="394283" cy="10654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5041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1C75F-657D-481C-B29B-F2009604F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make a context and a command 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B1D67-0F06-4E4A-96C2-A28B95026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context is a data structure that specified which device we are using.</a:t>
            </a:r>
          </a:p>
          <a:p>
            <a:pPr marL="0" indent="0">
              <a:buNone/>
            </a:pPr>
            <a:r>
              <a:rPr lang="en-US" dirty="0"/>
              <a:t>A command queue holds the list of work for the device to do.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const </a:t>
            </a:r>
            <a:r>
              <a:rPr lang="en-US" sz="2400" dirty="0" err="1">
                <a:latin typeface="Consolas" panose="020B0609020204030204" pitchFamily="49" charset="0"/>
              </a:rPr>
              <a:t>cl_context</a:t>
            </a:r>
            <a:r>
              <a:rPr lang="en-US" sz="2400" dirty="0">
                <a:latin typeface="Consolas" panose="020B0609020204030204" pitchFamily="49" charset="0"/>
              </a:rPr>
              <a:t> context = </a:t>
            </a:r>
            <a:r>
              <a:rPr lang="en-US" sz="2400" dirty="0" err="1">
                <a:latin typeface="Consolas" panose="020B0609020204030204" pitchFamily="49" charset="0"/>
              </a:rPr>
              <a:t>clCreateContext</a:t>
            </a:r>
            <a:r>
              <a:rPr lang="en-US" sz="2400" dirty="0">
                <a:latin typeface="Consolas" panose="020B0609020204030204" pitchFamily="49" charset="0"/>
              </a:rPr>
              <a:t>(NULL, 1, &amp;</a:t>
            </a:r>
            <a:r>
              <a:rPr lang="en-US" sz="2400" dirty="0" err="1">
                <a:latin typeface="Consolas" panose="020B0609020204030204" pitchFamily="49" charset="0"/>
              </a:rPr>
              <a:t>device_id</a:t>
            </a:r>
            <a:r>
              <a:rPr lang="en-US" sz="2400" dirty="0">
                <a:latin typeface="Consolas" panose="020B0609020204030204" pitchFamily="49" charset="0"/>
              </a:rPr>
              <a:t>, NULL, NULL, &amp;ret);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const </a:t>
            </a:r>
            <a:r>
              <a:rPr lang="en-US" sz="2400" dirty="0" err="1">
                <a:latin typeface="Consolas" panose="020B0609020204030204" pitchFamily="49" charset="0"/>
              </a:rPr>
              <a:t>cl_command_queue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command_queue</a:t>
            </a:r>
            <a:r>
              <a:rPr lang="en-US" sz="2400" dirty="0">
                <a:latin typeface="Consolas" panose="020B0609020204030204" pitchFamily="49" charset="0"/>
              </a:rPr>
              <a:t> = </a:t>
            </a:r>
            <a:r>
              <a:rPr lang="en-US" sz="2400" dirty="0" err="1">
                <a:latin typeface="Consolas" panose="020B0609020204030204" pitchFamily="49" charset="0"/>
              </a:rPr>
              <a:t>clCreateCommandQueueWithProperties</a:t>
            </a:r>
            <a:r>
              <a:rPr lang="en-US" sz="2400" dirty="0">
                <a:latin typeface="Consolas" panose="020B0609020204030204" pitchFamily="49" charset="0"/>
              </a:rPr>
              <a:t>(context, </a:t>
            </a:r>
            <a:r>
              <a:rPr lang="en-US" sz="2400" dirty="0" err="1">
                <a:latin typeface="Consolas" panose="020B0609020204030204" pitchFamily="49" charset="0"/>
              </a:rPr>
              <a:t>device_id</a:t>
            </a:r>
            <a:r>
              <a:rPr lang="en-US" sz="2400" dirty="0">
                <a:latin typeface="Consolas" panose="020B0609020204030204" pitchFamily="49" charset="0"/>
              </a:rPr>
              <a:t>, 0, &amp;ret);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451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1D564-7850-4B97-9683-77D514506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the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74F09-11A0-4BD6-90BE-7314B0320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We define our kernel as a string. C sees the following as a single line, so you can’t use // for comments. You could break it up using \n.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 const char* </a:t>
            </a:r>
            <a:r>
              <a:rPr lang="en-US" sz="2200" dirty="0" err="1">
                <a:latin typeface="Consolas" panose="020B0609020204030204" pitchFamily="49" charset="0"/>
              </a:rPr>
              <a:t>source_str</a:t>
            </a:r>
            <a:r>
              <a:rPr lang="en-US" sz="2200" dirty="0">
                <a:latin typeface="Consolas" panose="020B0609020204030204" pitchFamily="49" charset="0"/>
              </a:rPr>
              <a:t> = " __kernel void </a:t>
            </a:r>
            <a:r>
              <a:rPr lang="en-US" sz="2200" dirty="0" err="1">
                <a:latin typeface="Consolas" panose="020B0609020204030204" pitchFamily="49" charset="0"/>
              </a:rPr>
              <a:t>addKernel</a:t>
            </a:r>
            <a:r>
              <a:rPr lang="en-US" sz="2200" dirty="0">
                <a:latin typeface="Consolas" panose="020B0609020204030204" pitchFamily="49" charset="0"/>
              </a:rPr>
              <a:t> ( \	__global const float *a, \	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	__global const float *b, \	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	__global float *c) \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	{ \	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		int x = </a:t>
            </a:r>
            <a:r>
              <a:rPr lang="en-US" sz="2200" dirty="0" err="1">
                <a:latin typeface="Consolas" panose="020B0609020204030204" pitchFamily="49" charset="0"/>
              </a:rPr>
              <a:t>get_global_id</a:t>
            </a:r>
            <a:r>
              <a:rPr lang="en-US" sz="2200" dirty="0">
                <a:latin typeface="Consolas" panose="020B0609020204030204" pitchFamily="49" charset="0"/>
              </a:rPr>
              <a:t>(0); \	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		c[x] = a[x] + b[x]; 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	\} 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	\";</a:t>
            </a:r>
          </a:p>
        </p:txBody>
      </p:sp>
    </p:spTree>
    <p:extLst>
      <p:ext uri="{BB962C8B-B14F-4D97-AF65-F5344CB8AC3E}">
        <p14:creationId xmlns:p14="http://schemas.microsoft.com/office/powerpoint/2010/main" val="1688118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7A23E-E6BF-4FC8-8D1A-3525CEDBE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and build the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BEFFD-C3AB-4815-AC76-ECDB15B96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79217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const </a:t>
            </a:r>
            <a:r>
              <a:rPr lang="en-US" sz="2200" dirty="0" err="1">
                <a:latin typeface="Consolas" panose="020B0609020204030204" pitchFamily="49" charset="0"/>
              </a:rPr>
              <a:t>cl_program</a:t>
            </a:r>
            <a:r>
              <a:rPr lang="en-US" sz="2200" dirty="0">
                <a:latin typeface="Consolas" panose="020B0609020204030204" pitchFamily="49" charset="0"/>
              </a:rPr>
              <a:t> program = </a:t>
            </a:r>
            <a:r>
              <a:rPr lang="en-US" sz="2200" dirty="0" err="1">
                <a:latin typeface="Consolas" panose="020B0609020204030204" pitchFamily="49" charset="0"/>
              </a:rPr>
              <a:t>clCreateProgramWithSource</a:t>
            </a:r>
            <a:r>
              <a:rPr lang="en-US" sz="2200" dirty="0">
                <a:latin typeface="Consolas" panose="020B0609020204030204" pitchFamily="49" charset="0"/>
              </a:rPr>
              <a:t>(context, 1,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	(const char**)&amp;</a:t>
            </a:r>
            <a:r>
              <a:rPr lang="en-US" sz="2200" dirty="0" err="1">
                <a:latin typeface="Consolas" panose="020B0609020204030204" pitchFamily="49" charset="0"/>
              </a:rPr>
              <a:t>source_str</a:t>
            </a:r>
            <a:r>
              <a:rPr lang="en-US" sz="2200" dirty="0">
                <a:latin typeface="Consolas" panose="020B0609020204030204" pitchFamily="49" charset="0"/>
              </a:rPr>
              <a:t>, (const </a:t>
            </a:r>
            <a:r>
              <a:rPr lang="en-US" sz="2200" dirty="0" err="1">
                <a:latin typeface="Consolas" panose="020B0609020204030204" pitchFamily="49" charset="0"/>
              </a:rPr>
              <a:t>size_t</a:t>
            </a:r>
            <a:r>
              <a:rPr lang="en-US" sz="2200" dirty="0">
                <a:latin typeface="Consolas" panose="020B0609020204030204" pitchFamily="49" charset="0"/>
              </a:rPr>
              <a:t>*)&amp;</a:t>
            </a:r>
            <a:r>
              <a:rPr lang="en-US" sz="2200" dirty="0" err="1">
                <a:latin typeface="Consolas" panose="020B0609020204030204" pitchFamily="49" charset="0"/>
              </a:rPr>
              <a:t>source_size</a:t>
            </a:r>
            <a:r>
              <a:rPr lang="en-US" sz="2200" dirty="0">
                <a:latin typeface="Consolas" panose="020B0609020204030204" pitchFamily="49" charset="0"/>
              </a:rPr>
              <a:t>, &amp;ret);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ret = </a:t>
            </a:r>
            <a:r>
              <a:rPr lang="en-US" sz="2200" dirty="0" err="1">
                <a:latin typeface="Consolas" panose="020B0609020204030204" pitchFamily="49" charset="0"/>
              </a:rPr>
              <a:t>clBuildProgram</a:t>
            </a:r>
            <a:r>
              <a:rPr lang="en-US" sz="2200" dirty="0">
                <a:latin typeface="Consolas" panose="020B0609020204030204" pitchFamily="49" charset="0"/>
              </a:rPr>
              <a:t>(program, 1, &amp;</a:t>
            </a:r>
            <a:r>
              <a:rPr lang="en-US" sz="2200" dirty="0" err="1">
                <a:latin typeface="Consolas" panose="020B0609020204030204" pitchFamily="49" charset="0"/>
              </a:rPr>
              <a:t>device_id</a:t>
            </a:r>
            <a:r>
              <a:rPr lang="en-US" sz="2200" dirty="0">
                <a:latin typeface="Consolas" panose="020B0609020204030204" pitchFamily="49" charset="0"/>
              </a:rPr>
              <a:t>, NULL, NULL, NULL);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if (ret != CL_SUCCESS) {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	</a:t>
            </a:r>
            <a:r>
              <a:rPr lang="en-US" sz="2200" dirty="0" err="1">
                <a:latin typeface="Consolas" panose="020B0609020204030204" pitchFamily="49" charset="0"/>
              </a:rPr>
              <a:t>size_t</a:t>
            </a:r>
            <a:r>
              <a:rPr lang="en-US" sz="2200" dirty="0">
                <a:latin typeface="Consolas" panose="020B0609020204030204" pitchFamily="49" charset="0"/>
              </a:rPr>
              <a:t> </a:t>
            </a:r>
            <a:r>
              <a:rPr lang="en-US" sz="2200" dirty="0" err="1">
                <a:latin typeface="Consolas" panose="020B0609020204030204" pitchFamily="49" charset="0"/>
              </a:rPr>
              <a:t>buildLogLen</a:t>
            </a:r>
            <a:r>
              <a:rPr lang="en-US" sz="2200" dirty="0">
                <a:latin typeface="Consolas" panose="020B0609020204030204" pitchFamily="49" charset="0"/>
              </a:rPr>
              <a:t>; // Get the length of the error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	</a:t>
            </a:r>
            <a:r>
              <a:rPr lang="en-US" sz="2200" dirty="0" err="1">
                <a:latin typeface="Consolas" panose="020B0609020204030204" pitchFamily="49" charset="0"/>
              </a:rPr>
              <a:t>cl_int</a:t>
            </a:r>
            <a:r>
              <a:rPr lang="en-US" sz="2200" dirty="0">
                <a:latin typeface="Consolas" panose="020B0609020204030204" pitchFamily="49" charset="0"/>
              </a:rPr>
              <a:t> </a:t>
            </a:r>
            <a:r>
              <a:rPr lang="en-US" sz="2200" dirty="0" err="1">
                <a:latin typeface="Consolas" panose="020B0609020204030204" pitchFamily="49" charset="0"/>
              </a:rPr>
              <a:t>errcode</a:t>
            </a:r>
            <a:r>
              <a:rPr lang="en-US" sz="2200" dirty="0">
                <a:latin typeface="Consolas" panose="020B0609020204030204" pitchFamily="49" charset="0"/>
              </a:rPr>
              <a:t> = </a:t>
            </a:r>
            <a:r>
              <a:rPr lang="en-US" sz="2200" dirty="0" err="1">
                <a:latin typeface="Consolas" panose="020B0609020204030204" pitchFamily="49" charset="0"/>
              </a:rPr>
              <a:t>clGetProgramBuildInfo</a:t>
            </a:r>
            <a:r>
              <a:rPr lang="en-US" sz="2200" dirty="0">
                <a:latin typeface="Consolas" panose="020B0609020204030204" pitchFamily="49" charset="0"/>
              </a:rPr>
              <a:t>(program, </a:t>
            </a:r>
            <a:r>
              <a:rPr lang="en-US" sz="2200" dirty="0" err="1">
                <a:latin typeface="Consolas" panose="020B0609020204030204" pitchFamily="49" charset="0"/>
              </a:rPr>
              <a:t>device_id</a:t>
            </a:r>
            <a:r>
              <a:rPr lang="en-US" sz="2200" dirty="0">
                <a:latin typeface="Consolas" panose="020B0609020204030204" pitchFamily="49" charset="0"/>
              </a:rPr>
              <a:t>, 				CL_PROGRAM_BUILD_LOG, 0, NULL, &amp;</a:t>
            </a:r>
            <a:r>
              <a:rPr lang="en-US" sz="2200" dirty="0" err="1">
                <a:latin typeface="Consolas" panose="020B0609020204030204" pitchFamily="49" charset="0"/>
              </a:rPr>
              <a:t>buildLogLen</a:t>
            </a:r>
            <a:r>
              <a:rPr lang="en-US" sz="22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	char* buffer = malloc(</a:t>
            </a:r>
            <a:r>
              <a:rPr lang="en-US" sz="2200" dirty="0" err="1">
                <a:latin typeface="Consolas" panose="020B0609020204030204" pitchFamily="49" charset="0"/>
              </a:rPr>
              <a:t>buildLogLen</a:t>
            </a:r>
            <a:r>
              <a:rPr lang="en-US" sz="2200" dirty="0">
                <a:latin typeface="Consolas" panose="020B0609020204030204" pitchFamily="49" charset="0"/>
              </a:rPr>
              <a:t>); // allocate space for error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	// now go get the actual error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	</a:t>
            </a:r>
            <a:r>
              <a:rPr lang="en-US" sz="2200" dirty="0" err="1">
                <a:latin typeface="Consolas" panose="020B0609020204030204" pitchFamily="49" charset="0"/>
              </a:rPr>
              <a:t>errcode</a:t>
            </a:r>
            <a:r>
              <a:rPr lang="en-US" sz="2200" dirty="0">
                <a:latin typeface="Consolas" panose="020B0609020204030204" pitchFamily="49" charset="0"/>
              </a:rPr>
              <a:t> = </a:t>
            </a:r>
            <a:r>
              <a:rPr lang="en-US" sz="2200" dirty="0" err="1">
                <a:latin typeface="Consolas" panose="020B0609020204030204" pitchFamily="49" charset="0"/>
              </a:rPr>
              <a:t>clGetProgramBuildInfo</a:t>
            </a:r>
            <a:r>
              <a:rPr lang="en-US" sz="2200" dirty="0">
                <a:latin typeface="Consolas" panose="020B0609020204030204" pitchFamily="49" charset="0"/>
              </a:rPr>
              <a:t>(program, </a:t>
            </a:r>
            <a:r>
              <a:rPr lang="en-US" sz="2200" dirty="0" err="1">
                <a:latin typeface="Consolas" panose="020B0609020204030204" pitchFamily="49" charset="0"/>
              </a:rPr>
              <a:t>device_id</a:t>
            </a:r>
            <a:r>
              <a:rPr lang="en-US" sz="2200" dirty="0">
                <a:latin typeface="Consolas" panose="020B0609020204030204" pitchFamily="49" charset="0"/>
              </a:rPr>
              <a:t>, 					CL_PROGRAM_BUILD_LOG, </a:t>
            </a:r>
            <a:r>
              <a:rPr lang="en-US" sz="2200" dirty="0" err="1">
                <a:latin typeface="Consolas" panose="020B0609020204030204" pitchFamily="49" charset="0"/>
              </a:rPr>
              <a:t>buildLogLen</a:t>
            </a:r>
            <a:r>
              <a:rPr lang="en-US" sz="2200" dirty="0">
                <a:latin typeface="Consolas" panose="020B0609020204030204" pitchFamily="49" charset="0"/>
              </a:rPr>
              <a:t>, buffer, NULL);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	</a:t>
            </a:r>
            <a:r>
              <a:rPr lang="en-US" sz="2200" dirty="0" err="1">
                <a:latin typeface="Consolas" panose="020B0609020204030204" pitchFamily="49" charset="0"/>
              </a:rPr>
              <a:t>fprintf</a:t>
            </a:r>
            <a:r>
              <a:rPr lang="en-US" sz="2200" dirty="0">
                <a:latin typeface="Consolas" panose="020B0609020204030204" pitchFamily="49" charset="0"/>
              </a:rPr>
              <a:t>(stderr, "Build log: \</a:t>
            </a:r>
            <a:r>
              <a:rPr lang="en-US" sz="2200" dirty="0" err="1">
                <a:latin typeface="Consolas" panose="020B0609020204030204" pitchFamily="49" charset="0"/>
              </a:rPr>
              <a:t>n%s</a:t>
            </a:r>
            <a:r>
              <a:rPr lang="en-US" sz="2200" dirty="0">
                <a:latin typeface="Consolas" panose="020B0609020204030204" pitchFamily="49" charset="0"/>
              </a:rPr>
              <a:t>\n", buffer); // print to stderr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	exit(1); // If our kernel doesn’t compile, no point in going on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222454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CD540-55FB-4E6B-8997-B4936D81F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Allocate memory on the device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EE6D6-8B06-4F79-B292-BEFEB2BA9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061" y="1384182"/>
            <a:ext cx="11341915" cy="528506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Much like in CUDA, we must allocate memory on the device. Copying the data to that memory is a queued work item. Note that A,B,C have been allocated on the host elsewhere &amp; A/B populated: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cl_mem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a_mem_obj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clCreateBuffer</a:t>
            </a:r>
            <a:r>
              <a:rPr lang="en-US" dirty="0">
                <a:latin typeface="Consolas" panose="020B0609020204030204" pitchFamily="49" charset="0"/>
              </a:rPr>
              <a:t>(context, CL_MEM_READ_ONLY,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  LIST_SIZE * </a:t>
            </a:r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(int), NULL, &amp;ret);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cl_mem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b_mem_obj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clCreateBuffer</a:t>
            </a:r>
            <a:r>
              <a:rPr lang="en-US" dirty="0">
                <a:latin typeface="Consolas" panose="020B0609020204030204" pitchFamily="49" charset="0"/>
              </a:rPr>
              <a:t>(context, CL_MEM_READ_ONLY,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  LIST_SIZE * </a:t>
            </a:r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(int), NULL, &amp;ret);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cl_mem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c_mem_obj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clCreateBuffer</a:t>
            </a:r>
            <a:r>
              <a:rPr lang="en-US" dirty="0">
                <a:latin typeface="Consolas" panose="020B0609020204030204" pitchFamily="49" charset="0"/>
              </a:rPr>
              <a:t>(context, CL_MEM_WRITE_ONLY,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  LIST_SIZE * </a:t>
            </a:r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(int), NULL, &amp;ret);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ret = </a:t>
            </a:r>
            <a:r>
              <a:rPr lang="en-US" dirty="0" err="1">
                <a:latin typeface="Consolas" panose="020B0609020204030204" pitchFamily="49" charset="0"/>
              </a:rPr>
              <a:t>clEnqueueWriteBuffer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command_queue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a_mem_obj</a:t>
            </a:r>
            <a:r>
              <a:rPr lang="en-US" dirty="0">
                <a:latin typeface="Consolas" panose="020B0609020204030204" pitchFamily="49" charset="0"/>
              </a:rPr>
              <a:t>, CL_TRUE, 0,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  LIST_SIZE * </a:t>
            </a:r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(int), A, 0, NULL, NULL);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ret = </a:t>
            </a:r>
            <a:r>
              <a:rPr lang="en-US" dirty="0" err="1">
                <a:latin typeface="Consolas" panose="020B0609020204030204" pitchFamily="49" charset="0"/>
              </a:rPr>
              <a:t>clEnqueueWriteBuffer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command_queue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b_mem_obj</a:t>
            </a:r>
            <a:r>
              <a:rPr lang="en-US" dirty="0">
                <a:latin typeface="Consolas" panose="020B0609020204030204" pitchFamily="49" charset="0"/>
              </a:rPr>
              <a:t>, CL_TRUE, 0,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  LIST_SIZE * </a:t>
            </a:r>
            <a:r>
              <a:rPr lang="en-US" dirty="0" err="1">
                <a:latin typeface="Consolas" panose="020B0609020204030204" pitchFamily="49" charset="0"/>
              </a:rPr>
              <a:t>sizeof</a:t>
            </a:r>
            <a:r>
              <a:rPr lang="en-US" dirty="0">
                <a:latin typeface="Consolas" panose="020B0609020204030204" pitchFamily="49" charset="0"/>
              </a:rPr>
              <a:t>(int), B, 0, NULL, NULL);</a:t>
            </a:r>
          </a:p>
        </p:txBody>
      </p:sp>
    </p:spTree>
    <p:extLst>
      <p:ext uri="{BB962C8B-B14F-4D97-AF65-F5344CB8AC3E}">
        <p14:creationId xmlns:p14="http://schemas.microsoft.com/office/powerpoint/2010/main" val="2799825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32892-473A-4B3E-BD1B-90F2DCC58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the kernel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7785D-E6A1-46CA-82CF-8765FC208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618" y="1825625"/>
            <a:ext cx="10758182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A kernel is the program tied to the parameters.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</a:rPr>
              <a:t>// Create the OpenCL kernel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</a:rPr>
              <a:t>const </a:t>
            </a:r>
            <a:r>
              <a:rPr lang="en-US" sz="2400" dirty="0" err="1">
                <a:latin typeface="Consolas" panose="020B0609020204030204" pitchFamily="49" charset="0"/>
              </a:rPr>
              <a:t>cl_kernel</a:t>
            </a:r>
            <a:r>
              <a:rPr lang="en-US" sz="2400" dirty="0">
                <a:latin typeface="Consolas" panose="020B0609020204030204" pitchFamily="49" charset="0"/>
              </a:rPr>
              <a:t> kernel = </a:t>
            </a:r>
            <a:r>
              <a:rPr lang="en-US" sz="2400" dirty="0" err="1">
                <a:latin typeface="Consolas" panose="020B0609020204030204" pitchFamily="49" charset="0"/>
              </a:rPr>
              <a:t>clCreateKernel</a:t>
            </a:r>
            <a:r>
              <a:rPr lang="en-US" sz="2400" dirty="0">
                <a:latin typeface="Consolas" panose="020B0609020204030204" pitchFamily="49" charset="0"/>
              </a:rPr>
              <a:t>(program, "</a:t>
            </a:r>
            <a:r>
              <a:rPr lang="en-US" sz="2400" dirty="0" err="1">
                <a:latin typeface="Consolas" panose="020B0609020204030204" pitchFamily="49" charset="0"/>
              </a:rPr>
              <a:t>addKernel</a:t>
            </a:r>
            <a:r>
              <a:rPr lang="en-US" sz="2400" dirty="0">
                <a:latin typeface="Consolas" panose="020B0609020204030204" pitchFamily="49" charset="0"/>
              </a:rPr>
              <a:t>", &amp;ret);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</a:rPr>
              <a:t>// Set the arguments of the kernel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</a:rPr>
              <a:t>ret = </a:t>
            </a:r>
            <a:r>
              <a:rPr lang="en-US" sz="2400" dirty="0" err="1">
                <a:latin typeface="Consolas" panose="020B0609020204030204" pitchFamily="49" charset="0"/>
              </a:rPr>
              <a:t>clSetKernelArg</a:t>
            </a:r>
            <a:r>
              <a:rPr lang="en-US" sz="2400" dirty="0">
                <a:latin typeface="Consolas" panose="020B0609020204030204" pitchFamily="49" charset="0"/>
              </a:rPr>
              <a:t>(kernel, 0, </a:t>
            </a:r>
            <a:r>
              <a:rPr lang="en-US" sz="2400" dirty="0" err="1">
                <a:latin typeface="Consolas" panose="020B0609020204030204" pitchFamily="49" charset="0"/>
              </a:rPr>
              <a:t>sizeof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cl_mem</a:t>
            </a:r>
            <a:r>
              <a:rPr lang="en-US" sz="2400" dirty="0">
                <a:latin typeface="Consolas" panose="020B0609020204030204" pitchFamily="49" charset="0"/>
              </a:rPr>
              <a:t>), (void *)&amp;</a:t>
            </a:r>
            <a:r>
              <a:rPr lang="en-US" sz="2400" dirty="0" err="1">
                <a:latin typeface="Consolas" panose="020B0609020204030204" pitchFamily="49" charset="0"/>
              </a:rPr>
              <a:t>a_mem_obj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</a:rPr>
              <a:t>ret = </a:t>
            </a:r>
            <a:r>
              <a:rPr lang="en-US" sz="2400" dirty="0" err="1">
                <a:latin typeface="Consolas" panose="020B0609020204030204" pitchFamily="49" charset="0"/>
              </a:rPr>
              <a:t>clSetKernelArg</a:t>
            </a:r>
            <a:r>
              <a:rPr lang="en-US" sz="2400" dirty="0">
                <a:latin typeface="Consolas" panose="020B0609020204030204" pitchFamily="49" charset="0"/>
              </a:rPr>
              <a:t>(kernel, 1, </a:t>
            </a:r>
            <a:r>
              <a:rPr lang="en-US" sz="2400" dirty="0" err="1">
                <a:latin typeface="Consolas" panose="020B0609020204030204" pitchFamily="49" charset="0"/>
              </a:rPr>
              <a:t>sizeof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cl_mem</a:t>
            </a:r>
            <a:r>
              <a:rPr lang="en-US" sz="2400" dirty="0">
                <a:latin typeface="Consolas" panose="020B0609020204030204" pitchFamily="49" charset="0"/>
              </a:rPr>
              <a:t>), (void *)&amp;</a:t>
            </a:r>
            <a:r>
              <a:rPr lang="en-US" sz="2400" dirty="0" err="1">
                <a:latin typeface="Consolas" panose="020B0609020204030204" pitchFamily="49" charset="0"/>
              </a:rPr>
              <a:t>b_mem_obj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Consolas" panose="020B0609020204030204" pitchFamily="49" charset="0"/>
              </a:rPr>
              <a:t>ret = </a:t>
            </a:r>
            <a:r>
              <a:rPr lang="en-US" sz="2400" dirty="0" err="1">
                <a:latin typeface="Consolas" panose="020B0609020204030204" pitchFamily="49" charset="0"/>
              </a:rPr>
              <a:t>clSetKernelArg</a:t>
            </a:r>
            <a:r>
              <a:rPr lang="en-US" sz="2400" dirty="0">
                <a:latin typeface="Consolas" panose="020B0609020204030204" pitchFamily="49" charset="0"/>
              </a:rPr>
              <a:t>(kernel, 2, </a:t>
            </a:r>
            <a:r>
              <a:rPr lang="en-US" sz="2400" dirty="0" err="1">
                <a:latin typeface="Consolas" panose="020B0609020204030204" pitchFamily="49" charset="0"/>
              </a:rPr>
              <a:t>sizeof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cl_mem</a:t>
            </a:r>
            <a:r>
              <a:rPr lang="en-US" sz="2400" dirty="0">
                <a:latin typeface="Consolas" panose="020B0609020204030204" pitchFamily="49" charset="0"/>
              </a:rPr>
              <a:t>), (void *)&amp;</a:t>
            </a:r>
            <a:r>
              <a:rPr lang="en-US" sz="2400" dirty="0" err="1">
                <a:latin typeface="Consolas" panose="020B0609020204030204" pitchFamily="49" charset="0"/>
              </a:rPr>
              <a:t>c_mem_obj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2349249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EC5AC-13A9-47E8-9717-ED69E3F9B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Actually execute the code!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0BFAE-B3B8-48EE-859B-AAD4D189A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dirty="0">
                <a:latin typeface="Consolas" panose="020B0609020204030204" pitchFamily="49" charset="0"/>
              </a:rPr>
              <a:t>// Execute the OpenCL kernel on the list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dirty="0">
                <a:latin typeface="Consolas" panose="020B0609020204030204" pitchFamily="49" charset="0"/>
              </a:rPr>
              <a:t>const </a:t>
            </a:r>
            <a:r>
              <a:rPr lang="en-US" sz="2200" dirty="0" err="1">
                <a:latin typeface="Consolas" panose="020B0609020204030204" pitchFamily="49" charset="0"/>
              </a:rPr>
              <a:t>size_t</a:t>
            </a:r>
            <a:r>
              <a:rPr lang="en-US" sz="2200" dirty="0">
                <a:latin typeface="Consolas" panose="020B0609020204030204" pitchFamily="49" charset="0"/>
              </a:rPr>
              <a:t> </a:t>
            </a:r>
            <a:r>
              <a:rPr lang="en-US" sz="2200" dirty="0" err="1">
                <a:latin typeface="Consolas" panose="020B0609020204030204" pitchFamily="49" charset="0"/>
              </a:rPr>
              <a:t>global_item_size</a:t>
            </a:r>
            <a:r>
              <a:rPr lang="en-US" sz="2200" dirty="0">
                <a:latin typeface="Consolas" panose="020B0609020204030204" pitchFamily="49" charset="0"/>
              </a:rPr>
              <a:t> = LIST_SIZE;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dirty="0">
                <a:latin typeface="Consolas" panose="020B0609020204030204" pitchFamily="49" charset="0"/>
              </a:rPr>
              <a:t>const </a:t>
            </a:r>
            <a:r>
              <a:rPr lang="en-US" sz="2200" dirty="0" err="1">
                <a:latin typeface="Consolas" panose="020B0609020204030204" pitchFamily="49" charset="0"/>
              </a:rPr>
              <a:t>size_t</a:t>
            </a:r>
            <a:r>
              <a:rPr lang="en-US" sz="2200" dirty="0">
                <a:latin typeface="Consolas" panose="020B0609020204030204" pitchFamily="49" charset="0"/>
              </a:rPr>
              <a:t> </a:t>
            </a:r>
            <a:r>
              <a:rPr lang="en-US" sz="2200" dirty="0" err="1">
                <a:latin typeface="Consolas" panose="020B0609020204030204" pitchFamily="49" charset="0"/>
              </a:rPr>
              <a:t>local_item_size</a:t>
            </a:r>
            <a:r>
              <a:rPr lang="en-US" sz="2200" dirty="0">
                <a:latin typeface="Consolas" panose="020B0609020204030204" pitchFamily="49" charset="0"/>
              </a:rPr>
              <a:t> = 64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dirty="0">
                <a:latin typeface="Consolas" panose="020B0609020204030204" pitchFamily="49" charset="0"/>
              </a:rPr>
              <a:t>ret = </a:t>
            </a:r>
            <a:r>
              <a:rPr lang="en-US" sz="2200" dirty="0" err="1">
                <a:latin typeface="Consolas" panose="020B0609020204030204" pitchFamily="49" charset="0"/>
              </a:rPr>
              <a:t>clEnqueueNDRangeKernel</a:t>
            </a:r>
            <a:r>
              <a:rPr lang="en-US" sz="2200" dirty="0">
                <a:latin typeface="Consolas" panose="020B0609020204030204" pitchFamily="49" charset="0"/>
              </a:rPr>
              <a:t>(</a:t>
            </a:r>
            <a:r>
              <a:rPr lang="en-US" sz="2200" dirty="0" err="1">
                <a:latin typeface="Consolas" panose="020B0609020204030204" pitchFamily="49" charset="0"/>
              </a:rPr>
              <a:t>command_queue</a:t>
            </a:r>
            <a:r>
              <a:rPr lang="en-US" sz="2200" dirty="0">
                <a:latin typeface="Consolas" panose="020B0609020204030204" pitchFamily="49" charset="0"/>
              </a:rPr>
              <a:t>, kernel, 1, NULL,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dirty="0">
                <a:latin typeface="Consolas" panose="020B0609020204030204" pitchFamily="49" charset="0"/>
              </a:rPr>
              <a:t>            &amp;</a:t>
            </a:r>
            <a:r>
              <a:rPr lang="en-US" sz="2200" dirty="0" err="1">
                <a:latin typeface="Consolas" panose="020B0609020204030204" pitchFamily="49" charset="0"/>
              </a:rPr>
              <a:t>global_item_size</a:t>
            </a:r>
            <a:r>
              <a:rPr lang="en-US" sz="2200" dirty="0">
                <a:latin typeface="Consolas" panose="020B0609020204030204" pitchFamily="49" charset="0"/>
              </a:rPr>
              <a:t>, &amp;</a:t>
            </a:r>
            <a:r>
              <a:rPr lang="en-US" sz="2200" dirty="0" err="1">
                <a:latin typeface="Consolas" panose="020B0609020204030204" pitchFamily="49" charset="0"/>
              </a:rPr>
              <a:t>local_item_size</a:t>
            </a:r>
            <a:r>
              <a:rPr lang="en-US" sz="2200" dirty="0">
                <a:latin typeface="Consolas" panose="020B0609020204030204" pitchFamily="49" charset="0"/>
              </a:rPr>
              <a:t>, 0, NULL, NULL);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2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dirty="0"/>
              <a:t>Then get the results back: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ret = </a:t>
            </a:r>
            <a:r>
              <a:rPr lang="en-US" sz="2200" dirty="0" err="1">
                <a:latin typeface="Consolas" panose="020B0609020204030204" pitchFamily="49" charset="0"/>
              </a:rPr>
              <a:t>clEnqueueReadBuffer</a:t>
            </a:r>
            <a:r>
              <a:rPr lang="en-US" sz="2200" dirty="0">
                <a:latin typeface="Consolas" panose="020B0609020204030204" pitchFamily="49" charset="0"/>
              </a:rPr>
              <a:t>(</a:t>
            </a:r>
            <a:r>
              <a:rPr lang="en-US" sz="2200" dirty="0" err="1">
                <a:latin typeface="Consolas" panose="020B0609020204030204" pitchFamily="49" charset="0"/>
              </a:rPr>
              <a:t>command_queue</a:t>
            </a:r>
            <a:r>
              <a:rPr lang="en-US" sz="2200" dirty="0">
                <a:latin typeface="Consolas" panose="020B0609020204030204" pitchFamily="49" charset="0"/>
              </a:rPr>
              <a:t>, </a:t>
            </a:r>
            <a:r>
              <a:rPr lang="en-US" sz="2200" dirty="0" err="1">
                <a:latin typeface="Consolas" panose="020B0609020204030204" pitchFamily="49" charset="0"/>
              </a:rPr>
              <a:t>c_mem_obj</a:t>
            </a:r>
            <a:r>
              <a:rPr lang="en-US" sz="2200" dirty="0">
                <a:latin typeface="Consolas" panose="020B0609020204030204" pitchFamily="49" charset="0"/>
              </a:rPr>
              <a:t>, CL_TRUE, 0, 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            LIST_SIZE * </a:t>
            </a:r>
            <a:r>
              <a:rPr lang="en-US" sz="2200" dirty="0" err="1">
                <a:latin typeface="Consolas" panose="020B0609020204030204" pitchFamily="49" charset="0"/>
              </a:rPr>
              <a:t>sizeof</a:t>
            </a:r>
            <a:r>
              <a:rPr lang="en-US" sz="2200" dirty="0">
                <a:latin typeface="Consolas" panose="020B0609020204030204" pitchFamily="49" charset="0"/>
              </a:rPr>
              <a:t>(int), C, 0, NULL, NULL);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2747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B31E3-6CA4-40BD-9DA8-458E9379C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Don’t forget to clean up!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49659-1E64-41E0-BC5E-F3456AFF0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ret = </a:t>
            </a:r>
            <a:r>
              <a:rPr lang="en-US" sz="2200" dirty="0" err="1">
                <a:latin typeface="Consolas" panose="020B0609020204030204" pitchFamily="49" charset="0"/>
              </a:rPr>
              <a:t>clFlush</a:t>
            </a:r>
            <a:r>
              <a:rPr lang="en-US" sz="2200" dirty="0">
                <a:latin typeface="Consolas" panose="020B0609020204030204" pitchFamily="49" charset="0"/>
              </a:rPr>
              <a:t>(</a:t>
            </a:r>
            <a:r>
              <a:rPr lang="en-US" sz="2200" dirty="0" err="1">
                <a:latin typeface="Consolas" panose="020B0609020204030204" pitchFamily="49" charset="0"/>
              </a:rPr>
              <a:t>command_queue</a:t>
            </a:r>
            <a:r>
              <a:rPr lang="en-US" sz="22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ret = </a:t>
            </a:r>
            <a:r>
              <a:rPr lang="en-US" sz="2200" dirty="0" err="1">
                <a:latin typeface="Consolas" panose="020B0609020204030204" pitchFamily="49" charset="0"/>
              </a:rPr>
              <a:t>clFinish</a:t>
            </a:r>
            <a:r>
              <a:rPr lang="en-US" sz="2200" dirty="0">
                <a:latin typeface="Consolas" panose="020B0609020204030204" pitchFamily="49" charset="0"/>
              </a:rPr>
              <a:t>(</a:t>
            </a:r>
            <a:r>
              <a:rPr lang="en-US" sz="2200" dirty="0" err="1">
                <a:latin typeface="Consolas" panose="020B0609020204030204" pitchFamily="49" charset="0"/>
              </a:rPr>
              <a:t>command_queue</a:t>
            </a:r>
            <a:r>
              <a:rPr lang="en-US" sz="22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ret = </a:t>
            </a:r>
            <a:r>
              <a:rPr lang="en-US" sz="2200" dirty="0" err="1">
                <a:latin typeface="Consolas" panose="020B0609020204030204" pitchFamily="49" charset="0"/>
              </a:rPr>
              <a:t>clReleaseKernel</a:t>
            </a:r>
            <a:r>
              <a:rPr lang="en-US" sz="2200" dirty="0">
                <a:latin typeface="Consolas" panose="020B0609020204030204" pitchFamily="49" charset="0"/>
              </a:rPr>
              <a:t>(kernel);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ret = </a:t>
            </a:r>
            <a:r>
              <a:rPr lang="en-US" sz="2200" dirty="0" err="1">
                <a:latin typeface="Consolas" panose="020B0609020204030204" pitchFamily="49" charset="0"/>
              </a:rPr>
              <a:t>clReleaseProgram</a:t>
            </a:r>
            <a:r>
              <a:rPr lang="en-US" sz="2200" dirty="0">
                <a:latin typeface="Consolas" panose="020B0609020204030204" pitchFamily="49" charset="0"/>
              </a:rPr>
              <a:t>(program);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ret = </a:t>
            </a:r>
            <a:r>
              <a:rPr lang="en-US" sz="2200" dirty="0" err="1">
                <a:latin typeface="Consolas" panose="020B0609020204030204" pitchFamily="49" charset="0"/>
              </a:rPr>
              <a:t>clReleaseMemObject</a:t>
            </a:r>
            <a:r>
              <a:rPr lang="en-US" sz="2200" dirty="0">
                <a:latin typeface="Consolas" panose="020B0609020204030204" pitchFamily="49" charset="0"/>
              </a:rPr>
              <a:t>(</a:t>
            </a:r>
            <a:r>
              <a:rPr lang="en-US" sz="2200" dirty="0" err="1">
                <a:latin typeface="Consolas" panose="020B0609020204030204" pitchFamily="49" charset="0"/>
              </a:rPr>
              <a:t>a_mem_obj</a:t>
            </a:r>
            <a:r>
              <a:rPr lang="en-US" sz="22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ret = </a:t>
            </a:r>
            <a:r>
              <a:rPr lang="en-US" sz="2200" dirty="0" err="1">
                <a:latin typeface="Consolas" panose="020B0609020204030204" pitchFamily="49" charset="0"/>
              </a:rPr>
              <a:t>clReleaseMemObject</a:t>
            </a:r>
            <a:r>
              <a:rPr lang="en-US" sz="2200" dirty="0">
                <a:latin typeface="Consolas" panose="020B0609020204030204" pitchFamily="49" charset="0"/>
              </a:rPr>
              <a:t>(</a:t>
            </a:r>
            <a:r>
              <a:rPr lang="en-US" sz="2200" dirty="0" err="1">
                <a:latin typeface="Consolas" panose="020B0609020204030204" pitchFamily="49" charset="0"/>
              </a:rPr>
              <a:t>b_mem_obj</a:t>
            </a:r>
            <a:r>
              <a:rPr lang="en-US" sz="22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ret = </a:t>
            </a:r>
            <a:r>
              <a:rPr lang="en-US" sz="2200" dirty="0" err="1">
                <a:latin typeface="Consolas" panose="020B0609020204030204" pitchFamily="49" charset="0"/>
              </a:rPr>
              <a:t>clReleaseMemObject</a:t>
            </a:r>
            <a:r>
              <a:rPr lang="en-US" sz="2200" dirty="0">
                <a:latin typeface="Consolas" panose="020B0609020204030204" pitchFamily="49" charset="0"/>
              </a:rPr>
              <a:t>(</a:t>
            </a:r>
            <a:r>
              <a:rPr lang="en-US" sz="2200" dirty="0" err="1">
                <a:latin typeface="Consolas" panose="020B0609020204030204" pitchFamily="49" charset="0"/>
              </a:rPr>
              <a:t>c_mem_obj</a:t>
            </a:r>
            <a:r>
              <a:rPr lang="en-US" sz="22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ret = </a:t>
            </a:r>
            <a:r>
              <a:rPr lang="en-US" sz="2200" dirty="0" err="1">
                <a:latin typeface="Consolas" panose="020B0609020204030204" pitchFamily="49" charset="0"/>
              </a:rPr>
              <a:t>clReleaseCommandQueue</a:t>
            </a:r>
            <a:r>
              <a:rPr lang="en-US" sz="2200" dirty="0">
                <a:latin typeface="Consolas" panose="020B0609020204030204" pitchFamily="49" charset="0"/>
              </a:rPr>
              <a:t>(</a:t>
            </a:r>
            <a:r>
              <a:rPr lang="en-US" sz="2200" dirty="0" err="1">
                <a:latin typeface="Consolas" panose="020B0609020204030204" pitchFamily="49" charset="0"/>
              </a:rPr>
              <a:t>command_queue</a:t>
            </a:r>
            <a:r>
              <a:rPr lang="en-US" sz="22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ret = </a:t>
            </a:r>
            <a:r>
              <a:rPr lang="en-US" sz="2200" dirty="0" err="1">
                <a:latin typeface="Consolas" panose="020B0609020204030204" pitchFamily="49" charset="0"/>
              </a:rPr>
              <a:t>clReleaseContext</a:t>
            </a:r>
            <a:r>
              <a:rPr lang="en-US" sz="2200" dirty="0">
                <a:latin typeface="Consolas" panose="020B0609020204030204" pitchFamily="49" charset="0"/>
              </a:rPr>
              <a:t>(context);</a:t>
            </a:r>
          </a:p>
        </p:txBody>
      </p:sp>
    </p:spTree>
    <p:extLst>
      <p:ext uri="{BB962C8B-B14F-4D97-AF65-F5344CB8AC3E}">
        <p14:creationId xmlns:p14="http://schemas.microsoft.com/office/powerpoint/2010/main" val="26990133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7BF98-3575-4FE3-9EBF-C0F2009C9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checking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49D0-C941-4760-8D12-D7D34DD0F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It is very important to check for errors. This process has a lot of steps. When it doesn’t work, if you don’t have good error checking, finding the issue can be a daunting task.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While it is tedious, the best defense is to check all the return statuses.</a:t>
            </a:r>
          </a:p>
        </p:txBody>
      </p:sp>
    </p:spTree>
    <p:extLst>
      <p:ext uri="{BB962C8B-B14F-4D97-AF65-F5344CB8AC3E}">
        <p14:creationId xmlns:p14="http://schemas.microsoft.com/office/powerpoint/2010/main" val="19120539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624B7-6DEA-4AF6-BEA8-2AAFF26E1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general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B5DC2-E8CD-4CED-AB36-F11356D69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On program startup: Find platforms and devices.</a:t>
            </a:r>
          </a:p>
          <a:p>
            <a:pPr marL="0" indent="0">
              <a:buNone/>
            </a:pPr>
            <a:r>
              <a:rPr lang="en-US" dirty="0"/>
              <a:t>			    Choose a device.</a:t>
            </a:r>
          </a:p>
          <a:p>
            <a:pPr marL="0" indent="0">
              <a:buNone/>
            </a:pPr>
            <a:r>
              <a:rPr lang="en-US" dirty="0"/>
              <a:t>			    Compile your program(s).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When you need a result: Create memory on the device</a:t>
            </a:r>
          </a:p>
          <a:p>
            <a:pPr marL="0" indent="0">
              <a:buNone/>
            </a:pPr>
            <a:r>
              <a:rPr lang="en-US" dirty="0"/>
              <a:t>				Copy data to the device</a:t>
            </a:r>
          </a:p>
          <a:p>
            <a:pPr marL="0" indent="0">
              <a:buNone/>
            </a:pPr>
            <a:r>
              <a:rPr lang="en-US" dirty="0"/>
              <a:t>				Create your kernel and set arguments</a:t>
            </a:r>
          </a:p>
          <a:p>
            <a:pPr marL="0" indent="0">
              <a:buNone/>
            </a:pPr>
            <a:r>
              <a:rPr lang="en-US" dirty="0"/>
              <a:t>				Enqueue the kernel</a:t>
            </a:r>
          </a:p>
          <a:p>
            <a:pPr marL="0" indent="0">
              <a:buNone/>
            </a:pPr>
            <a:r>
              <a:rPr lang="en-US" dirty="0"/>
              <a:t>				Get the results back</a:t>
            </a:r>
          </a:p>
          <a:p>
            <a:pPr marL="0" indent="0">
              <a:buNone/>
            </a:pPr>
            <a:r>
              <a:rPr lang="en-US" dirty="0"/>
              <a:t>				Release your kernel and memory objects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When you end the program: Release your program, context, command queue</a:t>
            </a:r>
          </a:p>
        </p:txBody>
      </p:sp>
    </p:spTree>
    <p:extLst>
      <p:ext uri="{BB962C8B-B14F-4D97-AF65-F5344CB8AC3E}">
        <p14:creationId xmlns:p14="http://schemas.microsoft.com/office/powerpoint/2010/main" val="1677675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D6A13-DD91-4BD7-9D46-1B5BC2788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341" y="365125"/>
            <a:ext cx="10838575" cy="1325563"/>
          </a:xfrm>
        </p:spPr>
        <p:txBody>
          <a:bodyPr/>
          <a:lstStyle/>
          <a:p>
            <a:r>
              <a:rPr lang="en-US" dirty="0"/>
              <a:t>That is ridiculously complex compared to CUDA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A1992-FDD0-4742-AACF-40F875760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5839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CUDA optimizes for the common case – only one GPU. When you have more than one, there are similar calls for selecting the device.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CUDA only works on NVIDIA GPUs. OpenCL works on many different platforms, so you must pick which one.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CUDA works with only one compiler and has extensions; OpenCL works on every compiler.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C++ interface to OpenCL is much nicer, if you know C++…</a:t>
            </a:r>
          </a:p>
        </p:txBody>
      </p:sp>
    </p:spTree>
    <p:extLst>
      <p:ext uri="{BB962C8B-B14F-4D97-AF65-F5344CB8AC3E}">
        <p14:creationId xmlns:p14="http://schemas.microsoft.com/office/powerpoint/2010/main" val="10759663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C6005-4F14-4EC0-8799-C114C507D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278C0-21AA-45D0-8884-FB910D000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OpenCL is the primary choice for working with non-NVIDIA GPUs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Many of the concepts from CUDA apply to OpenCL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OpenCL abstracts away the GPU specific material nicely.</a:t>
            </a:r>
          </a:p>
        </p:txBody>
      </p:sp>
    </p:spTree>
    <p:extLst>
      <p:ext uri="{BB962C8B-B14F-4D97-AF65-F5344CB8AC3E}">
        <p14:creationId xmlns:p14="http://schemas.microsoft.com/office/powerpoint/2010/main" val="2732499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9914</TotalTime>
  <Words>1827</Words>
  <Application>Microsoft Office PowerPoint</Application>
  <PresentationFormat>Widescreen</PresentationFormat>
  <Paragraphs>179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Consolas</vt:lpstr>
      <vt:lpstr>Office Theme</vt:lpstr>
      <vt:lpstr>OpenCL</vt:lpstr>
      <vt:lpstr>Nomenclature</vt:lpstr>
      <vt:lpstr>PowerPoint Presentation</vt:lpstr>
      <vt:lpstr>One simpler thing in OpenCL</vt:lpstr>
      <vt:lpstr>PowerPoint Presentation</vt:lpstr>
      <vt:lpstr>Our simple C=A+B example in OpenCL</vt:lpstr>
      <vt:lpstr>Building in OpenCL</vt:lpstr>
      <vt:lpstr>The code is text?</vt:lpstr>
      <vt:lpstr>Get the platform</vt:lpstr>
      <vt:lpstr>Get my device</vt:lpstr>
      <vt:lpstr>We make a context and a command queue</vt:lpstr>
      <vt:lpstr>Define the program</vt:lpstr>
      <vt:lpstr>Create and build the program</vt:lpstr>
      <vt:lpstr>Allocate memory on the device</vt:lpstr>
      <vt:lpstr>Create the kernel</vt:lpstr>
      <vt:lpstr>Actually execute the code!</vt:lpstr>
      <vt:lpstr>Don’t forget to clean up!</vt:lpstr>
      <vt:lpstr>Error checking</vt:lpstr>
      <vt:lpstr>The general workflow</vt:lpstr>
      <vt:lpstr>That is ridiculously complex compared to CUDA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</dc:title>
  <dc:creator>Phipps, Michael</dc:creator>
  <cp:lastModifiedBy>Phipps, Michael</cp:lastModifiedBy>
  <cp:revision>1</cp:revision>
  <dcterms:created xsi:type="dcterms:W3CDTF">2021-11-25T20:24:26Z</dcterms:created>
  <dcterms:modified xsi:type="dcterms:W3CDTF">2021-12-02T17:38:39Z</dcterms:modified>
</cp:coreProperties>
</file>