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0" r:id="rId6"/>
    <p:sldId id="265" r:id="rId7"/>
    <p:sldId id="275" r:id="rId8"/>
    <p:sldId id="339" r:id="rId9"/>
    <p:sldId id="308" r:id="rId10"/>
    <p:sldId id="303" r:id="rId11"/>
    <p:sldId id="309" r:id="rId12"/>
    <p:sldId id="340" r:id="rId13"/>
    <p:sldId id="341" r:id="rId14"/>
    <p:sldId id="342" r:id="rId15"/>
    <p:sldId id="343" r:id="rId16"/>
    <p:sldId id="344" r:id="rId17"/>
    <p:sldId id="348" r:id="rId18"/>
    <p:sldId id="345" r:id="rId19"/>
    <p:sldId id="346" r:id="rId20"/>
    <p:sldId id="347" r:id="rId21"/>
    <p:sldId id="349" r:id="rId22"/>
    <p:sldId id="310" r:id="rId23"/>
    <p:sldId id="350" r:id="rId24"/>
    <p:sldId id="311" r:id="rId25"/>
    <p:sldId id="312" r:id="rId26"/>
    <p:sldId id="313" r:id="rId27"/>
    <p:sldId id="316" r:id="rId28"/>
    <p:sldId id="317" r:id="rId29"/>
    <p:sldId id="315" r:id="rId30"/>
    <p:sldId id="319" r:id="rId31"/>
    <p:sldId id="318" r:id="rId32"/>
    <p:sldId id="33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073833-DD9B-4618-8443-2D4240ACAC49}" v="20" dt="2021-11-23T19:43:34.9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53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pps, Michael" userId="22b19e64-ae93-4d74-aed7-bbb364ca0772" providerId="ADAL" clId="{10073833-DD9B-4618-8443-2D4240ACAC49}"/>
    <pc:docChg chg="undo custSel addSld delSld modSld sldOrd">
      <pc:chgData name="Phipps, Michael" userId="22b19e64-ae93-4d74-aed7-bbb364ca0772" providerId="ADAL" clId="{10073833-DD9B-4618-8443-2D4240ACAC49}" dt="2021-11-24T15:44:50.774" v="5300" actId="20577"/>
      <pc:docMkLst>
        <pc:docMk/>
      </pc:docMkLst>
      <pc:sldChg chg="add">
        <pc:chgData name="Phipps, Michael" userId="22b19e64-ae93-4d74-aed7-bbb364ca0772" providerId="ADAL" clId="{10073833-DD9B-4618-8443-2D4240ACAC49}" dt="2021-11-23T19:02:00.833" v="0"/>
        <pc:sldMkLst>
          <pc:docMk/>
          <pc:sldMk cId="154007356" sldId="257"/>
        </pc:sldMkLst>
      </pc:sldChg>
      <pc:sldChg chg="add">
        <pc:chgData name="Phipps, Michael" userId="22b19e64-ae93-4d74-aed7-bbb364ca0772" providerId="ADAL" clId="{10073833-DD9B-4618-8443-2D4240ACAC49}" dt="2021-11-23T19:02:00.833" v="0"/>
        <pc:sldMkLst>
          <pc:docMk/>
          <pc:sldMk cId="3644865324" sldId="258"/>
        </pc:sldMkLst>
      </pc:sldChg>
      <pc:sldChg chg="add">
        <pc:chgData name="Phipps, Michael" userId="22b19e64-ae93-4d74-aed7-bbb364ca0772" providerId="ADAL" clId="{10073833-DD9B-4618-8443-2D4240ACAC49}" dt="2021-11-23T19:02:00.833" v="0"/>
        <pc:sldMkLst>
          <pc:docMk/>
          <pc:sldMk cId="3202683455" sldId="260"/>
        </pc:sldMkLst>
      </pc:sldChg>
      <pc:sldChg chg="add">
        <pc:chgData name="Phipps, Michael" userId="22b19e64-ae93-4d74-aed7-bbb364ca0772" providerId="ADAL" clId="{10073833-DD9B-4618-8443-2D4240ACAC49}" dt="2021-11-23T19:02:00.833" v="0"/>
        <pc:sldMkLst>
          <pc:docMk/>
          <pc:sldMk cId="1312873133" sldId="262"/>
        </pc:sldMkLst>
      </pc:sldChg>
      <pc:sldChg chg="add">
        <pc:chgData name="Phipps, Michael" userId="22b19e64-ae93-4d74-aed7-bbb364ca0772" providerId="ADAL" clId="{10073833-DD9B-4618-8443-2D4240ACAC49}" dt="2021-11-23T19:02:00.833" v="0"/>
        <pc:sldMkLst>
          <pc:docMk/>
          <pc:sldMk cId="423634527" sldId="265"/>
        </pc:sldMkLst>
      </pc:sldChg>
      <pc:sldChg chg="delSp add">
        <pc:chgData name="Phipps, Michael" userId="22b19e64-ae93-4d74-aed7-bbb364ca0772" providerId="ADAL" clId="{10073833-DD9B-4618-8443-2D4240ACAC49}" dt="2021-11-23T19:03:15.765" v="1"/>
        <pc:sldMkLst>
          <pc:docMk/>
          <pc:sldMk cId="3020209029" sldId="275"/>
        </pc:sldMkLst>
        <pc:picChg chg="del">
          <ac:chgData name="Phipps, Michael" userId="22b19e64-ae93-4d74-aed7-bbb364ca0772" providerId="ADAL" clId="{10073833-DD9B-4618-8443-2D4240ACAC49}" dt="2021-11-23T19:03:15.765" v="1"/>
          <ac:picMkLst>
            <pc:docMk/>
            <pc:sldMk cId="3020209029" sldId="275"/>
            <ac:picMk id="4" creationId="{FBBA71D3-59E8-4308-AE6E-DA7422D0A3CE}"/>
          </ac:picMkLst>
        </pc:picChg>
      </pc:sldChg>
      <pc:sldChg chg="add">
        <pc:chgData name="Phipps, Michael" userId="22b19e64-ae93-4d74-aed7-bbb364ca0772" providerId="ADAL" clId="{10073833-DD9B-4618-8443-2D4240ACAC49}" dt="2021-11-23T19:03:17.426" v="2"/>
        <pc:sldMkLst>
          <pc:docMk/>
          <pc:sldMk cId="4103740330" sldId="303"/>
        </pc:sldMkLst>
      </pc:sldChg>
      <pc:sldChg chg="add">
        <pc:chgData name="Phipps, Michael" userId="22b19e64-ae93-4d74-aed7-bbb364ca0772" providerId="ADAL" clId="{10073833-DD9B-4618-8443-2D4240ACAC49}" dt="2021-11-23T19:03:17.426" v="2"/>
        <pc:sldMkLst>
          <pc:docMk/>
          <pc:sldMk cId="2481743360" sldId="308"/>
        </pc:sldMkLst>
      </pc:sldChg>
      <pc:sldChg chg="modSp add mod">
        <pc:chgData name="Phipps, Michael" userId="22b19e64-ae93-4d74-aed7-bbb364ca0772" providerId="ADAL" clId="{10073833-DD9B-4618-8443-2D4240ACAC49}" dt="2021-11-23T19:16:23.364" v="487" actId="20577"/>
        <pc:sldMkLst>
          <pc:docMk/>
          <pc:sldMk cId="4139417828" sldId="309"/>
        </pc:sldMkLst>
        <pc:spChg chg="mod">
          <ac:chgData name="Phipps, Michael" userId="22b19e64-ae93-4d74-aed7-bbb364ca0772" providerId="ADAL" clId="{10073833-DD9B-4618-8443-2D4240ACAC49}" dt="2021-11-23T19:16:23.364" v="487" actId="20577"/>
          <ac:spMkLst>
            <pc:docMk/>
            <pc:sldMk cId="4139417828" sldId="309"/>
            <ac:spMk id="3" creationId="{BA1096E1-DA02-4A93-B440-B0A8A710C88E}"/>
          </ac:spMkLst>
        </pc:spChg>
      </pc:sldChg>
      <pc:sldChg chg="modSp add mod">
        <pc:chgData name="Phipps, Michael" userId="22b19e64-ae93-4d74-aed7-bbb364ca0772" providerId="ADAL" clId="{10073833-DD9B-4618-8443-2D4240ACAC49}" dt="2021-11-23T19:06:29.482" v="314" actId="20577"/>
        <pc:sldMkLst>
          <pc:docMk/>
          <pc:sldMk cId="3377515699" sldId="310"/>
        </pc:sldMkLst>
        <pc:spChg chg="mod">
          <ac:chgData name="Phipps, Michael" userId="22b19e64-ae93-4d74-aed7-bbb364ca0772" providerId="ADAL" clId="{10073833-DD9B-4618-8443-2D4240ACAC49}" dt="2021-11-23T19:06:29.482" v="314" actId="20577"/>
          <ac:spMkLst>
            <pc:docMk/>
            <pc:sldMk cId="3377515699" sldId="310"/>
            <ac:spMk id="2" creationId="{E2E6970B-3383-41A8-B342-23EBFE35B8EC}"/>
          </ac:spMkLst>
        </pc:spChg>
      </pc:sldChg>
      <pc:sldChg chg="add">
        <pc:chgData name="Phipps, Michael" userId="22b19e64-ae93-4d74-aed7-bbb364ca0772" providerId="ADAL" clId="{10073833-DD9B-4618-8443-2D4240ACAC49}" dt="2021-11-23T19:03:17.426" v="2"/>
        <pc:sldMkLst>
          <pc:docMk/>
          <pc:sldMk cId="1448222840" sldId="311"/>
        </pc:sldMkLst>
      </pc:sldChg>
      <pc:sldChg chg="modSp add mod">
        <pc:chgData name="Phipps, Michael" userId="22b19e64-ae93-4d74-aed7-bbb364ca0772" providerId="ADAL" clId="{10073833-DD9B-4618-8443-2D4240ACAC49}" dt="2021-11-23T19:07:40.642" v="406" actId="27636"/>
        <pc:sldMkLst>
          <pc:docMk/>
          <pc:sldMk cId="870697970" sldId="312"/>
        </pc:sldMkLst>
        <pc:spChg chg="mod">
          <ac:chgData name="Phipps, Michael" userId="22b19e64-ae93-4d74-aed7-bbb364ca0772" providerId="ADAL" clId="{10073833-DD9B-4618-8443-2D4240ACAC49}" dt="2021-11-23T19:07:40.642" v="406" actId="27636"/>
          <ac:spMkLst>
            <pc:docMk/>
            <pc:sldMk cId="870697970" sldId="312"/>
            <ac:spMk id="3" creationId="{D31866DB-EEEF-4F7B-B045-D8651F87A748}"/>
          </ac:spMkLst>
        </pc:spChg>
      </pc:sldChg>
      <pc:sldChg chg="add">
        <pc:chgData name="Phipps, Michael" userId="22b19e64-ae93-4d74-aed7-bbb364ca0772" providerId="ADAL" clId="{10073833-DD9B-4618-8443-2D4240ACAC49}" dt="2021-11-23T19:03:17.426" v="2"/>
        <pc:sldMkLst>
          <pc:docMk/>
          <pc:sldMk cId="797330301" sldId="313"/>
        </pc:sldMkLst>
      </pc:sldChg>
      <pc:sldChg chg="add del">
        <pc:chgData name="Phipps, Michael" userId="22b19e64-ae93-4d74-aed7-bbb364ca0772" providerId="ADAL" clId="{10073833-DD9B-4618-8443-2D4240ACAC49}" dt="2021-11-24T15:39:51.032" v="4837" actId="47"/>
        <pc:sldMkLst>
          <pc:docMk/>
          <pc:sldMk cId="3402857681" sldId="314"/>
        </pc:sldMkLst>
      </pc:sldChg>
      <pc:sldChg chg="add">
        <pc:chgData name="Phipps, Michael" userId="22b19e64-ae93-4d74-aed7-bbb364ca0772" providerId="ADAL" clId="{10073833-DD9B-4618-8443-2D4240ACAC49}" dt="2021-11-23T19:03:17.426" v="2"/>
        <pc:sldMkLst>
          <pc:docMk/>
          <pc:sldMk cId="3474507728" sldId="315"/>
        </pc:sldMkLst>
      </pc:sldChg>
      <pc:sldChg chg="modSp add mod">
        <pc:chgData name="Phipps, Michael" userId="22b19e64-ae93-4d74-aed7-bbb364ca0772" providerId="ADAL" clId="{10073833-DD9B-4618-8443-2D4240ACAC49}" dt="2021-11-23T19:08:00.044" v="407" actId="1076"/>
        <pc:sldMkLst>
          <pc:docMk/>
          <pc:sldMk cId="584266622" sldId="316"/>
        </pc:sldMkLst>
        <pc:picChg chg="mod">
          <ac:chgData name="Phipps, Michael" userId="22b19e64-ae93-4d74-aed7-bbb364ca0772" providerId="ADAL" clId="{10073833-DD9B-4618-8443-2D4240ACAC49}" dt="2021-11-23T19:08:00.044" v="407" actId="1076"/>
          <ac:picMkLst>
            <pc:docMk/>
            <pc:sldMk cId="584266622" sldId="316"/>
            <ac:picMk id="4" creationId="{46CB3F27-E565-4ECF-AA8B-200B31FD93B9}"/>
          </ac:picMkLst>
        </pc:picChg>
      </pc:sldChg>
      <pc:sldChg chg="add">
        <pc:chgData name="Phipps, Michael" userId="22b19e64-ae93-4d74-aed7-bbb364ca0772" providerId="ADAL" clId="{10073833-DD9B-4618-8443-2D4240ACAC49}" dt="2021-11-23T19:03:17.426" v="2"/>
        <pc:sldMkLst>
          <pc:docMk/>
          <pc:sldMk cId="630165975" sldId="317"/>
        </pc:sldMkLst>
      </pc:sldChg>
      <pc:sldChg chg="add">
        <pc:chgData name="Phipps, Michael" userId="22b19e64-ae93-4d74-aed7-bbb364ca0772" providerId="ADAL" clId="{10073833-DD9B-4618-8443-2D4240ACAC49}" dt="2021-11-23T19:03:17.426" v="2"/>
        <pc:sldMkLst>
          <pc:docMk/>
          <pc:sldMk cId="1526596459" sldId="318"/>
        </pc:sldMkLst>
      </pc:sldChg>
      <pc:sldChg chg="add">
        <pc:chgData name="Phipps, Michael" userId="22b19e64-ae93-4d74-aed7-bbb364ca0772" providerId="ADAL" clId="{10073833-DD9B-4618-8443-2D4240ACAC49}" dt="2021-11-23T19:03:17.426" v="2"/>
        <pc:sldMkLst>
          <pc:docMk/>
          <pc:sldMk cId="3339123592" sldId="319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3544726417" sldId="320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4196460194" sldId="321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3578017903" sldId="322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1956526491" sldId="323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4249120630" sldId="324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589041383" sldId="325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3637054772" sldId="326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3245796144" sldId="327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1013119263" sldId="328"/>
        </pc:sldMkLst>
      </pc:sldChg>
      <pc:sldChg chg="add del">
        <pc:chgData name="Phipps, Michael" userId="22b19e64-ae93-4d74-aed7-bbb364ca0772" providerId="ADAL" clId="{10073833-DD9B-4618-8443-2D4240ACAC49}" dt="2021-11-24T15:39:51.032" v="4837" actId="47"/>
        <pc:sldMkLst>
          <pc:docMk/>
          <pc:sldMk cId="2359711458" sldId="329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3281873766" sldId="330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1585823034" sldId="331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3299024847" sldId="332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3276257332" sldId="333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3680596290" sldId="334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1053040831" sldId="335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2339500688" sldId="336"/>
        </pc:sldMkLst>
      </pc:sldChg>
      <pc:sldChg chg="add del">
        <pc:chgData name="Phipps, Michael" userId="22b19e64-ae93-4d74-aed7-bbb364ca0772" providerId="ADAL" clId="{10073833-DD9B-4618-8443-2D4240ACAC49}" dt="2021-11-23T19:11:28.345" v="408" actId="47"/>
        <pc:sldMkLst>
          <pc:docMk/>
          <pc:sldMk cId="141947882" sldId="337"/>
        </pc:sldMkLst>
      </pc:sldChg>
      <pc:sldChg chg="add">
        <pc:chgData name="Phipps, Michael" userId="22b19e64-ae93-4d74-aed7-bbb364ca0772" providerId="ADAL" clId="{10073833-DD9B-4618-8443-2D4240ACAC49}" dt="2021-11-23T19:03:17.426" v="2"/>
        <pc:sldMkLst>
          <pc:docMk/>
          <pc:sldMk cId="4123672049" sldId="338"/>
        </pc:sldMkLst>
      </pc:sldChg>
      <pc:sldChg chg="modSp new mod">
        <pc:chgData name="Phipps, Michael" userId="22b19e64-ae93-4d74-aed7-bbb364ca0772" providerId="ADAL" clId="{10073833-DD9B-4618-8443-2D4240ACAC49}" dt="2021-11-23T19:05:57.108" v="308" actId="20577"/>
        <pc:sldMkLst>
          <pc:docMk/>
          <pc:sldMk cId="1136687226" sldId="339"/>
        </pc:sldMkLst>
        <pc:spChg chg="mod">
          <ac:chgData name="Phipps, Michael" userId="22b19e64-ae93-4d74-aed7-bbb364ca0772" providerId="ADAL" clId="{10073833-DD9B-4618-8443-2D4240ACAC49}" dt="2021-11-23T19:04:40.048" v="39" actId="20577"/>
          <ac:spMkLst>
            <pc:docMk/>
            <pc:sldMk cId="1136687226" sldId="339"/>
            <ac:spMk id="2" creationId="{93B7B73E-F8BB-43B7-8BBD-73F4AE9413D1}"/>
          </ac:spMkLst>
        </pc:spChg>
        <pc:spChg chg="mod">
          <ac:chgData name="Phipps, Michael" userId="22b19e64-ae93-4d74-aed7-bbb364ca0772" providerId="ADAL" clId="{10073833-DD9B-4618-8443-2D4240ACAC49}" dt="2021-11-23T19:05:57.108" v="308" actId="20577"/>
          <ac:spMkLst>
            <pc:docMk/>
            <pc:sldMk cId="1136687226" sldId="339"/>
            <ac:spMk id="3" creationId="{2BC07A21-B30B-44A3-BABD-34B6A33F3F48}"/>
          </ac:spMkLst>
        </pc:spChg>
      </pc:sldChg>
      <pc:sldChg chg="modSp new mod ord">
        <pc:chgData name="Phipps, Michael" userId="22b19e64-ae93-4d74-aed7-bbb364ca0772" providerId="ADAL" clId="{10073833-DD9B-4618-8443-2D4240ACAC49}" dt="2021-11-23T19:25:06.091" v="1246" actId="27636"/>
        <pc:sldMkLst>
          <pc:docMk/>
          <pc:sldMk cId="2059018362" sldId="340"/>
        </pc:sldMkLst>
        <pc:spChg chg="mod">
          <ac:chgData name="Phipps, Michael" userId="22b19e64-ae93-4d74-aed7-bbb364ca0772" providerId="ADAL" clId="{10073833-DD9B-4618-8443-2D4240ACAC49}" dt="2021-11-23T19:19:48.330" v="525" actId="20577"/>
          <ac:spMkLst>
            <pc:docMk/>
            <pc:sldMk cId="2059018362" sldId="340"/>
            <ac:spMk id="2" creationId="{5778395E-F244-43D6-8D06-8D81109FC52F}"/>
          </ac:spMkLst>
        </pc:spChg>
        <pc:spChg chg="mod">
          <ac:chgData name="Phipps, Michael" userId="22b19e64-ae93-4d74-aed7-bbb364ca0772" providerId="ADAL" clId="{10073833-DD9B-4618-8443-2D4240ACAC49}" dt="2021-11-23T19:25:06.091" v="1246" actId="27636"/>
          <ac:spMkLst>
            <pc:docMk/>
            <pc:sldMk cId="2059018362" sldId="340"/>
            <ac:spMk id="3" creationId="{8B21DD2C-14DF-4302-B4EC-DDDD0734AF22}"/>
          </ac:spMkLst>
        </pc:spChg>
      </pc:sldChg>
      <pc:sldChg chg="new del">
        <pc:chgData name="Phipps, Michael" userId="22b19e64-ae93-4d74-aed7-bbb364ca0772" providerId="ADAL" clId="{10073833-DD9B-4618-8443-2D4240ACAC49}" dt="2021-11-23T19:18:22.614" v="489" actId="2696"/>
        <pc:sldMkLst>
          <pc:docMk/>
          <pc:sldMk cId="2835391098" sldId="340"/>
        </pc:sldMkLst>
      </pc:sldChg>
      <pc:sldChg chg="modSp new mod">
        <pc:chgData name="Phipps, Michael" userId="22b19e64-ae93-4d74-aed7-bbb364ca0772" providerId="ADAL" clId="{10073833-DD9B-4618-8443-2D4240ACAC49}" dt="2021-11-23T19:26:20.306" v="1512" actId="20577"/>
        <pc:sldMkLst>
          <pc:docMk/>
          <pc:sldMk cId="4219175488" sldId="341"/>
        </pc:sldMkLst>
        <pc:spChg chg="mod">
          <ac:chgData name="Phipps, Michael" userId="22b19e64-ae93-4d74-aed7-bbb364ca0772" providerId="ADAL" clId="{10073833-DD9B-4618-8443-2D4240ACAC49}" dt="2021-11-23T19:25:12.328" v="1251" actId="20577"/>
          <ac:spMkLst>
            <pc:docMk/>
            <pc:sldMk cId="4219175488" sldId="341"/>
            <ac:spMk id="2" creationId="{8907D40E-2A39-4D47-AE49-4F05E6816B20}"/>
          </ac:spMkLst>
        </pc:spChg>
        <pc:spChg chg="mod">
          <ac:chgData name="Phipps, Michael" userId="22b19e64-ae93-4d74-aed7-bbb364ca0772" providerId="ADAL" clId="{10073833-DD9B-4618-8443-2D4240ACAC49}" dt="2021-11-23T19:26:20.306" v="1512" actId="20577"/>
          <ac:spMkLst>
            <pc:docMk/>
            <pc:sldMk cId="4219175488" sldId="341"/>
            <ac:spMk id="3" creationId="{CCF559F6-DF75-4D5A-8DA5-97CB26EBDAA2}"/>
          </ac:spMkLst>
        </pc:spChg>
      </pc:sldChg>
      <pc:sldChg chg="addSp modSp new mod">
        <pc:chgData name="Phipps, Michael" userId="22b19e64-ae93-4d74-aed7-bbb364ca0772" providerId="ADAL" clId="{10073833-DD9B-4618-8443-2D4240ACAC49}" dt="2021-11-23T19:35:16.905" v="1800" actId="20577"/>
        <pc:sldMkLst>
          <pc:docMk/>
          <pc:sldMk cId="4226079160" sldId="342"/>
        </pc:sldMkLst>
        <pc:spChg chg="mod">
          <ac:chgData name="Phipps, Michael" userId="22b19e64-ae93-4d74-aed7-bbb364ca0772" providerId="ADAL" clId="{10073833-DD9B-4618-8443-2D4240ACAC49}" dt="2021-11-23T19:26:36.196" v="1532" actId="20577"/>
          <ac:spMkLst>
            <pc:docMk/>
            <pc:sldMk cId="4226079160" sldId="342"/>
            <ac:spMk id="2" creationId="{EB7EF3A9-D4C7-4D04-A2B3-0D9AF14A8A18}"/>
          </ac:spMkLst>
        </pc:spChg>
        <pc:spChg chg="mod">
          <ac:chgData name="Phipps, Michael" userId="22b19e64-ae93-4d74-aed7-bbb364ca0772" providerId="ADAL" clId="{10073833-DD9B-4618-8443-2D4240ACAC49}" dt="2021-11-23T19:29:16.285" v="1671" actId="14100"/>
          <ac:spMkLst>
            <pc:docMk/>
            <pc:sldMk cId="4226079160" sldId="342"/>
            <ac:spMk id="3" creationId="{86973877-8007-4926-A8EA-225CC3BE7120}"/>
          </ac:spMkLst>
        </pc:spChg>
        <pc:spChg chg="add mod">
          <ac:chgData name="Phipps, Michael" userId="22b19e64-ae93-4d74-aed7-bbb364ca0772" providerId="ADAL" clId="{10073833-DD9B-4618-8443-2D4240ACAC49}" dt="2021-11-23T19:32:35.356" v="1748" actId="1076"/>
          <ac:spMkLst>
            <pc:docMk/>
            <pc:sldMk cId="4226079160" sldId="342"/>
            <ac:spMk id="7" creationId="{DD6CABB8-114A-4493-A281-3E038E156030}"/>
          </ac:spMkLst>
        </pc:spChg>
        <pc:spChg chg="add mod">
          <ac:chgData name="Phipps, Michael" userId="22b19e64-ae93-4d74-aed7-bbb364ca0772" providerId="ADAL" clId="{10073833-DD9B-4618-8443-2D4240ACAC49}" dt="2021-11-23T19:32:42.414" v="1755" actId="20577"/>
          <ac:spMkLst>
            <pc:docMk/>
            <pc:sldMk cId="4226079160" sldId="342"/>
            <ac:spMk id="8" creationId="{2DACA9DE-1DA1-4683-88DB-761B52A3B070}"/>
          </ac:spMkLst>
        </pc:spChg>
        <pc:spChg chg="add mod">
          <ac:chgData name="Phipps, Michael" userId="22b19e64-ae93-4d74-aed7-bbb364ca0772" providerId="ADAL" clId="{10073833-DD9B-4618-8443-2D4240ACAC49}" dt="2021-11-23T19:34:22.541" v="1774" actId="20577"/>
          <ac:spMkLst>
            <pc:docMk/>
            <pc:sldMk cId="4226079160" sldId="342"/>
            <ac:spMk id="10" creationId="{28E077B9-7E0D-4404-86BA-20AC954D97B3}"/>
          </ac:spMkLst>
        </pc:spChg>
        <pc:graphicFrameChg chg="add mod modGraphic">
          <ac:chgData name="Phipps, Michael" userId="22b19e64-ae93-4d74-aed7-bbb364ca0772" providerId="ADAL" clId="{10073833-DD9B-4618-8443-2D4240ACAC49}" dt="2021-11-23T19:31:46.884" v="1721" actId="1076"/>
          <ac:graphicFrameMkLst>
            <pc:docMk/>
            <pc:sldMk cId="4226079160" sldId="342"/>
            <ac:graphicFrameMk id="4" creationId="{1ACA79F9-BDEB-4C4A-A4CB-F3562E4A1CDB}"/>
          </ac:graphicFrameMkLst>
        </pc:graphicFrameChg>
        <pc:graphicFrameChg chg="add mod modGraphic">
          <ac:chgData name="Phipps, Michael" userId="22b19e64-ae93-4d74-aed7-bbb364ca0772" providerId="ADAL" clId="{10073833-DD9B-4618-8443-2D4240ACAC49}" dt="2021-11-23T19:31:39.651" v="1720" actId="1076"/>
          <ac:graphicFrameMkLst>
            <pc:docMk/>
            <pc:sldMk cId="4226079160" sldId="342"/>
            <ac:graphicFrameMk id="5" creationId="{6C4646DF-B501-4C8C-9B12-62032A578FAF}"/>
          </ac:graphicFrameMkLst>
        </pc:graphicFrameChg>
        <pc:graphicFrameChg chg="add mod modGraphic">
          <ac:chgData name="Phipps, Michael" userId="22b19e64-ae93-4d74-aed7-bbb364ca0772" providerId="ADAL" clId="{10073833-DD9B-4618-8443-2D4240ACAC49}" dt="2021-11-23T19:32:18.321" v="1730" actId="20577"/>
          <ac:graphicFrameMkLst>
            <pc:docMk/>
            <pc:sldMk cId="4226079160" sldId="342"/>
            <ac:graphicFrameMk id="6" creationId="{5584E134-6E42-4AF2-81F1-21E4F5EB60BE}"/>
          </ac:graphicFrameMkLst>
        </pc:graphicFrameChg>
        <pc:graphicFrameChg chg="add mod modGraphic">
          <ac:chgData name="Phipps, Michael" userId="22b19e64-ae93-4d74-aed7-bbb364ca0772" providerId="ADAL" clId="{10073833-DD9B-4618-8443-2D4240ACAC49}" dt="2021-11-23T19:35:16.905" v="1800" actId="20577"/>
          <ac:graphicFrameMkLst>
            <pc:docMk/>
            <pc:sldMk cId="4226079160" sldId="342"/>
            <ac:graphicFrameMk id="9" creationId="{31086C3E-BB6A-459C-8F60-10398E9E543C}"/>
          </ac:graphicFrameMkLst>
        </pc:graphicFrameChg>
      </pc:sldChg>
      <pc:sldChg chg="modSp new mod">
        <pc:chgData name="Phipps, Michael" userId="22b19e64-ae93-4d74-aed7-bbb364ca0772" providerId="ADAL" clId="{10073833-DD9B-4618-8443-2D4240ACAC49}" dt="2021-11-23T19:39:03.947" v="2185" actId="20577"/>
        <pc:sldMkLst>
          <pc:docMk/>
          <pc:sldMk cId="450414655" sldId="343"/>
        </pc:sldMkLst>
        <pc:spChg chg="mod">
          <ac:chgData name="Phipps, Michael" userId="22b19e64-ae93-4d74-aed7-bbb364ca0772" providerId="ADAL" clId="{10073833-DD9B-4618-8443-2D4240ACAC49}" dt="2021-11-23T19:36:25.546" v="1813" actId="20577"/>
          <ac:spMkLst>
            <pc:docMk/>
            <pc:sldMk cId="450414655" sldId="343"/>
            <ac:spMk id="2" creationId="{68C7174E-590E-48DE-8656-17EE9B455908}"/>
          </ac:spMkLst>
        </pc:spChg>
        <pc:spChg chg="mod">
          <ac:chgData name="Phipps, Michael" userId="22b19e64-ae93-4d74-aed7-bbb364ca0772" providerId="ADAL" clId="{10073833-DD9B-4618-8443-2D4240ACAC49}" dt="2021-11-23T19:39:03.947" v="2185" actId="20577"/>
          <ac:spMkLst>
            <pc:docMk/>
            <pc:sldMk cId="450414655" sldId="343"/>
            <ac:spMk id="3" creationId="{80E4AE20-14D0-4E08-9D55-D73261B7DE9B}"/>
          </ac:spMkLst>
        </pc:spChg>
      </pc:sldChg>
      <pc:sldChg chg="addSp modSp new mod ord">
        <pc:chgData name="Phipps, Michael" userId="22b19e64-ae93-4d74-aed7-bbb364ca0772" providerId="ADAL" clId="{10073833-DD9B-4618-8443-2D4240ACAC49}" dt="2021-11-23T19:55:35.391" v="3609"/>
        <pc:sldMkLst>
          <pc:docMk/>
          <pc:sldMk cId="3481066520" sldId="344"/>
        </pc:sldMkLst>
        <pc:spChg chg="mod">
          <ac:chgData name="Phipps, Michael" userId="22b19e64-ae93-4d74-aed7-bbb364ca0772" providerId="ADAL" clId="{10073833-DD9B-4618-8443-2D4240ACAC49}" dt="2021-11-23T19:46:35.319" v="2650" actId="1076"/>
          <ac:spMkLst>
            <pc:docMk/>
            <pc:sldMk cId="3481066520" sldId="344"/>
            <ac:spMk id="2" creationId="{70854507-B0E4-4B58-BA8E-93672BDEE0A7}"/>
          </ac:spMkLst>
        </pc:spChg>
        <pc:spChg chg="mod">
          <ac:chgData name="Phipps, Michael" userId="22b19e64-ae93-4d74-aed7-bbb364ca0772" providerId="ADAL" clId="{10073833-DD9B-4618-8443-2D4240ACAC49}" dt="2021-11-23T19:46:31.095" v="2649" actId="14100"/>
          <ac:spMkLst>
            <pc:docMk/>
            <pc:sldMk cId="3481066520" sldId="344"/>
            <ac:spMk id="3" creationId="{71CBB211-2A29-4486-AEA3-0BA5D85DBAEF}"/>
          </ac:spMkLst>
        </pc:spChg>
        <pc:picChg chg="add mod modCrop">
          <ac:chgData name="Phipps, Michael" userId="22b19e64-ae93-4d74-aed7-bbb364ca0772" providerId="ADAL" clId="{10073833-DD9B-4618-8443-2D4240ACAC49}" dt="2021-11-23T19:46:10.582" v="2646" actId="1076"/>
          <ac:picMkLst>
            <pc:docMk/>
            <pc:sldMk cId="3481066520" sldId="344"/>
            <ac:picMk id="5" creationId="{61411783-B245-4475-8698-50AF97AB3AFF}"/>
          </ac:picMkLst>
        </pc:picChg>
      </pc:sldChg>
      <pc:sldChg chg="modSp new mod">
        <pc:chgData name="Phipps, Michael" userId="22b19e64-ae93-4d74-aed7-bbb364ca0772" providerId="ADAL" clId="{10073833-DD9B-4618-8443-2D4240ACAC49}" dt="2021-11-23T19:49:20.797" v="3156" actId="20577"/>
        <pc:sldMkLst>
          <pc:docMk/>
          <pc:sldMk cId="3605976223" sldId="345"/>
        </pc:sldMkLst>
        <pc:spChg chg="mod">
          <ac:chgData name="Phipps, Michael" userId="22b19e64-ae93-4d74-aed7-bbb364ca0772" providerId="ADAL" clId="{10073833-DD9B-4618-8443-2D4240ACAC49}" dt="2021-11-23T19:47:13.644" v="2666" actId="20577"/>
          <ac:spMkLst>
            <pc:docMk/>
            <pc:sldMk cId="3605976223" sldId="345"/>
            <ac:spMk id="2" creationId="{6D129F9B-7169-47F3-B0D9-B03B6C1BF6C0}"/>
          </ac:spMkLst>
        </pc:spChg>
        <pc:spChg chg="mod">
          <ac:chgData name="Phipps, Michael" userId="22b19e64-ae93-4d74-aed7-bbb364ca0772" providerId="ADAL" clId="{10073833-DD9B-4618-8443-2D4240ACAC49}" dt="2021-11-23T19:49:20.797" v="3156" actId="20577"/>
          <ac:spMkLst>
            <pc:docMk/>
            <pc:sldMk cId="3605976223" sldId="345"/>
            <ac:spMk id="3" creationId="{5C87A7FB-4945-48E3-8489-A698157E3024}"/>
          </ac:spMkLst>
        </pc:spChg>
      </pc:sldChg>
      <pc:sldChg chg="modSp new mod">
        <pc:chgData name="Phipps, Michael" userId="22b19e64-ae93-4d74-aed7-bbb364ca0772" providerId="ADAL" clId="{10073833-DD9B-4618-8443-2D4240ACAC49}" dt="2021-11-23T19:53:24.021" v="3604" actId="33524"/>
        <pc:sldMkLst>
          <pc:docMk/>
          <pc:sldMk cId="4101237227" sldId="346"/>
        </pc:sldMkLst>
        <pc:spChg chg="mod">
          <ac:chgData name="Phipps, Michael" userId="22b19e64-ae93-4d74-aed7-bbb364ca0772" providerId="ADAL" clId="{10073833-DD9B-4618-8443-2D4240ACAC49}" dt="2021-11-23T19:50:07.556" v="3169" actId="20577"/>
          <ac:spMkLst>
            <pc:docMk/>
            <pc:sldMk cId="4101237227" sldId="346"/>
            <ac:spMk id="2" creationId="{98BD8868-AD8C-4CCD-AF6B-E534BDD0234B}"/>
          </ac:spMkLst>
        </pc:spChg>
        <pc:spChg chg="mod">
          <ac:chgData name="Phipps, Michael" userId="22b19e64-ae93-4d74-aed7-bbb364ca0772" providerId="ADAL" clId="{10073833-DD9B-4618-8443-2D4240ACAC49}" dt="2021-11-23T19:53:24.021" v="3604" actId="33524"/>
          <ac:spMkLst>
            <pc:docMk/>
            <pc:sldMk cId="4101237227" sldId="346"/>
            <ac:spMk id="3" creationId="{A86B1FD2-E993-474E-9F73-A068FB8F159E}"/>
          </ac:spMkLst>
        </pc:spChg>
      </pc:sldChg>
      <pc:sldChg chg="modSp new mod">
        <pc:chgData name="Phipps, Michael" userId="22b19e64-ae93-4d74-aed7-bbb364ca0772" providerId="ADAL" clId="{10073833-DD9B-4618-8443-2D4240ACAC49}" dt="2021-11-23T19:57:41.029" v="3804" actId="20577"/>
        <pc:sldMkLst>
          <pc:docMk/>
          <pc:sldMk cId="1175829350" sldId="347"/>
        </pc:sldMkLst>
        <pc:spChg chg="mod">
          <ac:chgData name="Phipps, Michael" userId="22b19e64-ae93-4d74-aed7-bbb364ca0772" providerId="ADAL" clId="{10073833-DD9B-4618-8443-2D4240ACAC49}" dt="2021-11-23T19:55:51.976" v="3627" actId="20577"/>
          <ac:spMkLst>
            <pc:docMk/>
            <pc:sldMk cId="1175829350" sldId="347"/>
            <ac:spMk id="2" creationId="{CB79A2C7-807B-4EFA-AC0F-A13EA8D1E886}"/>
          </ac:spMkLst>
        </pc:spChg>
        <pc:spChg chg="mod">
          <ac:chgData name="Phipps, Michael" userId="22b19e64-ae93-4d74-aed7-bbb364ca0772" providerId="ADAL" clId="{10073833-DD9B-4618-8443-2D4240ACAC49}" dt="2021-11-23T19:57:41.029" v="3804" actId="20577"/>
          <ac:spMkLst>
            <pc:docMk/>
            <pc:sldMk cId="1175829350" sldId="347"/>
            <ac:spMk id="3" creationId="{D80C0DB1-479B-4B58-8CB3-4909DDC6ADDF}"/>
          </ac:spMkLst>
        </pc:spChg>
      </pc:sldChg>
      <pc:sldChg chg="modSp new mod">
        <pc:chgData name="Phipps, Michael" userId="22b19e64-ae93-4d74-aed7-bbb364ca0772" providerId="ADAL" clId="{10073833-DD9B-4618-8443-2D4240ACAC49}" dt="2021-11-23T19:59:51.959" v="4184" actId="33524"/>
        <pc:sldMkLst>
          <pc:docMk/>
          <pc:sldMk cId="630550610" sldId="348"/>
        </pc:sldMkLst>
        <pc:spChg chg="mod">
          <ac:chgData name="Phipps, Michael" userId="22b19e64-ae93-4d74-aed7-bbb364ca0772" providerId="ADAL" clId="{10073833-DD9B-4618-8443-2D4240ACAC49}" dt="2021-11-23T19:58:20.858" v="3814" actId="20577"/>
          <ac:spMkLst>
            <pc:docMk/>
            <pc:sldMk cId="630550610" sldId="348"/>
            <ac:spMk id="2" creationId="{ACF4A1D2-E0AC-42A2-BDC1-B2BD364E92CB}"/>
          </ac:spMkLst>
        </pc:spChg>
        <pc:spChg chg="mod">
          <ac:chgData name="Phipps, Michael" userId="22b19e64-ae93-4d74-aed7-bbb364ca0772" providerId="ADAL" clId="{10073833-DD9B-4618-8443-2D4240ACAC49}" dt="2021-11-23T19:59:51.959" v="4184" actId="33524"/>
          <ac:spMkLst>
            <pc:docMk/>
            <pc:sldMk cId="630550610" sldId="348"/>
            <ac:spMk id="3" creationId="{781B276C-E1ED-46B0-B64A-F1C49AEBDE9E}"/>
          </ac:spMkLst>
        </pc:spChg>
      </pc:sldChg>
      <pc:sldChg chg="modSp new mod">
        <pc:chgData name="Phipps, Michael" userId="22b19e64-ae93-4d74-aed7-bbb364ca0772" providerId="ADAL" clId="{10073833-DD9B-4618-8443-2D4240ACAC49}" dt="2021-11-24T15:38:05.262" v="4836" actId="20577"/>
        <pc:sldMkLst>
          <pc:docMk/>
          <pc:sldMk cId="2927195561" sldId="349"/>
        </pc:sldMkLst>
        <pc:spChg chg="mod">
          <ac:chgData name="Phipps, Michael" userId="22b19e64-ae93-4d74-aed7-bbb364ca0772" providerId="ADAL" clId="{10073833-DD9B-4618-8443-2D4240ACAC49}" dt="2021-11-24T15:32:03.285" v="4210" actId="20577"/>
          <ac:spMkLst>
            <pc:docMk/>
            <pc:sldMk cId="2927195561" sldId="349"/>
            <ac:spMk id="2" creationId="{8F4C1025-C4AC-4F74-9562-B59A77CE5D7C}"/>
          </ac:spMkLst>
        </pc:spChg>
        <pc:spChg chg="mod">
          <ac:chgData name="Phipps, Michael" userId="22b19e64-ae93-4d74-aed7-bbb364ca0772" providerId="ADAL" clId="{10073833-DD9B-4618-8443-2D4240ACAC49}" dt="2021-11-24T15:38:05.262" v="4836" actId="20577"/>
          <ac:spMkLst>
            <pc:docMk/>
            <pc:sldMk cId="2927195561" sldId="349"/>
            <ac:spMk id="3" creationId="{914A52BE-11E7-4476-9DB5-C66B30783F14}"/>
          </ac:spMkLst>
        </pc:spChg>
      </pc:sldChg>
      <pc:sldChg chg="modSp new mod">
        <pc:chgData name="Phipps, Michael" userId="22b19e64-ae93-4d74-aed7-bbb364ca0772" providerId="ADAL" clId="{10073833-DD9B-4618-8443-2D4240ACAC49}" dt="2021-11-24T15:44:50.774" v="5300" actId="20577"/>
        <pc:sldMkLst>
          <pc:docMk/>
          <pc:sldMk cId="737080662" sldId="350"/>
        </pc:sldMkLst>
        <pc:spChg chg="mod">
          <ac:chgData name="Phipps, Michael" userId="22b19e64-ae93-4d74-aed7-bbb364ca0772" providerId="ADAL" clId="{10073833-DD9B-4618-8443-2D4240ACAC49}" dt="2021-11-24T15:42:33.759" v="4934" actId="20577"/>
          <ac:spMkLst>
            <pc:docMk/>
            <pc:sldMk cId="737080662" sldId="350"/>
            <ac:spMk id="2" creationId="{1966BA59-2C65-44CD-B2BF-28D186773D16}"/>
          </ac:spMkLst>
        </pc:spChg>
        <pc:spChg chg="mod">
          <ac:chgData name="Phipps, Michael" userId="22b19e64-ae93-4d74-aed7-bbb364ca0772" providerId="ADAL" clId="{10073833-DD9B-4618-8443-2D4240ACAC49}" dt="2021-11-24T15:44:50.774" v="5300" actId="20577"/>
          <ac:spMkLst>
            <pc:docMk/>
            <pc:sldMk cId="737080662" sldId="350"/>
            <ac:spMk id="3" creationId="{2444B0F8-7681-4A0B-8B0E-3629A75C1C4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7270-CCA5-4E0B-AFB5-7B9F0243A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3EF84-7246-433E-9FAC-44CD94609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02FBE-45D9-48B9-B8F6-33175F2C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30F7A-E96D-44B9-834B-52D1E478A09A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3196F-3E0D-4B7B-A5E0-A44806312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9E1D7-F756-46A4-BE8B-49E9DEDE0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0702-BB60-4079-BC77-F2DA0EAE9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0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A011-FAC8-4D6D-8660-4A19B7E6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F2A7D-0EFC-45B6-B0AD-8553B00AE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BC552-6E9B-4D1F-A0DB-48B020C9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30F7A-E96D-44B9-834B-52D1E478A09A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D1E67-B565-4FB3-8544-03EF8126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1EE00-35AD-448F-BD57-9F8115A86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0702-BB60-4079-BC77-F2DA0EAE9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14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82CAA-1F86-4C77-BAB1-28C7696D4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CB49B-FC8E-4F9E-BA3D-93953F308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FD4FA-F82E-47AA-9BB1-51CFE958F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30F7A-E96D-44B9-834B-52D1E478A09A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D0F9B-561A-49FD-839E-C8A5DD259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372B2-5E50-4DB8-9EA8-57E4CBFA1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0702-BB60-4079-BC77-F2DA0EAE9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82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B47A-49D0-40A9-8521-DD617660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A73D7-F86E-4793-A008-6DEE140F2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75BDC-2855-43F9-94CA-8BA8EEF7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A8138-DEA9-4731-87D5-C64531A5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30F7A-E96D-44B9-834B-52D1E478A09A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73F4A-B0F5-47A8-905D-86F2CF76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A933E-E5A3-4FBF-A1DA-069D93E6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0702-BB60-4079-BC77-F2DA0EAE9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88D78-C460-4AED-B403-618F016EE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CB7E8-CA76-477D-A8B3-C9B6BDE9E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64D50-EAB9-49E1-A1E6-3731E6F87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0D9EDF-E304-49F7-B55B-ABAE12DBF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7313F-EEBF-4262-8E85-3640D70A4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183C9-C253-49E2-8653-0F8B39FE2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30F7A-E96D-44B9-834B-52D1E478A09A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1749C6-3D9B-4A0F-8E51-47CCE4B0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64358A-FCC9-44A6-B339-40015EF9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0702-BB60-4079-BC77-F2DA0EAE9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06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20C6-4F71-43FB-BA7B-5C62B0EF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611DF-CAD0-4BD4-B7C9-99E02B725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30F7A-E96D-44B9-834B-52D1E478A09A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49126-4805-4DDC-A789-46F1D110D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C58BD-45CD-440C-9F5F-9F07A93AD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0702-BB60-4079-BC77-F2DA0EAE9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2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3D91D7-0E38-4876-950C-A76CCC02A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30F7A-E96D-44B9-834B-52D1E478A09A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385CC-F064-4D48-AC04-49CAF7CDC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90EAA-408C-4798-AEFC-1C526428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0702-BB60-4079-BC77-F2DA0EAE9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26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EB0D9-46A5-4499-ACB0-DE44F701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E90CE-91CC-4C58-9C46-3BB78F579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2842B-7D9C-4F05-B126-D135880A6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C1865-470E-4B69-9706-F4F150B1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30F7A-E96D-44B9-834B-52D1E478A09A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DC3E2-7B6A-4E4C-8152-6E959AF3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7A4C7-E85A-44AE-8958-2A407EA8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0702-BB60-4079-BC77-F2DA0EAE9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4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86AD-FB85-4E1B-BC5D-BB4C5100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E54AE5-6698-4B4D-A329-D97795844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597BB-877E-44D9-890C-5595AF734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94D2D-A332-4239-8537-C33FAA799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30F7A-E96D-44B9-834B-52D1E478A09A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5E444-C5D4-4EE7-A0D2-B408D410B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FB191-9C0B-46D0-8F1F-AFD3CDD6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0702-BB60-4079-BC77-F2DA0EAE9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89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0AFD5-BF0C-42E1-BCBB-85AD55022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6A2BB-C374-434D-B8C6-BFD4ACA9E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F6B2F-94D8-4FC8-BE79-5DF9B3B98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30F7A-E96D-44B9-834B-52D1E478A09A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53D71-B4BD-43D3-99E5-A2D91343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4B868-6705-4802-8075-2076922B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0702-BB60-4079-BC77-F2DA0EAE9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6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4133CE-8C9A-4B4D-8ABA-7B5EA1923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C8E2D-3F2A-4917-BA37-8B8E5FC5A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2BB46-97FE-412C-9807-D5BEBABCD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30F7A-E96D-44B9-834B-52D1E478A09A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B959F-DD45-4CC1-A30E-27B895E81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D209A-9A9A-4E2D-9EE7-AC6EC0D3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0702-BB60-4079-BC77-F2DA0EAE9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2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21081-C75C-49AD-ACA0-CF273313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D6243-6C69-4743-B768-A1ECB99C9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9894E-275E-45FD-8288-ED99DE7D1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30F7A-E96D-44B9-834B-52D1E478A09A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DAAA2-3147-49B7-BB20-25F993E50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6BCC7-7A64-4088-B8CB-018E01FB9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30702-BB60-4079-BC77-F2DA0EAE9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5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8A2DB-E10C-429E-898C-23C51187A0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19092-D921-4935-B7E8-8BECA2691A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Finally – cool(er) hardware!</a:t>
            </a:r>
          </a:p>
        </p:txBody>
      </p:sp>
    </p:spTree>
    <p:extLst>
      <p:ext uri="{BB962C8B-B14F-4D97-AF65-F5344CB8AC3E}">
        <p14:creationId xmlns:p14="http://schemas.microsoft.com/office/powerpoint/2010/main" val="546695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C9D3-77FC-4834-A770-9B904DB78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taxonomy of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769D7-E513-4D24-9B63-154730666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we talked about in Amdahl’s Law, each problem has a parallel part and a serial part.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Let’s take another look at that.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Is there a limit to parallelism?</a:t>
            </a:r>
          </a:p>
        </p:txBody>
      </p:sp>
    </p:spTree>
    <p:extLst>
      <p:ext uri="{BB962C8B-B14F-4D97-AF65-F5344CB8AC3E}">
        <p14:creationId xmlns:p14="http://schemas.microsoft.com/office/powerpoint/2010/main" val="154007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4B6E-9588-44B7-9510-C3C408B2B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05556-FF4A-4A94-B93A-75D2A6026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451" y="1825625"/>
            <a:ext cx="1117413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Completely serial (every step depends on every previous step)</a:t>
            </a:r>
          </a:p>
          <a:p>
            <a:pPr marL="0" indent="0">
              <a:buNone/>
            </a:pPr>
            <a:r>
              <a:rPr lang="en-US" dirty="0"/>
              <a:t>	We can’t really do anything with this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Partially parallelizable – some part can be done in parallel, some cannot</a:t>
            </a:r>
          </a:p>
          <a:p>
            <a:pPr marL="0" indent="0">
              <a:buNone/>
            </a:pPr>
            <a:r>
              <a:rPr lang="en-US" dirty="0"/>
              <a:t>	Amdahl’s is perfect for finding the speedup here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Embarrassingly (or pleasantly) parallel – no dependencies at all!</a:t>
            </a:r>
          </a:p>
          <a:p>
            <a:pPr marL="0" indent="0">
              <a:buNone/>
            </a:pPr>
            <a:r>
              <a:rPr lang="en-US" dirty="0"/>
              <a:t>	Here we can throw more and more hardware at the problem!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87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8CC9C-E6C4-4EC1-B13C-6A70F94C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2CD1E-5B07-47B7-8F92-BAB1C99D5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Assume that we have an infinite army of “workers”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want to check 100 numbers for </a:t>
            </a:r>
            <a:r>
              <a:rPr lang="en-US" dirty="0" err="1"/>
              <a:t>primeness</a:t>
            </a:r>
            <a:r>
              <a:rPr lang="en-US" dirty="0"/>
              <a:t>? This is embarrassingly parallel! No dependencies!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can we do this most effectively?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 no timing, I can just give the 100 numbers to a worker and get a response of the primes. We need to think about timing.</a:t>
            </a:r>
          </a:p>
        </p:txBody>
      </p:sp>
    </p:spTree>
    <p:extLst>
      <p:ext uri="{BB962C8B-B14F-4D97-AF65-F5344CB8AC3E}">
        <p14:creationId xmlns:p14="http://schemas.microsoft.com/office/powerpoint/2010/main" val="3644865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8F32-710D-4EEE-93D7-EBA831B3A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2BACB-D53B-46B3-9E77-CCFF52F9D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makes a lot of sense if:</a:t>
            </a:r>
          </a:p>
          <a:p>
            <a:pPr marL="514350" indent="-514350">
              <a:buAutoNum type="arabicParenR"/>
            </a:pPr>
            <a:r>
              <a:rPr lang="en-US" dirty="0"/>
              <a:t>I can shout instructions to all the workers:</a:t>
            </a:r>
            <a:br>
              <a:rPr lang="en-US" dirty="0"/>
            </a:br>
            <a:r>
              <a:rPr lang="en-US" dirty="0"/>
              <a:t>	“When you get a number, tell me the number and if it is prime”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dirty="0"/>
              <a:t>All workers are doing the same work (otherwise instruction time will overwhelm the work)</a:t>
            </a:r>
          </a:p>
          <a:p>
            <a:pPr marL="514350" indent="-514350">
              <a:buAutoNum type="arabicParenR"/>
            </a:pPr>
            <a:r>
              <a:rPr lang="en-US" dirty="0"/>
              <a:t>Handing out numbers is much quicker than giving instructions</a:t>
            </a:r>
          </a:p>
          <a:p>
            <a:pPr marL="514350" indent="-514350">
              <a:buAutoNum type="arabicParenR"/>
            </a:pPr>
            <a:r>
              <a:rPr lang="en-US" dirty="0"/>
              <a:t>Handing out numbers is much quicker than doing the math myself</a:t>
            </a:r>
          </a:p>
          <a:p>
            <a:pPr marL="514350" indent="-514350">
              <a:buAutoNum type="arabicParenR"/>
            </a:pPr>
            <a:r>
              <a:rPr lang="en-US" dirty="0"/>
              <a:t>The workers can understand and do the work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683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7C05-296E-42F8-B03F-4D27B241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8BAA7-6F83-439B-B429-F2892A46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is not uncommon that we need to do the same operations on a lot of pieces of data: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for (a in array)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doSomething</a:t>
            </a:r>
            <a:r>
              <a:rPr lang="en-US" dirty="0"/>
              <a:t>(a)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 Image/sound/video processing, matrix operations, AI</a:t>
            </a:r>
          </a:p>
        </p:txBody>
      </p:sp>
    </p:spTree>
    <p:extLst>
      <p:ext uri="{BB962C8B-B14F-4D97-AF65-F5344CB8AC3E}">
        <p14:creationId xmlns:p14="http://schemas.microsoft.com/office/powerpoint/2010/main" val="42363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4185-91EB-4EB3-ACB1-2A17F367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5EC9A-9410-41F5-99CA-2EE8BFC8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order for code to be parallelizable, loop iterations must be independent.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for (int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=0;i&lt;</a:t>
            </a:r>
            <a:r>
              <a:rPr lang="en-US" dirty="0" err="1">
                <a:latin typeface="Consolas" panose="020B0609020204030204" pitchFamily="49" charset="0"/>
              </a:rPr>
              <a:t>N;i</a:t>
            </a:r>
            <a:r>
              <a:rPr lang="en-US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a[i] = a[i-1] + a[i-2];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code is not reasonably parallelizable, barring some hardware tricks…</a:t>
            </a:r>
          </a:p>
        </p:txBody>
      </p:sp>
    </p:spTree>
    <p:extLst>
      <p:ext uri="{BB962C8B-B14F-4D97-AF65-F5344CB8AC3E}">
        <p14:creationId xmlns:p14="http://schemas.microsoft.com/office/powerpoint/2010/main" val="302020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7B73E-F8BB-43B7-8BBD-73F4AE941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sort of hardware would we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07A21-B30B-44A3-BABD-34B6A33F3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have seen processes and threads and multi-core.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there is a lot of complexity in those processors.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if we could have a simpler design, but (in exchange for simplicity) get a </a:t>
            </a:r>
            <a:r>
              <a:rPr lang="en-US" b="1" dirty="0"/>
              <a:t>lot</a:t>
            </a:r>
            <a:r>
              <a:rPr lang="en-US" dirty="0"/>
              <a:t> of cores?</a:t>
            </a:r>
          </a:p>
        </p:txBody>
      </p:sp>
    </p:spTree>
    <p:extLst>
      <p:ext uri="{BB962C8B-B14F-4D97-AF65-F5344CB8AC3E}">
        <p14:creationId xmlns:p14="http://schemas.microsoft.com/office/powerpoint/2010/main" val="1136687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EE59-9EC4-4259-935C-2D04C631E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simplified computer design (SISD)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10B1DE-A8F3-407C-A3B7-5716FD9B2DD5}"/>
              </a:ext>
            </a:extLst>
          </p:cNvPr>
          <p:cNvSpPr/>
          <p:nvPr/>
        </p:nvSpPr>
        <p:spPr>
          <a:xfrm>
            <a:off x="1348534" y="4282246"/>
            <a:ext cx="1031846" cy="147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A57364-17D1-4B09-9FF3-460949CA9CA7}"/>
              </a:ext>
            </a:extLst>
          </p:cNvPr>
          <p:cNvSpPr/>
          <p:nvPr/>
        </p:nvSpPr>
        <p:spPr>
          <a:xfrm>
            <a:off x="3175674" y="4282246"/>
            <a:ext cx="738232" cy="14764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811536-8ADF-4453-B196-BF909C96B42D}"/>
              </a:ext>
            </a:extLst>
          </p:cNvPr>
          <p:cNvSpPr/>
          <p:nvPr/>
        </p:nvSpPr>
        <p:spPr>
          <a:xfrm>
            <a:off x="4512189" y="2699724"/>
            <a:ext cx="1147464" cy="3015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Interface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201F8-F237-45ED-9FCD-9B72A202A4E4}"/>
              </a:ext>
            </a:extLst>
          </p:cNvPr>
          <p:cNvSpPr/>
          <p:nvPr/>
        </p:nvSpPr>
        <p:spPr>
          <a:xfrm>
            <a:off x="9146146" y="4414623"/>
            <a:ext cx="1035050" cy="9714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17EB0E-0672-4AE8-A001-8B9A9E4D6BCE}"/>
              </a:ext>
            </a:extLst>
          </p:cNvPr>
          <p:cNvSpPr/>
          <p:nvPr/>
        </p:nvSpPr>
        <p:spPr>
          <a:xfrm>
            <a:off x="1192609" y="2455280"/>
            <a:ext cx="4563665" cy="33337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F731B0-8B19-4FF1-BEE1-CA416C8AD669}"/>
              </a:ext>
            </a:extLst>
          </p:cNvPr>
          <p:cNvSpPr/>
          <p:nvPr/>
        </p:nvSpPr>
        <p:spPr>
          <a:xfrm>
            <a:off x="1575739" y="2580364"/>
            <a:ext cx="2277081" cy="1348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Cache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05F39041-72D0-4E6A-A56F-F8ACDC790E39}"/>
              </a:ext>
            </a:extLst>
          </p:cNvPr>
          <p:cNvSpPr/>
          <p:nvPr/>
        </p:nvSpPr>
        <p:spPr>
          <a:xfrm>
            <a:off x="3456705" y="3941542"/>
            <a:ext cx="209725" cy="326923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042FDA-690D-4F84-8838-2DAA32C5A497}"/>
              </a:ext>
            </a:extLst>
          </p:cNvPr>
          <p:cNvSpPr/>
          <p:nvPr/>
        </p:nvSpPr>
        <p:spPr>
          <a:xfrm>
            <a:off x="121920" y="1638587"/>
            <a:ext cx="11780520" cy="4762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 Bus (PCI Express)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60D021F-7F16-4CEA-B2FC-3C652814B356}"/>
              </a:ext>
            </a:extLst>
          </p:cNvPr>
          <p:cNvSpPr/>
          <p:nvPr/>
        </p:nvSpPr>
        <p:spPr>
          <a:xfrm>
            <a:off x="8608060" y="2311400"/>
            <a:ext cx="1543050" cy="8622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908716A-52A6-43AE-A0F6-07BEC77BAF84}"/>
              </a:ext>
            </a:extLst>
          </p:cNvPr>
          <p:cNvSpPr/>
          <p:nvPr/>
        </p:nvSpPr>
        <p:spPr>
          <a:xfrm>
            <a:off x="10245966" y="2307926"/>
            <a:ext cx="1543050" cy="8622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9A76AB5-20DD-4773-BE1B-BB450113075B}"/>
              </a:ext>
            </a:extLst>
          </p:cNvPr>
          <p:cNvSpPr/>
          <p:nvPr/>
        </p:nvSpPr>
        <p:spPr>
          <a:xfrm>
            <a:off x="9417291" y="3212782"/>
            <a:ext cx="1543050" cy="8622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USB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A532BE0-87BC-4E62-BD66-C6DB9ECEB4D8}"/>
              </a:ext>
            </a:extLst>
          </p:cNvPr>
          <p:cNvCxnSpPr>
            <a:stCxn id="36" idx="0"/>
          </p:cNvCxnSpPr>
          <p:nvPr/>
        </p:nvCxnSpPr>
        <p:spPr>
          <a:xfrm flipV="1">
            <a:off x="9379585" y="2114837"/>
            <a:ext cx="0" cy="196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8CC709-ED46-466F-8FDC-407EE4A02D8B}"/>
              </a:ext>
            </a:extLst>
          </p:cNvPr>
          <p:cNvCxnSpPr>
            <a:stCxn id="37" idx="0"/>
          </p:cNvCxnSpPr>
          <p:nvPr/>
        </p:nvCxnSpPr>
        <p:spPr>
          <a:xfrm flipH="1" flipV="1">
            <a:off x="11008064" y="2114837"/>
            <a:ext cx="9427" cy="1930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C7AFF1F-20EE-45EE-9592-49A129456578}"/>
              </a:ext>
            </a:extLst>
          </p:cNvPr>
          <p:cNvCxnSpPr>
            <a:stCxn id="38" idx="0"/>
          </p:cNvCxnSpPr>
          <p:nvPr/>
        </p:nvCxnSpPr>
        <p:spPr>
          <a:xfrm flipV="1">
            <a:off x="10188816" y="2114837"/>
            <a:ext cx="0" cy="1097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15283383-A911-4661-8B9D-27562D0EF5A9}"/>
              </a:ext>
            </a:extLst>
          </p:cNvPr>
          <p:cNvSpPr/>
          <p:nvPr/>
        </p:nvSpPr>
        <p:spPr>
          <a:xfrm>
            <a:off x="2397525" y="4995465"/>
            <a:ext cx="778148" cy="223948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Left-Right 42">
            <a:extLst>
              <a:ext uri="{FF2B5EF4-FFF2-40B4-BE49-F238E27FC236}">
                <a16:creationId xmlns:a16="http://schemas.microsoft.com/office/drawing/2014/main" id="{60126790-453B-49D2-81AE-E446AACEC1A5}"/>
              </a:ext>
            </a:extLst>
          </p:cNvPr>
          <p:cNvSpPr/>
          <p:nvPr/>
        </p:nvSpPr>
        <p:spPr>
          <a:xfrm>
            <a:off x="5659652" y="4843792"/>
            <a:ext cx="3486493" cy="179401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Left-Right 43">
            <a:extLst>
              <a:ext uri="{FF2B5EF4-FFF2-40B4-BE49-F238E27FC236}">
                <a16:creationId xmlns:a16="http://schemas.microsoft.com/office/drawing/2014/main" id="{1ED210C6-9E25-4C27-8999-4FC2DD801BE7}"/>
              </a:ext>
            </a:extLst>
          </p:cNvPr>
          <p:cNvSpPr/>
          <p:nvPr/>
        </p:nvSpPr>
        <p:spPr>
          <a:xfrm>
            <a:off x="3883978" y="3189362"/>
            <a:ext cx="628211" cy="198937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Up-Down 44">
            <a:extLst>
              <a:ext uri="{FF2B5EF4-FFF2-40B4-BE49-F238E27FC236}">
                <a16:creationId xmlns:a16="http://schemas.microsoft.com/office/drawing/2014/main" id="{58A7D2B2-06D0-4E3B-88A6-DFE9C04DF918}"/>
              </a:ext>
            </a:extLst>
          </p:cNvPr>
          <p:cNvSpPr/>
          <p:nvPr/>
        </p:nvSpPr>
        <p:spPr>
          <a:xfrm>
            <a:off x="1922208" y="3928644"/>
            <a:ext cx="187561" cy="353602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Up-Down 45">
            <a:extLst>
              <a:ext uri="{FF2B5EF4-FFF2-40B4-BE49-F238E27FC236}">
                <a16:creationId xmlns:a16="http://schemas.microsoft.com/office/drawing/2014/main" id="{FFBB1B66-F0D4-466F-AE9C-9D7CAE30BEC8}"/>
              </a:ext>
            </a:extLst>
          </p:cNvPr>
          <p:cNvSpPr/>
          <p:nvPr/>
        </p:nvSpPr>
        <p:spPr>
          <a:xfrm>
            <a:off x="4977624" y="2135648"/>
            <a:ext cx="187561" cy="564076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43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B2CD-8CEF-4341-8EE9-85E8C47E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Multi-Core with Hyperthreading (MIMD)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17F3B5-D43E-4F41-B61F-26F04E621881}"/>
              </a:ext>
            </a:extLst>
          </p:cNvPr>
          <p:cNvSpPr/>
          <p:nvPr/>
        </p:nvSpPr>
        <p:spPr>
          <a:xfrm>
            <a:off x="2853768" y="4163064"/>
            <a:ext cx="738232" cy="14764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3D73A7-A5B0-455A-A387-04DA7AB8CEAF}"/>
              </a:ext>
            </a:extLst>
          </p:cNvPr>
          <p:cNvSpPr/>
          <p:nvPr/>
        </p:nvSpPr>
        <p:spPr>
          <a:xfrm>
            <a:off x="7080668" y="2690217"/>
            <a:ext cx="1129534" cy="29679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Interface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A1E8BF-9126-4EE8-A452-B02A6FF3B8C4}"/>
              </a:ext>
            </a:extLst>
          </p:cNvPr>
          <p:cNvSpPr/>
          <p:nvPr/>
        </p:nvSpPr>
        <p:spPr>
          <a:xfrm>
            <a:off x="121920" y="1638587"/>
            <a:ext cx="11780520" cy="4762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 Bus (PCI Express)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9EDCBA-1487-46F9-A3C8-744BB70A35E3}"/>
              </a:ext>
            </a:extLst>
          </p:cNvPr>
          <p:cNvSpPr/>
          <p:nvPr/>
        </p:nvSpPr>
        <p:spPr>
          <a:xfrm>
            <a:off x="9153766" y="4415585"/>
            <a:ext cx="1035050" cy="9714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B6BB47-FF9B-49E9-BA57-725F98F2A25C}"/>
              </a:ext>
            </a:extLst>
          </p:cNvPr>
          <p:cNvSpPr/>
          <p:nvPr/>
        </p:nvSpPr>
        <p:spPr>
          <a:xfrm>
            <a:off x="624840" y="2451552"/>
            <a:ext cx="7752482" cy="33337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91EA1829-C02B-44C7-956F-855214F36468}"/>
              </a:ext>
            </a:extLst>
          </p:cNvPr>
          <p:cNvSpPr/>
          <p:nvPr/>
        </p:nvSpPr>
        <p:spPr>
          <a:xfrm>
            <a:off x="7731672" y="2121523"/>
            <a:ext cx="209725" cy="575380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83266062-0B91-450B-8CBC-E15F7A75E84B}"/>
              </a:ext>
            </a:extLst>
          </p:cNvPr>
          <p:cNvSpPr/>
          <p:nvPr/>
        </p:nvSpPr>
        <p:spPr>
          <a:xfrm rot="10800000">
            <a:off x="7382631" y="2112872"/>
            <a:ext cx="209725" cy="575379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B6FBA4A-A827-4977-A973-3633AD168BE4}"/>
              </a:ext>
            </a:extLst>
          </p:cNvPr>
          <p:cNvSpPr/>
          <p:nvPr/>
        </p:nvSpPr>
        <p:spPr>
          <a:xfrm>
            <a:off x="8608060" y="2311400"/>
            <a:ext cx="1543050" cy="8622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AA92B1E-AC4A-45D9-874F-AF8E985C0832}"/>
              </a:ext>
            </a:extLst>
          </p:cNvPr>
          <p:cNvSpPr/>
          <p:nvPr/>
        </p:nvSpPr>
        <p:spPr>
          <a:xfrm>
            <a:off x="10245966" y="2307926"/>
            <a:ext cx="1543050" cy="8622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75F4E93-2C19-40D2-9C02-725FFB2AF46F}"/>
              </a:ext>
            </a:extLst>
          </p:cNvPr>
          <p:cNvSpPr/>
          <p:nvPr/>
        </p:nvSpPr>
        <p:spPr>
          <a:xfrm>
            <a:off x="9417291" y="3212782"/>
            <a:ext cx="1543050" cy="8622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USB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F628A8-EB6C-4709-A95A-4A2771B5AA31}"/>
              </a:ext>
            </a:extLst>
          </p:cNvPr>
          <p:cNvCxnSpPr>
            <a:stCxn id="23" idx="0"/>
          </p:cNvCxnSpPr>
          <p:nvPr/>
        </p:nvCxnSpPr>
        <p:spPr>
          <a:xfrm flipV="1">
            <a:off x="9379585" y="2114837"/>
            <a:ext cx="0" cy="196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A4E10C-D053-46DB-8B52-611156620C79}"/>
              </a:ext>
            </a:extLst>
          </p:cNvPr>
          <p:cNvCxnSpPr>
            <a:stCxn id="24" idx="0"/>
          </p:cNvCxnSpPr>
          <p:nvPr/>
        </p:nvCxnSpPr>
        <p:spPr>
          <a:xfrm flipH="1" flipV="1">
            <a:off x="11008064" y="2114837"/>
            <a:ext cx="9427" cy="1930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64B49D3-80FE-4081-9B46-2C5EF3024C2C}"/>
              </a:ext>
            </a:extLst>
          </p:cNvPr>
          <p:cNvCxnSpPr>
            <a:stCxn id="25" idx="0"/>
          </p:cNvCxnSpPr>
          <p:nvPr/>
        </p:nvCxnSpPr>
        <p:spPr>
          <a:xfrm flipV="1">
            <a:off x="10188816" y="2114837"/>
            <a:ext cx="0" cy="1097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1A43399-A3EE-45CD-B966-ECAAF2C5726A}"/>
              </a:ext>
            </a:extLst>
          </p:cNvPr>
          <p:cNvSpPr/>
          <p:nvPr/>
        </p:nvSpPr>
        <p:spPr>
          <a:xfrm>
            <a:off x="1036321" y="3582958"/>
            <a:ext cx="2494594" cy="226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Cache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74F9082D-662A-486E-9EDD-7469178260B1}"/>
              </a:ext>
            </a:extLst>
          </p:cNvPr>
          <p:cNvSpPr/>
          <p:nvPr/>
        </p:nvSpPr>
        <p:spPr>
          <a:xfrm>
            <a:off x="3134799" y="3822360"/>
            <a:ext cx="209725" cy="326923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4069ECF-387B-4090-AAE3-3D382CF1972E}"/>
              </a:ext>
            </a:extLst>
          </p:cNvPr>
          <p:cNvSpPr/>
          <p:nvPr/>
        </p:nvSpPr>
        <p:spPr>
          <a:xfrm>
            <a:off x="5851396" y="4149283"/>
            <a:ext cx="738232" cy="14764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A5020D-593C-40FC-8863-6B77EAE25FCC}"/>
              </a:ext>
            </a:extLst>
          </p:cNvPr>
          <p:cNvSpPr/>
          <p:nvPr/>
        </p:nvSpPr>
        <p:spPr>
          <a:xfrm>
            <a:off x="4041401" y="3569177"/>
            <a:ext cx="2487142" cy="226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Cache</a:t>
            </a: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2930A416-0419-4C22-85E3-1BF01499F3A1}"/>
              </a:ext>
            </a:extLst>
          </p:cNvPr>
          <p:cNvSpPr/>
          <p:nvPr/>
        </p:nvSpPr>
        <p:spPr>
          <a:xfrm>
            <a:off x="6132427" y="3808579"/>
            <a:ext cx="209725" cy="326923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1E4E9F-B0F4-4990-9513-2EC772CA1F60}"/>
              </a:ext>
            </a:extLst>
          </p:cNvPr>
          <p:cNvSpPr/>
          <p:nvPr/>
        </p:nvSpPr>
        <p:spPr>
          <a:xfrm>
            <a:off x="838200" y="2613326"/>
            <a:ext cx="4950855" cy="5994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Shared Cache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2882FC7-8014-4597-91AE-4E77B82E4F8B}"/>
              </a:ext>
            </a:extLst>
          </p:cNvPr>
          <p:cNvSpPr/>
          <p:nvPr/>
        </p:nvSpPr>
        <p:spPr>
          <a:xfrm>
            <a:off x="3921078" y="3352800"/>
            <a:ext cx="2777668" cy="236982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10DB45F-ECC3-4B20-B8FC-018A031374B4}"/>
              </a:ext>
            </a:extLst>
          </p:cNvPr>
          <p:cNvSpPr/>
          <p:nvPr/>
        </p:nvSpPr>
        <p:spPr>
          <a:xfrm>
            <a:off x="960120" y="3352800"/>
            <a:ext cx="2787567" cy="236982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Left-Right 47">
            <a:extLst>
              <a:ext uri="{FF2B5EF4-FFF2-40B4-BE49-F238E27FC236}">
                <a16:creationId xmlns:a16="http://schemas.microsoft.com/office/drawing/2014/main" id="{5CACF4F2-5AB8-4524-9913-8CE20034C963}"/>
              </a:ext>
            </a:extLst>
          </p:cNvPr>
          <p:cNvSpPr/>
          <p:nvPr/>
        </p:nvSpPr>
        <p:spPr>
          <a:xfrm>
            <a:off x="8221823" y="4811594"/>
            <a:ext cx="931943" cy="179401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Left-Right 48">
            <a:extLst>
              <a:ext uri="{FF2B5EF4-FFF2-40B4-BE49-F238E27FC236}">
                <a16:creationId xmlns:a16="http://schemas.microsoft.com/office/drawing/2014/main" id="{55C05950-4634-44D0-BC1C-58E408A4019E}"/>
              </a:ext>
            </a:extLst>
          </p:cNvPr>
          <p:cNvSpPr/>
          <p:nvPr/>
        </p:nvSpPr>
        <p:spPr>
          <a:xfrm>
            <a:off x="5789055" y="2812784"/>
            <a:ext cx="1291613" cy="179401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Up-Down 53">
            <a:extLst>
              <a:ext uri="{FF2B5EF4-FFF2-40B4-BE49-F238E27FC236}">
                <a16:creationId xmlns:a16="http://schemas.microsoft.com/office/drawing/2014/main" id="{65713B97-4D7A-4327-9178-7F43EDD06973}"/>
              </a:ext>
            </a:extLst>
          </p:cNvPr>
          <p:cNvSpPr/>
          <p:nvPr/>
        </p:nvSpPr>
        <p:spPr>
          <a:xfrm>
            <a:off x="2293313" y="3222233"/>
            <a:ext cx="187561" cy="353602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Up-Down 54">
            <a:extLst>
              <a:ext uri="{FF2B5EF4-FFF2-40B4-BE49-F238E27FC236}">
                <a16:creationId xmlns:a16="http://schemas.microsoft.com/office/drawing/2014/main" id="{F727E209-26E0-41AE-803F-229175008052}"/>
              </a:ext>
            </a:extLst>
          </p:cNvPr>
          <p:cNvSpPr/>
          <p:nvPr/>
        </p:nvSpPr>
        <p:spPr>
          <a:xfrm>
            <a:off x="5296220" y="3211498"/>
            <a:ext cx="187561" cy="353602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91D20B5-551B-43BC-8E46-DFDF8551EB4B}"/>
              </a:ext>
            </a:extLst>
          </p:cNvPr>
          <p:cNvSpPr/>
          <p:nvPr/>
        </p:nvSpPr>
        <p:spPr>
          <a:xfrm>
            <a:off x="1335368" y="4174454"/>
            <a:ext cx="1143239" cy="59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Registers </a:t>
            </a:r>
          </a:p>
          <a:p>
            <a:pPr algn="ctr"/>
            <a:r>
              <a:rPr lang="en-US" dirty="0"/>
              <a:t>Thread1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CB502E2-232A-4C14-B35A-1B6F36522DD8}"/>
              </a:ext>
            </a:extLst>
          </p:cNvPr>
          <p:cNvSpPr/>
          <p:nvPr/>
        </p:nvSpPr>
        <p:spPr>
          <a:xfrm>
            <a:off x="1179908" y="4939903"/>
            <a:ext cx="1353724" cy="59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Registers – Thread2</a:t>
            </a:r>
          </a:p>
        </p:txBody>
      </p:sp>
      <p:sp>
        <p:nvSpPr>
          <p:cNvPr id="67" name="Arrow: Up-Down 66">
            <a:extLst>
              <a:ext uri="{FF2B5EF4-FFF2-40B4-BE49-F238E27FC236}">
                <a16:creationId xmlns:a16="http://schemas.microsoft.com/office/drawing/2014/main" id="{99FBD2AA-E51C-4A26-BFE3-ED62298D9990}"/>
              </a:ext>
            </a:extLst>
          </p:cNvPr>
          <p:cNvSpPr/>
          <p:nvPr/>
        </p:nvSpPr>
        <p:spPr>
          <a:xfrm>
            <a:off x="1163645" y="3817805"/>
            <a:ext cx="187561" cy="1094549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Arrow: Up-Down 67">
            <a:extLst>
              <a:ext uri="{FF2B5EF4-FFF2-40B4-BE49-F238E27FC236}">
                <a16:creationId xmlns:a16="http://schemas.microsoft.com/office/drawing/2014/main" id="{C6A56625-7CFF-429B-8E14-E71C82292131}"/>
              </a:ext>
            </a:extLst>
          </p:cNvPr>
          <p:cNvSpPr/>
          <p:nvPr/>
        </p:nvSpPr>
        <p:spPr>
          <a:xfrm>
            <a:off x="1799580" y="3817805"/>
            <a:ext cx="187561" cy="353603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Left-Right 68">
            <a:extLst>
              <a:ext uri="{FF2B5EF4-FFF2-40B4-BE49-F238E27FC236}">
                <a16:creationId xmlns:a16="http://schemas.microsoft.com/office/drawing/2014/main" id="{80613180-A0A5-4FE8-B90C-9A8AD75B6818}"/>
              </a:ext>
            </a:extLst>
          </p:cNvPr>
          <p:cNvSpPr/>
          <p:nvPr/>
        </p:nvSpPr>
        <p:spPr>
          <a:xfrm>
            <a:off x="2487235" y="4444575"/>
            <a:ext cx="363639" cy="198937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Arrow: Left-Right 69">
            <a:extLst>
              <a:ext uri="{FF2B5EF4-FFF2-40B4-BE49-F238E27FC236}">
                <a16:creationId xmlns:a16="http://schemas.microsoft.com/office/drawing/2014/main" id="{64AAFDA9-FDDC-4007-ABFA-DD28AF2CDE81}"/>
              </a:ext>
            </a:extLst>
          </p:cNvPr>
          <p:cNvSpPr/>
          <p:nvPr/>
        </p:nvSpPr>
        <p:spPr>
          <a:xfrm>
            <a:off x="2533632" y="5170812"/>
            <a:ext cx="308613" cy="198937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D4FC34D-78A5-47C1-83CC-59B66A16563C}"/>
              </a:ext>
            </a:extLst>
          </p:cNvPr>
          <p:cNvSpPr/>
          <p:nvPr/>
        </p:nvSpPr>
        <p:spPr>
          <a:xfrm>
            <a:off x="4335630" y="4146905"/>
            <a:ext cx="1143239" cy="59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Registers </a:t>
            </a:r>
          </a:p>
          <a:p>
            <a:pPr algn="ctr"/>
            <a:r>
              <a:rPr lang="en-US" dirty="0"/>
              <a:t>Thread1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CA7A27B-98B9-4B08-A592-C52B55F897DC}"/>
              </a:ext>
            </a:extLst>
          </p:cNvPr>
          <p:cNvSpPr/>
          <p:nvPr/>
        </p:nvSpPr>
        <p:spPr>
          <a:xfrm>
            <a:off x="4180170" y="4912354"/>
            <a:ext cx="1353724" cy="59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Registers – Thread2</a:t>
            </a:r>
          </a:p>
        </p:txBody>
      </p:sp>
      <p:sp>
        <p:nvSpPr>
          <p:cNvPr id="73" name="Arrow: Up-Down 72">
            <a:extLst>
              <a:ext uri="{FF2B5EF4-FFF2-40B4-BE49-F238E27FC236}">
                <a16:creationId xmlns:a16="http://schemas.microsoft.com/office/drawing/2014/main" id="{10EA4E19-654A-4FF3-8DE5-682A07C4351B}"/>
              </a:ext>
            </a:extLst>
          </p:cNvPr>
          <p:cNvSpPr/>
          <p:nvPr/>
        </p:nvSpPr>
        <p:spPr>
          <a:xfrm>
            <a:off x="4163907" y="3790256"/>
            <a:ext cx="187561" cy="1094549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Arrow: Up-Down 73">
            <a:extLst>
              <a:ext uri="{FF2B5EF4-FFF2-40B4-BE49-F238E27FC236}">
                <a16:creationId xmlns:a16="http://schemas.microsoft.com/office/drawing/2014/main" id="{68B8F344-098F-431A-8C65-5CF905294CB9}"/>
              </a:ext>
            </a:extLst>
          </p:cNvPr>
          <p:cNvSpPr/>
          <p:nvPr/>
        </p:nvSpPr>
        <p:spPr>
          <a:xfrm>
            <a:off x="4799842" y="3790256"/>
            <a:ext cx="187561" cy="353603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row: Left-Right 74">
            <a:extLst>
              <a:ext uri="{FF2B5EF4-FFF2-40B4-BE49-F238E27FC236}">
                <a16:creationId xmlns:a16="http://schemas.microsoft.com/office/drawing/2014/main" id="{78E0CBFA-9389-4991-B5D3-B2EB7C6A22C7}"/>
              </a:ext>
            </a:extLst>
          </p:cNvPr>
          <p:cNvSpPr/>
          <p:nvPr/>
        </p:nvSpPr>
        <p:spPr>
          <a:xfrm>
            <a:off x="5487497" y="4417026"/>
            <a:ext cx="363639" cy="198937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row: Left-Right 75">
            <a:extLst>
              <a:ext uri="{FF2B5EF4-FFF2-40B4-BE49-F238E27FC236}">
                <a16:creationId xmlns:a16="http://schemas.microsoft.com/office/drawing/2014/main" id="{BD9604A5-64C3-45ED-A9B6-3741B4601D7C}"/>
              </a:ext>
            </a:extLst>
          </p:cNvPr>
          <p:cNvSpPr/>
          <p:nvPr/>
        </p:nvSpPr>
        <p:spPr>
          <a:xfrm>
            <a:off x="5533894" y="5143263"/>
            <a:ext cx="308613" cy="198937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40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9AF28-087E-4E3B-BA22-B8BF457F0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096E1-DA02-4A93-B440-B0A8A710C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GPUs (graphics processing units) were originally designed for accelerating computer graphics (games and other 3D like data visualization)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Researchers realized that they needed to do the same sort of parallel processes that computer graphics did.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GPUs also moved from a fixed pipeline to a programmable pipeline as games got more demanding.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71FA38-3E7B-438C-91DF-C1F133B85686}"/>
              </a:ext>
            </a:extLst>
          </p:cNvPr>
          <p:cNvSpPr/>
          <p:nvPr/>
        </p:nvSpPr>
        <p:spPr>
          <a:xfrm>
            <a:off x="8473837" y="464833"/>
            <a:ext cx="1543050" cy="8622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4139417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8395E-F244-43D6-8D06-8D81109FC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primer on 3D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DD2C-14DF-4302-B4EC-DDDD0734A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24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Graphics are a significant topic – there are entire courses about them.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basics help us to understand what the hardware was designed for.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Definitions: </a:t>
            </a:r>
          </a:p>
          <a:p>
            <a:pPr marL="0" indent="0">
              <a:buNone/>
            </a:pPr>
            <a:r>
              <a:rPr lang="en-US" dirty="0"/>
              <a:t>	3D = 3 dimensions</a:t>
            </a:r>
          </a:p>
          <a:p>
            <a:pPr marL="0" indent="0">
              <a:buNone/>
            </a:pPr>
            <a:r>
              <a:rPr lang="en-US" dirty="0"/>
              <a:t>	Point = (</a:t>
            </a:r>
            <a:r>
              <a:rPr lang="en-US" dirty="0" err="1"/>
              <a:t>x,y,z</a:t>
            </a:r>
            <a:r>
              <a:rPr lang="en-US" dirty="0"/>
              <a:t>) where x ~ left-right, y ~ up-down, z ~ in/out</a:t>
            </a:r>
          </a:p>
          <a:p>
            <a:pPr marL="0" indent="0">
              <a:buNone/>
            </a:pPr>
            <a:r>
              <a:rPr lang="en-US" dirty="0"/>
              <a:t>	Vertex = point that is a “corner” of a 3D object</a:t>
            </a:r>
          </a:p>
          <a:p>
            <a:pPr marL="0" indent="0">
              <a:buNone/>
            </a:pPr>
            <a:r>
              <a:rPr lang="en-US" dirty="0"/>
              <a:t>	Scene – collection of 3D objects, camera, lighting</a:t>
            </a:r>
          </a:p>
        </p:txBody>
      </p:sp>
    </p:spTree>
    <p:extLst>
      <p:ext uri="{BB962C8B-B14F-4D97-AF65-F5344CB8AC3E}">
        <p14:creationId xmlns:p14="http://schemas.microsoft.com/office/powerpoint/2010/main" val="2059018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D40E-2A39-4D47-AE49-4F05E681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work with a 3D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559F6-DF75-4D5A-8DA5-97CB26EBD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move 3d objects (translation, rotation)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move the camera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alter the lighting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“render” – we make a 2D representation as seen through the camera</a:t>
            </a:r>
          </a:p>
        </p:txBody>
      </p:sp>
    </p:spTree>
    <p:extLst>
      <p:ext uri="{BB962C8B-B14F-4D97-AF65-F5344CB8AC3E}">
        <p14:creationId xmlns:p14="http://schemas.microsoft.com/office/powerpoint/2010/main" val="4219175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F3A9-D4C7-4D04-A2B3-0D9AF14A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3D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73877-8007-4926-A8EA-225CC3BE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3D object is a collection of vertices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can make a matrix to transform the coordinates of our 3D object: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ACA79F9-BDEB-4C4A-A4CB-F3562E4A1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223159"/>
              </p:ext>
            </p:extLst>
          </p:nvPr>
        </p:nvGraphicFramePr>
        <p:xfrm>
          <a:off x="1911220" y="4070563"/>
          <a:ext cx="2511492" cy="1529012"/>
        </p:xfrm>
        <a:graphic>
          <a:graphicData uri="http://schemas.openxmlformats.org/drawingml/2006/table">
            <a:tbl>
              <a:tblPr firstRow="1" bandRow="1"/>
              <a:tblGrid>
                <a:gridCol w="627873">
                  <a:extLst>
                    <a:ext uri="{9D8B030D-6E8A-4147-A177-3AD203B41FA5}">
                      <a16:colId xmlns:a16="http://schemas.microsoft.com/office/drawing/2014/main" val="171051425"/>
                    </a:ext>
                  </a:extLst>
                </a:gridCol>
                <a:gridCol w="627873">
                  <a:extLst>
                    <a:ext uri="{9D8B030D-6E8A-4147-A177-3AD203B41FA5}">
                      <a16:colId xmlns:a16="http://schemas.microsoft.com/office/drawing/2014/main" val="2474119913"/>
                    </a:ext>
                  </a:extLst>
                </a:gridCol>
                <a:gridCol w="627873">
                  <a:extLst>
                    <a:ext uri="{9D8B030D-6E8A-4147-A177-3AD203B41FA5}">
                      <a16:colId xmlns:a16="http://schemas.microsoft.com/office/drawing/2014/main" val="1123670990"/>
                    </a:ext>
                  </a:extLst>
                </a:gridCol>
                <a:gridCol w="627873">
                  <a:extLst>
                    <a:ext uri="{9D8B030D-6E8A-4147-A177-3AD203B41FA5}">
                      <a16:colId xmlns:a16="http://schemas.microsoft.com/office/drawing/2014/main" val="1401117088"/>
                    </a:ext>
                  </a:extLst>
                </a:gridCol>
              </a:tblGrid>
              <a:tr h="38225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420506"/>
                  </a:ext>
                </a:extLst>
              </a:tr>
              <a:tr h="3822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28533"/>
                  </a:ext>
                </a:extLst>
              </a:tr>
              <a:tr h="3822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303497"/>
                  </a:ext>
                </a:extLst>
              </a:tr>
              <a:tr h="382253">
                <a:tc>
                  <a:txBody>
                    <a:bodyPr/>
                    <a:lstStyle/>
                    <a:p>
                      <a:r>
                        <a:rPr lang="el-GR" dirty="0">
                          <a:ea typeface="Malgun Gothic" panose="020B0503020000020004" pitchFamily="34" charset="-127"/>
                        </a:rPr>
                        <a:t>δ</a:t>
                      </a:r>
                      <a:r>
                        <a:rPr lang="en-US" dirty="0">
                          <a:ea typeface="Malgun Gothic" panose="020B0503020000020004" pitchFamily="34" charset="-127"/>
                        </a:rPr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ea typeface="Malgun Gothic" panose="020B0503020000020004" pitchFamily="34" charset="-127"/>
                        </a:rPr>
                        <a:t>δ</a:t>
                      </a:r>
                      <a:r>
                        <a:rPr lang="en-US" dirty="0">
                          <a:ea typeface="Malgun Gothic" panose="020B0503020000020004" pitchFamily="34" charset="-127"/>
                        </a:rPr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ea typeface="Malgun Gothic" panose="020B0503020000020004" pitchFamily="34" charset="-127"/>
                        </a:rPr>
                        <a:t>δ</a:t>
                      </a:r>
                      <a:r>
                        <a:rPr lang="en-US" dirty="0">
                          <a:ea typeface="Malgun Gothic" panose="020B0503020000020004" pitchFamily="34" charset="-127"/>
                        </a:rPr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172357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C4646DF-B501-4C8C-9B12-62032A578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079112"/>
              </p:ext>
            </p:extLst>
          </p:nvPr>
        </p:nvGraphicFramePr>
        <p:xfrm>
          <a:off x="838200" y="4069355"/>
          <a:ext cx="552580" cy="1473028"/>
        </p:xfrm>
        <a:graphic>
          <a:graphicData uri="http://schemas.openxmlformats.org/drawingml/2006/table">
            <a:tbl>
              <a:tblPr firstRow="1" bandRow="1"/>
              <a:tblGrid>
                <a:gridCol w="552580">
                  <a:extLst>
                    <a:ext uri="{9D8B030D-6E8A-4147-A177-3AD203B41FA5}">
                      <a16:colId xmlns:a16="http://schemas.microsoft.com/office/drawing/2014/main" val="3337467524"/>
                    </a:ext>
                  </a:extLst>
                </a:gridCol>
              </a:tblGrid>
              <a:tr h="368257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79840"/>
                  </a:ext>
                </a:extLst>
              </a:tr>
              <a:tr h="368257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802699"/>
                  </a:ext>
                </a:extLst>
              </a:tr>
              <a:tr h="368257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591"/>
                  </a:ext>
                </a:extLst>
              </a:tr>
              <a:tr h="36825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255227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5584E134-6E42-4AF2-81F1-21E4F5EB6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521830"/>
              </p:ext>
            </p:extLst>
          </p:nvPr>
        </p:nvGraphicFramePr>
        <p:xfrm>
          <a:off x="4657530" y="4070563"/>
          <a:ext cx="2511492" cy="1529012"/>
        </p:xfrm>
        <a:graphic>
          <a:graphicData uri="http://schemas.openxmlformats.org/drawingml/2006/table">
            <a:tbl>
              <a:tblPr firstRow="1" bandRow="1"/>
              <a:tblGrid>
                <a:gridCol w="627873">
                  <a:extLst>
                    <a:ext uri="{9D8B030D-6E8A-4147-A177-3AD203B41FA5}">
                      <a16:colId xmlns:a16="http://schemas.microsoft.com/office/drawing/2014/main" val="171051425"/>
                    </a:ext>
                  </a:extLst>
                </a:gridCol>
                <a:gridCol w="627873">
                  <a:extLst>
                    <a:ext uri="{9D8B030D-6E8A-4147-A177-3AD203B41FA5}">
                      <a16:colId xmlns:a16="http://schemas.microsoft.com/office/drawing/2014/main" val="2474119913"/>
                    </a:ext>
                  </a:extLst>
                </a:gridCol>
                <a:gridCol w="627873">
                  <a:extLst>
                    <a:ext uri="{9D8B030D-6E8A-4147-A177-3AD203B41FA5}">
                      <a16:colId xmlns:a16="http://schemas.microsoft.com/office/drawing/2014/main" val="1123670990"/>
                    </a:ext>
                  </a:extLst>
                </a:gridCol>
                <a:gridCol w="627873">
                  <a:extLst>
                    <a:ext uri="{9D8B030D-6E8A-4147-A177-3AD203B41FA5}">
                      <a16:colId xmlns:a16="http://schemas.microsoft.com/office/drawing/2014/main" val="1401117088"/>
                    </a:ext>
                  </a:extLst>
                </a:gridCol>
              </a:tblGrid>
              <a:tr h="382253">
                <a:tc>
                  <a:txBody>
                    <a:bodyPr/>
                    <a:lstStyle/>
                    <a:p>
                      <a:r>
                        <a:rPr lang="en-US" dirty="0" err="1"/>
                        <a:t>sx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420506"/>
                  </a:ext>
                </a:extLst>
              </a:tr>
              <a:tr h="3822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28533"/>
                  </a:ext>
                </a:extLst>
              </a:tr>
              <a:tr h="3822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303497"/>
                  </a:ext>
                </a:extLst>
              </a:tr>
              <a:tr h="3822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17235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D6CABB8-114A-4493-A281-3E038E156030}"/>
              </a:ext>
            </a:extLst>
          </p:cNvPr>
          <p:cNvSpPr txBox="1"/>
          <p:nvPr/>
        </p:nvSpPr>
        <p:spPr>
          <a:xfrm>
            <a:off x="2034073" y="3700023"/>
            <a:ext cx="176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Translate (Move)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ACA9DE-1DA1-4683-88DB-761B52A3B070}"/>
              </a:ext>
            </a:extLst>
          </p:cNvPr>
          <p:cNvSpPr txBox="1"/>
          <p:nvPr/>
        </p:nvSpPr>
        <p:spPr>
          <a:xfrm>
            <a:off x="4645451" y="3700023"/>
            <a:ext cx="66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Scale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31086C3E-BB6A-459C-8F60-10398E9E5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731027"/>
              </p:ext>
            </p:extLst>
          </p:nvPr>
        </p:nvGraphicFramePr>
        <p:xfrm>
          <a:off x="7590452" y="4070563"/>
          <a:ext cx="2845320" cy="1529012"/>
        </p:xfrm>
        <a:graphic>
          <a:graphicData uri="http://schemas.openxmlformats.org/drawingml/2006/table">
            <a:tbl>
              <a:tblPr firstRow="1" bandRow="1"/>
              <a:tblGrid>
                <a:gridCol w="711330">
                  <a:extLst>
                    <a:ext uri="{9D8B030D-6E8A-4147-A177-3AD203B41FA5}">
                      <a16:colId xmlns:a16="http://schemas.microsoft.com/office/drawing/2014/main" val="171051425"/>
                    </a:ext>
                  </a:extLst>
                </a:gridCol>
                <a:gridCol w="711330">
                  <a:extLst>
                    <a:ext uri="{9D8B030D-6E8A-4147-A177-3AD203B41FA5}">
                      <a16:colId xmlns:a16="http://schemas.microsoft.com/office/drawing/2014/main" val="2474119913"/>
                    </a:ext>
                  </a:extLst>
                </a:gridCol>
                <a:gridCol w="711330">
                  <a:extLst>
                    <a:ext uri="{9D8B030D-6E8A-4147-A177-3AD203B41FA5}">
                      <a16:colId xmlns:a16="http://schemas.microsoft.com/office/drawing/2014/main" val="1123670990"/>
                    </a:ext>
                  </a:extLst>
                </a:gridCol>
                <a:gridCol w="711330">
                  <a:extLst>
                    <a:ext uri="{9D8B030D-6E8A-4147-A177-3AD203B41FA5}">
                      <a16:colId xmlns:a16="http://schemas.microsoft.com/office/drawing/2014/main" val="1401117088"/>
                    </a:ext>
                  </a:extLst>
                </a:gridCol>
              </a:tblGrid>
              <a:tr h="382253">
                <a:tc>
                  <a:txBody>
                    <a:bodyPr/>
                    <a:lstStyle/>
                    <a:p>
                      <a:r>
                        <a:rPr lang="en-US" dirty="0"/>
                        <a:t>cos </a:t>
                      </a:r>
                      <a:r>
                        <a:rPr lang="en-US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 </a:t>
                      </a:r>
                      <a:r>
                        <a:rPr lang="en-US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420506"/>
                  </a:ext>
                </a:extLst>
              </a:tr>
              <a:tr h="382253">
                <a:tc>
                  <a:txBody>
                    <a:bodyPr/>
                    <a:lstStyle/>
                    <a:p>
                      <a:r>
                        <a:rPr lang="en-US" dirty="0"/>
                        <a:t>-sin </a:t>
                      </a:r>
                      <a:r>
                        <a:rPr lang="en-US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 </a:t>
                      </a:r>
                      <a:r>
                        <a:rPr lang="en-US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28533"/>
                  </a:ext>
                </a:extLst>
              </a:tr>
              <a:tr h="3822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303497"/>
                  </a:ext>
                </a:extLst>
              </a:tr>
              <a:tr h="3822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17235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8E077B9-7E0D-4404-86BA-20AC954D97B3}"/>
              </a:ext>
            </a:extLst>
          </p:cNvPr>
          <p:cNvSpPr txBox="1"/>
          <p:nvPr/>
        </p:nvSpPr>
        <p:spPr>
          <a:xfrm>
            <a:off x="7590452" y="3700023"/>
            <a:ext cx="1488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Rotate (z axis)</a:t>
            </a:r>
          </a:p>
        </p:txBody>
      </p:sp>
    </p:spTree>
    <p:extLst>
      <p:ext uri="{BB962C8B-B14F-4D97-AF65-F5344CB8AC3E}">
        <p14:creationId xmlns:p14="http://schemas.microsoft.com/office/powerpoint/2010/main" val="4226079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7174E-590E-48DE-8656-17EE9B455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4AE20-14D0-4E08-9D55-D73261B7D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two kinds of lights – ambient and local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Ambient light is added to every part of the image (sunlight for example)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Local light is added to some parts of an image and decreases over a distance (like a flashlight beam)</a:t>
            </a:r>
          </a:p>
        </p:txBody>
      </p:sp>
    </p:spTree>
    <p:extLst>
      <p:ext uri="{BB962C8B-B14F-4D97-AF65-F5344CB8AC3E}">
        <p14:creationId xmlns:p14="http://schemas.microsoft.com/office/powerpoint/2010/main" val="450414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4507-B0E4-4B58-BA8E-93672BDEE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20" y="-138728"/>
            <a:ext cx="10515600" cy="1325563"/>
          </a:xfrm>
        </p:spPr>
        <p:txBody>
          <a:bodyPr/>
          <a:lstStyle/>
          <a:p>
            <a:r>
              <a:rPr lang="en-US" dirty="0"/>
              <a:t>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BB211-2A29-4486-AEA3-0BA5D85DB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492" y="-10372"/>
            <a:ext cx="4122188" cy="68683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Once we “know” where our vertices, camera and local light sources are, we can consider what the scene should look like.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direct a cone out from the camera. Any object (or portion thereof) in the cone is part of the scene.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intersection of a “slice” of that cone and the object is the position on the screen.</a:t>
            </a:r>
          </a:p>
        </p:txBody>
      </p:sp>
      <p:pic>
        <p:nvPicPr>
          <p:cNvPr id="5" name="Picture 4" descr="A picture containing text, helmet&#10;&#10;Description automatically generated">
            <a:extLst>
              <a:ext uri="{FF2B5EF4-FFF2-40B4-BE49-F238E27FC236}">
                <a16:creationId xmlns:a16="http://schemas.microsoft.com/office/drawing/2014/main" id="{61411783-B245-4475-8698-50AF97AB3A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4" r="26684" b="15755"/>
          <a:stretch/>
        </p:blipFill>
        <p:spPr>
          <a:xfrm>
            <a:off x="0" y="849626"/>
            <a:ext cx="7954492" cy="596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66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4A1D2-E0AC-42A2-BDC1-B2BD364E9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B276C-E1ED-46B0-B64A-F1C49AEBD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 important thing to consider with rendering is that one object might hide another (i.e., be positioned in front of relative to the camera).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Once we “find” a pixel through a “slice”, we don’t replace 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also a convenient optimization – if a surface is “behind” another, we don’t have to consider it.</a:t>
            </a:r>
          </a:p>
        </p:txBody>
      </p:sp>
    </p:spTree>
    <p:extLst>
      <p:ext uri="{BB962C8B-B14F-4D97-AF65-F5344CB8AC3E}">
        <p14:creationId xmlns:p14="http://schemas.microsoft.com/office/powerpoint/2010/main" val="630550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29F9B-7169-47F3-B0D9-B03B6C1B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7A7FB-4945-48E3-8489-A698157E3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Once we know how the flat surfaces are mapped onto screen, we can consider what they look like. Plain surfaces were the norm in the 80’s.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the 90’s, we started supplying an image that shows what the surface looks like if viewed from head-on and well lit.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GPU can skew, scale and rotate the image to “apply” it to the surface.</a:t>
            </a:r>
          </a:p>
        </p:txBody>
      </p:sp>
    </p:spTree>
    <p:extLst>
      <p:ext uri="{BB962C8B-B14F-4D97-AF65-F5344CB8AC3E}">
        <p14:creationId xmlns:p14="http://schemas.microsoft.com/office/powerpoint/2010/main" val="3605976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8868-AD8C-4CCD-AF6B-E534BDD02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Bump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B1FD2-E993-474E-9F73-A068FB8F1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Perfectly flat surfaces are rare (even a brick building, if you get close enough, has roughness).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Modelling this roughness with vertices is computationally expensive.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Bump mapping is the process of supplying a “height map” – like a texture map but showing the change in height for an area of the surface.</a:t>
            </a:r>
          </a:p>
        </p:txBody>
      </p:sp>
    </p:spTree>
    <p:extLst>
      <p:ext uri="{BB962C8B-B14F-4D97-AF65-F5344CB8AC3E}">
        <p14:creationId xmlns:p14="http://schemas.microsoft.com/office/powerpoint/2010/main" val="4101237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9A2C7-807B-4EFA-AC0F-A13EA8D1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C0DB1-479B-4B58-8CB3-4909DDC6A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several effects that we might want to add: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Fog</a:t>
            </a:r>
          </a:p>
          <a:p>
            <a:pPr marL="0" indent="0">
              <a:buNone/>
            </a:pPr>
            <a:r>
              <a:rPr lang="en-US" dirty="0"/>
              <a:t>Motion blur</a:t>
            </a:r>
          </a:p>
          <a:p>
            <a:pPr marL="0" indent="0">
              <a:buNone/>
            </a:pPr>
            <a:r>
              <a:rPr lang="en-US" dirty="0"/>
              <a:t>Anti-aliasing (smoothing)</a:t>
            </a:r>
          </a:p>
          <a:p>
            <a:pPr marL="0" indent="0">
              <a:buNone/>
            </a:pPr>
            <a:r>
              <a:rPr lang="en-US" dirty="0"/>
              <a:t>Reflections</a:t>
            </a:r>
          </a:p>
          <a:p>
            <a:pPr marL="0" indent="0">
              <a:buNone/>
            </a:pPr>
            <a:r>
              <a:rPr lang="en-US" dirty="0"/>
              <a:t>2D (HUD, overlay text)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829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C1025-C4AC-4F74-9562-B59A77CE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A52BE-11E7-4476-9DB5-C66B30783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Original hardware was hardwired to do these rendering functions.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 graphics developers wanted to work outside of the “bounds” of the hardwired functionality, hardware manufacturers exposed more detail.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NVIDIA (2001) GeForce3 exposed an internal instruction set (it had been a CPU all along!).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Consider the scale – 60 frames per second, hundreds of thousands-millions of triangles (each with 3 vertices!).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195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6970B-3383-41A8-B342-23EBFE35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(Old) Fixed Function NVIDIA GeForce Pipeline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451885A1-32C1-4F66-A5ED-D5822BAE91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998" y="2379299"/>
            <a:ext cx="4556002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7AB4FC-4531-41FC-B4C3-6590F27D8F99}"/>
              </a:ext>
            </a:extLst>
          </p:cNvPr>
          <p:cNvSpPr txBox="1"/>
          <p:nvPr/>
        </p:nvSpPr>
        <p:spPr>
          <a:xfrm>
            <a:off x="159391" y="1590733"/>
            <a:ext cx="747660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VS/T = Vertex shading, transform, lighting</a:t>
            </a:r>
          </a:p>
          <a:p>
            <a:endParaRPr lang="en-US" sz="2400" dirty="0"/>
          </a:p>
          <a:p>
            <a:r>
              <a:rPr lang="en-US" sz="2400" dirty="0"/>
              <a:t>Triangle = trace edges for interpolation</a:t>
            </a:r>
          </a:p>
          <a:p>
            <a:endParaRPr lang="en-US" sz="2400" dirty="0"/>
          </a:p>
          <a:p>
            <a:r>
              <a:rPr lang="en-US" sz="2400" dirty="0"/>
              <a:t>Raster = Convert floating point coordinates to pixels</a:t>
            </a:r>
          </a:p>
          <a:p>
            <a:endParaRPr lang="en-US" sz="2400" dirty="0"/>
          </a:p>
          <a:p>
            <a:r>
              <a:rPr lang="en-US" sz="2400" dirty="0"/>
              <a:t>Shader = determine final colors of pixels</a:t>
            </a:r>
          </a:p>
          <a:p>
            <a:endParaRPr lang="en-US" sz="2400" dirty="0"/>
          </a:p>
          <a:p>
            <a:r>
              <a:rPr lang="en-US" sz="2400" dirty="0"/>
              <a:t>ROP = Raster Operations – blending/anti-aliasing, determine visibility</a:t>
            </a:r>
          </a:p>
          <a:p>
            <a:endParaRPr lang="en-US" sz="2400" dirty="0"/>
          </a:p>
          <a:p>
            <a:r>
              <a:rPr lang="en-US" sz="2400" dirty="0"/>
              <a:t>FBI = frame buffer interface – write pixels out to memory that the video out can see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15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BA59-2C65-44CD-B2BF-28D18677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these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4B0F8-7681-4A0B-8B0E-3629A75C1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Note that there is no output except to the frame buffer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Frame buffers accesses are linear (no writing to memory except to output pixels)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get results, you output to the frame buffer, then use that frame buffer as a texture. Once “pulled back” into the GPU, it could be read back </a:t>
            </a:r>
            <a:r>
              <a:rPr lang="en-US"/>
              <a:t>to the CPU.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080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45B1-D4F9-46D7-A53B-81C0D66E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28"/>
            <a:ext cx="10515600" cy="1325563"/>
          </a:xfrm>
        </p:spPr>
        <p:txBody>
          <a:bodyPr/>
          <a:lstStyle/>
          <a:p>
            <a:r>
              <a:rPr lang="en-US" dirty="0"/>
              <a:t>More modern architecture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5F9659B-94C6-4B89-9BF3-D60B1B4F2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45" y="836580"/>
            <a:ext cx="11532658" cy="602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22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50283-FB22-4E5C-BD68-44B9D11B2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Architecture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866DB-EEEF-4F7B-B045-D8651F87A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114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Many cores, all running the same instruction</a:t>
            </a:r>
          </a:p>
          <a:p>
            <a:pPr marL="0" indent="0">
              <a:buNone/>
            </a:pPr>
            <a:r>
              <a:rPr lang="en-US" dirty="0"/>
              <a:t>	- This helps to gives us the simplicity of hardware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core is accessing different data (SIMD)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More than one program can be running, each program dedicated to a set of cores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Cores have limited instructions and no access to main memory (typically) </a:t>
            </a:r>
          </a:p>
          <a:p>
            <a:pPr marL="0" indent="0">
              <a:buNone/>
            </a:pPr>
            <a:r>
              <a:rPr lang="en-US" dirty="0"/>
              <a:t>	- More simplicity</a:t>
            </a:r>
          </a:p>
        </p:txBody>
      </p:sp>
    </p:spTree>
    <p:extLst>
      <p:ext uri="{BB962C8B-B14F-4D97-AF65-F5344CB8AC3E}">
        <p14:creationId xmlns:p14="http://schemas.microsoft.com/office/powerpoint/2010/main" val="870697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4B78-68A9-4CBB-B729-B602DA7B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access to main memory? Sharing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FC770-9649-431A-840B-17D46F989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general flow for a program using the GPU is: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initialization &amp; loading data to main memory (CPU)</a:t>
            </a:r>
          </a:p>
          <a:p>
            <a:pPr marL="0" indent="0">
              <a:buNone/>
            </a:pPr>
            <a:r>
              <a:rPr lang="en-US" dirty="0"/>
              <a:t>transfer data to GPU (PCI-E)</a:t>
            </a:r>
          </a:p>
          <a:p>
            <a:pPr marL="0" indent="0">
              <a:buNone/>
            </a:pPr>
            <a:r>
              <a:rPr lang="en-US" dirty="0"/>
              <a:t>run code on GPU (GPU)</a:t>
            </a:r>
          </a:p>
          <a:p>
            <a:pPr marL="0" indent="0">
              <a:buNone/>
            </a:pPr>
            <a:r>
              <a:rPr lang="en-US" dirty="0"/>
              <a:t>transfer results to main memory (PCI-E)</a:t>
            </a:r>
          </a:p>
          <a:p>
            <a:pPr marL="0" indent="0">
              <a:buNone/>
            </a:pPr>
            <a:r>
              <a:rPr lang="en-US" dirty="0"/>
              <a:t>print/save results (CPU)</a:t>
            </a:r>
          </a:p>
        </p:txBody>
      </p:sp>
    </p:spTree>
    <p:extLst>
      <p:ext uri="{BB962C8B-B14F-4D97-AF65-F5344CB8AC3E}">
        <p14:creationId xmlns:p14="http://schemas.microsoft.com/office/powerpoint/2010/main" val="797330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E93DE-29D4-42CC-A7B6-87DCCBD4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D7060-16DE-4868-B554-A71C2F981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3575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code comes to the GPU, it is processed by the thread scheduler.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are some number of cores that all run the same instruction.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thread scheduler sends a program counter to the group and parameters to each unit. The units then run like any CPU.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6CB3F27-E565-4ECF-AA8B-200B31FD93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63" r="51817" b="31987"/>
          <a:stretch/>
        </p:blipFill>
        <p:spPr>
          <a:xfrm>
            <a:off x="8073957" y="1483887"/>
            <a:ext cx="4027251" cy="409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66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B2E83-FFE7-47CE-AB2D-EEACA379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E996B-D494-4647-88A4-456A348AF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code may want more threads than the hardware provides in a single block of cores. The GPU handles this for you by providing in the API a way to express your needs. The thread manager then maps your organization to the design of the hardware.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Unfortunately, there are different standards for naming:</a:t>
            </a:r>
          </a:p>
          <a:p>
            <a:pPr marL="0" indent="0">
              <a:buNone/>
            </a:pPr>
            <a:r>
              <a:rPr lang="en-US" dirty="0"/>
              <a:t>NVIDIA (CUDA)</a:t>
            </a:r>
          </a:p>
          <a:p>
            <a:pPr marL="0" indent="0">
              <a:buNone/>
            </a:pPr>
            <a:r>
              <a:rPr lang="en-US" dirty="0"/>
              <a:t>nearly everyone else(OpenCL or Vulkan)</a:t>
            </a:r>
          </a:p>
          <a:p>
            <a:pPr marL="0" indent="0">
              <a:buNone/>
            </a:pPr>
            <a:r>
              <a:rPr lang="en-US" dirty="0"/>
              <a:t>Apple (Metal)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165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10A6F-A108-4871-AFD3-EC1C11A3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Nomenclature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63F3D1A-20CF-440C-910F-38CF04A26BAF}"/>
              </a:ext>
            </a:extLst>
          </p:cNvPr>
          <p:cNvGraphicFramePr>
            <a:graphicFrameLocks noGrp="1"/>
          </p:cNvGraphicFramePr>
          <p:nvPr/>
        </p:nvGraphicFramePr>
        <p:xfrm>
          <a:off x="2484305" y="1690688"/>
          <a:ext cx="8127999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6743063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48033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16155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OpenCL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44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code for the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kernel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2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code ready to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work-item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769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 threads w/ same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multi-dimension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31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subgroup of threads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work-group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595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hardware to execute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streaming multiprocessor (SM)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05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division of threads all on the same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warp (32)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158621"/>
                  </a:ext>
                </a:extLst>
              </a:tr>
            </a:tbl>
          </a:graphicData>
        </a:graphic>
      </p:graphicFrame>
      <p:sp>
        <p:nvSpPr>
          <p:cNvPr id="5" name="Left Brace 4">
            <a:extLst>
              <a:ext uri="{FF2B5EF4-FFF2-40B4-BE49-F238E27FC236}">
                <a16:creationId xmlns:a16="http://schemas.microsoft.com/office/drawing/2014/main" id="{6D9D6846-421C-42D9-8EC5-DA9B131F8B82}"/>
              </a:ext>
            </a:extLst>
          </p:cNvPr>
          <p:cNvSpPr/>
          <p:nvPr/>
        </p:nvSpPr>
        <p:spPr>
          <a:xfrm>
            <a:off x="2121715" y="3605166"/>
            <a:ext cx="293615" cy="12164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FFF15257-381E-483B-90FB-976AB037933E}"/>
              </a:ext>
            </a:extLst>
          </p:cNvPr>
          <p:cNvSpPr/>
          <p:nvPr/>
        </p:nvSpPr>
        <p:spPr>
          <a:xfrm>
            <a:off x="2121714" y="2841767"/>
            <a:ext cx="293615" cy="73403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68141-55C7-4504-93FB-9A6486B20A46}"/>
              </a:ext>
            </a:extLst>
          </p:cNvPr>
          <p:cNvSpPr txBox="1"/>
          <p:nvPr/>
        </p:nvSpPr>
        <p:spPr>
          <a:xfrm>
            <a:off x="838200" y="2883712"/>
            <a:ext cx="1417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Logical Organization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D2118-C99C-44E9-B329-71D0E0C727BB}"/>
              </a:ext>
            </a:extLst>
          </p:cNvPr>
          <p:cNvSpPr txBox="1"/>
          <p:nvPr/>
        </p:nvSpPr>
        <p:spPr>
          <a:xfrm>
            <a:off x="838200" y="3932146"/>
            <a:ext cx="1417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Hardware Organization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FA79F-1274-4DAB-802D-1AD3E18F6DCE}"/>
              </a:ext>
            </a:extLst>
          </p:cNvPr>
          <p:cNvSpPr txBox="1"/>
          <p:nvPr/>
        </p:nvSpPr>
        <p:spPr>
          <a:xfrm>
            <a:off x="2843867" y="5385733"/>
            <a:ext cx="54827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 will be using CUDA/NVIDIA for now</a:t>
            </a:r>
          </a:p>
        </p:txBody>
      </p:sp>
    </p:spTree>
    <p:extLst>
      <p:ext uri="{BB962C8B-B14F-4D97-AF65-F5344CB8AC3E}">
        <p14:creationId xmlns:p14="http://schemas.microsoft.com/office/powerpoint/2010/main" val="3474507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065D-7302-4A1E-8AAB-F02AA01A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Grids and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EE230-2E07-4FAC-89FA-F492DCAB6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780" y="1825625"/>
            <a:ext cx="5705645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grid is a 3d array of blocks.</a:t>
            </a:r>
          </a:p>
          <a:p>
            <a:pPr marL="0" indent="0">
              <a:buNone/>
            </a:pPr>
            <a:r>
              <a:rPr lang="en-US" dirty="0"/>
              <a:t>A block is a 3d array of threads.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makes a lot of sense if you are dealing with 3d data, like graphics.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your data is not intuitively 3d, you can size one or two of your dimensions as size “1”, effectively making that dimension disappear.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 – all blocks in a grid must be the same size.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FC0231C-D843-4A38-A38C-03BF3F1A5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032" y="0"/>
            <a:ext cx="6593968" cy="55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235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7BAA3-0036-4AE7-B759-401D88A7D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Organization and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64133-E160-4C3A-A048-1A79EF2C2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question might occur – if we are running the same code on many cores, how can we point the code at different data so that our whole dataset is processed.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answer comes in our logical organization. We describe to the thread manager how we perceive our data; it then passes to each thread which grid/block/thread we are in. </a:t>
            </a:r>
          </a:p>
        </p:txBody>
      </p:sp>
    </p:spTree>
    <p:extLst>
      <p:ext uri="{BB962C8B-B14F-4D97-AF65-F5344CB8AC3E}">
        <p14:creationId xmlns:p14="http://schemas.microsoft.com/office/powerpoint/2010/main" val="1526596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C4EE-AE75-4D65-92D6-585FB15C8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A6945-4ACC-43DC-A5E5-F795013CD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GPUs have a LOT of cores available, but they can only do (basic) math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is a significant time cost to sending your data to the GPU and getting results back; sometimes it is not worth that cost.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Much like our CPU, there is a cost </a:t>
            </a:r>
            <a:r>
              <a:rPr lang="en-US"/>
              <a:t>to accessing memory in the GPU.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7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1855</Words>
  <Application>Microsoft Office PowerPoint</Application>
  <PresentationFormat>Widescreen</PresentationFormat>
  <Paragraphs>305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Malgun Gothic</vt:lpstr>
      <vt:lpstr>Arial</vt:lpstr>
      <vt:lpstr>Calibri</vt:lpstr>
      <vt:lpstr>Calibri Light</vt:lpstr>
      <vt:lpstr>Consolas</vt:lpstr>
      <vt:lpstr>Office Theme</vt:lpstr>
      <vt:lpstr>GPUs</vt:lpstr>
      <vt:lpstr>A taxonomy of problems</vt:lpstr>
      <vt:lpstr>Types of Problems</vt:lpstr>
      <vt:lpstr>Consider an example</vt:lpstr>
      <vt:lpstr>Timing</vt:lpstr>
      <vt:lpstr>Data Parallelism</vt:lpstr>
      <vt:lpstr>Serial Code</vt:lpstr>
      <vt:lpstr>What sort of hardware would we like?</vt:lpstr>
      <vt:lpstr>Our simplified computer design (SISD)</vt:lpstr>
      <vt:lpstr>Multi-Core with Hyperthreading (MIMD)</vt:lpstr>
      <vt:lpstr>GPUs</vt:lpstr>
      <vt:lpstr>A quick primer on 3D graphics</vt:lpstr>
      <vt:lpstr>How do we work with a 3D scene</vt:lpstr>
      <vt:lpstr>Moving 3D objects</vt:lpstr>
      <vt:lpstr>Lighting</vt:lpstr>
      <vt:lpstr>Rendering</vt:lpstr>
      <vt:lpstr>Occlusion</vt:lpstr>
      <vt:lpstr>Texture Mapping</vt:lpstr>
      <vt:lpstr>Bump Mapping</vt:lpstr>
      <vt:lpstr>Final processing</vt:lpstr>
      <vt:lpstr>Evolution of Design</vt:lpstr>
      <vt:lpstr>(Old) Fixed Function NVIDIA GeForce Pipeline</vt:lpstr>
      <vt:lpstr>Limitations of these designs</vt:lpstr>
      <vt:lpstr>More modern architecture</vt:lpstr>
      <vt:lpstr>Key Architecture Points</vt:lpstr>
      <vt:lpstr>No access to main memory? Sharing Data</vt:lpstr>
      <vt:lpstr>Hardware organization</vt:lpstr>
      <vt:lpstr>Logical Organization</vt:lpstr>
      <vt:lpstr>Nomenclature</vt:lpstr>
      <vt:lpstr>Grids and Blocks</vt:lpstr>
      <vt:lpstr>Logical Organization and Parameters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GPUs</dc:title>
  <dc:creator>Phipps, Michael</dc:creator>
  <cp:lastModifiedBy>Phipps, Michael</cp:lastModifiedBy>
  <cp:revision>1</cp:revision>
  <dcterms:created xsi:type="dcterms:W3CDTF">2021-11-23T18:32:42Z</dcterms:created>
  <dcterms:modified xsi:type="dcterms:W3CDTF">2021-11-24T15:44:57Z</dcterms:modified>
</cp:coreProperties>
</file>