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50" r:id="rId4"/>
    <p:sldId id="275" r:id="rId5"/>
    <p:sldId id="260" r:id="rId6"/>
    <p:sldId id="351" r:id="rId7"/>
    <p:sldId id="261" r:id="rId8"/>
    <p:sldId id="352" r:id="rId9"/>
    <p:sldId id="353" r:id="rId10"/>
    <p:sldId id="262" r:id="rId11"/>
    <p:sldId id="263" r:id="rId12"/>
    <p:sldId id="357" r:id="rId13"/>
    <p:sldId id="358" r:id="rId14"/>
    <p:sldId id="264" r:id="rId15"/>
    <p:sldId id="265" r:id="rId16"/>
    <p:sldId id="266" r:id="rId17"/>
    <p:sldId id="268" r:id="rId18"/>
    <p:sldId id="359" r:id="rId19"/>
    <p:sldId id="267" r:id="rId20"/>
    <p:sldId id="269" r:id="rId21"/>
    <p:sldId id="270" r:id="rId22"/>
    <p:sldId id="360" r:id="rId23"/>
    <p:sldId id="354" r:id="rId24"/>
    <p:sldId id="361" r:id="rId25"/>
    <p:sldId id="362" r:id="rId26"/>
    <p:sldId id="356" r:id="rId27"/>
    <p:sldId id="375" r:id="rId28"/>
    <p:sldId id="365" r:id="rId29"/>
    <p:sldId id="271" r:id="rId30"/>
    <p:sldId id="272" r:id="rId31"/>
    <p:sldId id="273" r:id="rId32"/>
    <p:sldId id="274" r:id="rId33"/>
    <p:sldId id="276" r:id="rId34"/>
    <p:sldId id="277" r:id="rId35"/>
    <p:sldId id="364" r:id="rId36"/>
    <p:sldId id="363" r:id="rId37"/>
    <p:sldId id="342" r:id="rId38"/>
    <p:sldId id="343" r:id="rId39"/>
    <p:sldId id="345" r:id="rId40"/>
    <p:sldId id="366" r:id="rId41"/>
    <p:sldId id="346" r:id="rId42"/>
    <p:sldId id="347" r:id="rId43"/>
    <p:sldId id="348" r:id="rId44"/>
    <p:sldId id="349" r:id="rId45"/>
    <p:sldId id="367" r:id="rId46"/>
    <p:sldId id="368" r:id="rId47"/>
    <p:sldId id="369" r:id="rId48"/>
    <p:sldId id="370" r:id="rId49"/>
    <p:sldId id="372" r:id="rId50"/>
    <p:sldId id="371" r:id="rId51"/>
    <p:sldId id="373" r:id="rId52"/>
    <p:sldId id="374"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BA98C4-FDD0-47B7-A38D-A60AC871FCFB}" v="24" dt="2021-11-17T18:48:04.4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6"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pps, Michael" userId="22b19e64-ae93-4d74-aed7-bbb364ca0772" providerId="ADAL" clId="{13BA98C4-FDD0-47B7-A38D-A60AC871FCFB}"/>
    <pc:docChg chg="undo custSel addSld delSld modSld sldOrd">
      <pc:chgData name="Phipps, Michael" userId="22b19e64-ae93-4d74-aed7-bbb364ca0772" providerId="ADAL" clId="{13BA98C4-FDD0-47B7-A38D-A60AC871FCFB}" dt="2021-11-17T19:14:33.076" v="8452" actId="20577"/>
      <pc:docMkLst>
        <pc:docMk/>
      </pc:docMkLst>
      <pc:sldChg chg="modSp mod">
        <pc:chgData name="Phipps, Michael" userId="22b19e64-ae93-4d74-aed7-bbb364ca0772" providerId="ADAL" clId="{13BA98C4-FDD0-47B7-A38D-A60AC871FCFB}" dt="2021-11-17T16:32:57.915" v="2144" actId="27636"/>
        <pc:sldMkLst>
          <pc:docMk/>
          <pc:sldMk cId="3429517738" sldId="261"/>
        </pc:sldMkLst>
        <pc:spChg chg="mod">
          <ac:chgData name="Phipps, Michael" userId="22b19e64-ae93-4d74-aed7-bbb364ca0772" providerId="ADAL" clId="{13BA98C4-FDD0-47B7-A38D-A60AC871FCFB}" dt="2021-11-17T16:32:57.915" v="2144" actId="27636"/>
          <ac:spMkLst>
            <pc:docMk/>
            <pc:sldMk cId="3429517738" sldId="261"/>
            <ac:spMk id="3" creationId="{CB5AFBCB-FB4B-4DE0-90E7-9AB47BFC82A8}"/>
          </ac:spMkLst>
        </pc:spChg>
      </pc:sldChg>
      <pc:sldChg chg="modSp mod">
        <pc:chgData name="Phipps, Michael" userId="22b19e64-ae93-4d74-aed7-bbb364ca0772" providerId="ADAL" clId="{13BA98C4-FDD0-47B7-A38D-A60AC871FCFB}" dt="2021-11-16T19:33:38.994" v="434" actId="20577"/>
        <pc:sldMkLst>
          <pc:docMk/>
          <pc:sldMk cId="2226621362" sldId="262"/>
        </pc:sldMkLst>
        <pc:spChg chg="mod">
          <ac:chgData name="Phipps, Michael" userId="22b19e64-ae93-4d74-aed7-bbb364ca0772" providerId="ADAL" clId="{13BA98C4-FDD0-47B7-A38D-A60AC871FCFB}" dt="2021-11-16T19:33:38.994" v="434" actId="20577"/>
          <ac:spMkLst>
            <pc:docMk/>
            <pc:sldMk cId="2226621362" sldId="262"/>
            <ac:spMk id="3" creationId="{108FD493-0977-4861-82F9-06C93679076D}"/>
          </ac:spMkLst>
        </pc:spChg>
      </pc:sldChg>
      <pc:sldChg chg="modSp mod ord">
        <pc:chgData name="Phipps, Michael" userId="22b19e64-ae93-4d74-aed7-bbb364ca0772" providerId="ADAL" clId="{13BA98C4-FDD0-47B7-A38D-A60AC871FCFB}" dt="2021-11-16T21:07:12.013" v="940" actId="20577"/>
        <pc:sldMkLst>
          <pc:docMk/>
          <pc:sldMk cId="2786538829" sldId="263"/>
        </pc:sldMkLst>
        <pc:spChg chg="mod">
          <ac:chgData name="Phipps, Michael" userId="22b19e64-ae93-4d74-aed7-bbb364ca0772" providerId="ADAL" clId="{13BA98C4-FDD0-47B7-A38D-A60AC871FCFB}" dt="2021-11-16T20:59:15.231" v="640" actId="20577"/>
          <ac:spMkLst>
            <pc:docMk/>
            <pc:sldMk cId="2786538829" sldId="263"/>
            <ac:spMk id="2" creationId="{3A483537-BDDB-4CE0-ACFD-057ED7786CB3}"/>
          </ac:spMkLst>
        </pc:spChg>
        <pc:spChg chg="mod">
          <ac:chgData name="Phipps, Michael" userId="22b19e64-ae93-4d74-aed7-bbb364ca0772" providerId="ADAL" clId="{13BA98C4-FDD0-47B7-A38D-A60AC871FCFB}" dt="2021-11-16T21:07:12.013" v="940" actId="20577"/>
          <ac:spMkLst>
            <pc:docMk/>
            <pc:sldMk cId="2786538829" sldId="263"/>
            <ac:spMk id="3" creationId="{F46404A1-E852-44AC-BA39-15E00392B1A3}"/>
          </ac:spMkLst>
        </pc:spChg>
      </pc:sldChg>
      <pc:sldChg chg="modSp mod">
        <pc:chgData name="Phipps, Michael" userId="22b19e64-ae93-4d74-aed7-bbb364ca0772" providerId="ADAL" clId="{13BA98C4-FDD0-47B7-A38D-A60AC871FCFB}" dt="2021-11-16T19:25:57.198" v="418" actId="20577"/>
        <pc:sldMkLst>
          <pc:docMk/>
          <pc:sldMk cId="2251167313" sldId="264"/>
        </pc:sldMkLst>
        <pc:spChg chg="mod">
          <ac:chgData name="Phipps, Michael" userId="22b19e64-ae93-4d74-aed7-bbb364ca0772" providerId="ADAL" clId="{13BA98C4-FDD0-47B7-A38D-A60AC871FCFB}" dt="2021-11-16T19:25:57.198" v="418" actId="20577"/>
          <ac:spMkLst>
            <pc:docMk/>
            <pc:sldMk cId="2251167313" sldId="264"/>
            <ac:spMk id="3" creationId="{F9E675CF-4535-4637-992D-4C2FA6B95F70}"/>
          </ac:spMkLst>
        </pc:spChg>
      </pc:sldChg>
      <pc:sldChg chg="modSp mod ord">
        <pc:chgData name="Phipps, Michael" userId="22b19e64-ae93-4d74-aed7-bbb364ca0772" providerId="ADAL" clId="{13BA98C4-FDD0-47B7-A38D-A60AC871FCFB}" dt="2021-11-16T21:22:11.556" v="1683" actId="13926"/>
        <pc:sldMkLst>
          <pc:docMk/>
          <pc:sldMk cId="3217712998" sldId="265"/>
        </pc:sldMkLst>
        <pc:spChg chg="mod">
          <ac:chgData name="Phipps, Michael" userId="22b19e64-ae93-4d74-aed7-bbb364ca0772" providerId="ADAL" clId="{13BA98C4-FDD0-47B7-A38D-A60AC871FCFB}" dt="2021-11-16T21:22:11.556" v="1683" actId="13926"/>
          <ac:spMkLst>
            <pc:docMk/>
            <pc:sldMk cId="3217712998" sldId="265"/>
            <ac:spMk id="3" creationId="{CD8F6644-0754-4619-9EF4-A3FAB05DBCFA}"/>
          </ac:spMkLst>
        </pc:spChg>
      </pc:sldChg>
      <pc:sldChg chg="ord">
        <pc:chgData name="Phipps, Michael" userId="22b19e64-ae93-4d74-aed7-bbb364ca0772" providerId="ADAL" clId="{13BA98C4-FDD0-47B7-A38D-A60AC871FCFB}" dt="2021-11-16T19:26:45.179" v="420"/>
        <pc:sldMkLst>
          <pc:docMk/>
          <pc:sldMk cId="240910040" sldId="266"/>
        </pc:sldMkLst>
      </pc:sldChg>
      <pc:sldChg chg="modSp mod ord">
        <pc:chgData name="Phipps, Michael" userId="22b19e64-ae93-4d74-aed7-bbb364ca0772" providerId="ADAL" clId="{13BA98C4-FDD0-47B7-A38D-A60AC871FCFB}" dt="2021-11-17T16:24:13.147" v="2104" actId="20577"/>
        <pc:sldMkLst>
          <pc:docMk/>
          <pc:sldMk cId="1066954727" sldId="267"/>
        </pc:sldMkLst>
        <pc:spChg chg="mod">
          <ac:chgData name="Phipps, Michael" userId="22b19e64-ae93-4d74-aed7-bbb364ca0772" providerId="ADAL" clId="{13BA98C4-FDD0-47B7-A38D-A60AC871FCFB}" dt="2021-11-17T16:24:13.147" v="2104" actId="20577"/>
          <ac:spMkLst>
            <pc:docMk/>
            <pc:sldMk cId="1066954727" sldId="267"/>
            <ac:spMk id="3" creationId="{78CC7BCF-C152-43BD-B9D8-F9B725C800B5}"/>
          </ac:spMkLst>
        </pc:spChg>
      </pc:sldChg>
      <pc:sldChg chg="modSp mod ord">
        <pc:chgData name="Phipps, Michael" userId="22b19e64-ae93-4d74-aed7-bbb364ca0772" providerId="ADAL" clId="{13BA98C4-FDD0-47B7-A38D-A60AC871FCFB}" dt="2021-11-16T20:53:56.030" v="630" actId="20577"/>
        <pc:sldMkLst>
          <pc:docMk/>
          <pc:sldMk cId="3059531906" sldId="268"/>
        </pc:sldMkLst>
        <pc:spChg chg="mod">
          <ac:chgData name="Phipps, Michael" userId="22b19e64-ae93-4d74-aed7-bbb364ca0772" providerId="ADAL" clId="{13BA98C4-FDD0-47B7-A38D-A60AC871FCFB}" dt="2021-11-16T20:53:56.030" v="630" actId="20577"/>
          <ac:spMkLst>
            <pc:docMk/>
            <pc:sldMk cId="3059531906" sldId="268"/>
            <ac:spMk id="3" creationId="{E1D492A5-21AC-4888-94EC-0FAA7D12CE58}"/>
          </ac:spMkLst>
        </pc:spChg>
      </pc:sldChg>
      <pc:sldChg chg="modSp mod ord">
        <pc:chgData name="Phipps, Michael" userId="22b19e64-ae93-4d74-aed7-bbb364ca0772" providerId="ADAL" clId="{13BA98C4-FDD0-47B7-A38D-A60AC871FCFB}" dt="2021-11-17T16:24:59.652" v="2134" actId="2711"/>
        <pc:sldMkLst>
          <pc:docMk/>
          <pc:sldMk cId="737476493" sldId="269"/>
        </pc:sldMkLst>
        <pc:spChg chg="mod">
          <ac:chgData name="Phipps, Michael" userId="22b19e64-ae93-4d74-aed7-bbb364ca0772" providerId="ADAL" clId="{13BA98C4-FDD0-47B7-A38D-A60AC871FCFB}" dt="2021-11-17T16:24:59.652" v="2134" actId="2711"/>
          <ac:spMkLst>
            <pc:docMk/>
            <pc:sldMk cId="737476493" sldId="269"/>
            <ac:spMk id="3" creationId="{07D526FF-A61E-4D0F-BCF5-D6635976F875}"/>
          </ac:spMkLst>
        </pc:spChg>
      </pc:sldChg>
      <pc:sldChg chg="modSp mod ord">
        <pc:chgData name="Phipps, Michael" userId="22b19e64-ae93-4d74-aed7-bbb364ca0772" providerId="ADAL" clId="{13BA98C4-FDD0-47B7-A38D-A60AC871FCFB}" dt="2021-11-17T16:25:31.951" v="2136" actId="2711"/>
        <pc:sldMkLst>
          <pc:docMk/>
          <pc:sldMk cId="2970455600" sldId="270"/>
        </pc:sldMkLst>
        <pc:spChg chg="mod">
          <ac:chgData name="Phipps, Michael" userId="22b19e64-ae93-4d74-aed7-bbb364ca0772" providerId="ADAL" clId="{13BA98C4-FDD0-47B7-A38D-A60AC871FCFB}" dt="2021-11-17T16:25:31.951" v="2136" actId="2711"/>
          <ac:spMkLst>
            <pc:docMk/>
            <pc:sldMk cId="2970455600" sldId="270"/>
            <ac:spMk id="3" creationId="{26803673-A93E-4836-9D32-4D46AC1E2518}"/>
          </ac:spMkLst>
        </pc:spChg>
      </pc:sldChg>
      <pc:sldChg chg="modSp mod">
        <pc:chgData name="Phipps, Michael" userId="22b19e64-ae93-4d74-aed7-bbb364ca0772" providerId="ADAL" clId="{13BA98C4-FDD0-47B7-A38D-A60AC871FCFB}" dt="2021-11-17T17:21:50.349" v="3352" actId="20577"/>
        <pc:sldMkLst>
          <pc:docMk/>
          <pc:sldMk cId="3166018084" sldId="274"/>
        </pc:sldMkLst>
        <pc:spChg chg="mod">
          <ac:chgData name="Phipps, Michael" userId="22b19e64-ae93-4d74-aed7-bbb364ca0772" providerId="ADAL" clId="{13BA98C4-FDD0-47B7-A38D-A60AC871FCFB}" dt="2021-11-17T17:21:50.349" v="3352" actId="20577"/>
          <ac:spMkLst>
            <pc:docMk/>
            <pc:sldMk cId="3166018084" sldId="274"/>
            <ac:spMk id="2" creationId="{D3A450D0-D244-4EEE-8E0C-9BBC88A69626}"/>
          </ac:spMkLst>
        </pc:spChg>
      </pc:sldChg>
      <pc:sldChg chg="addSp delSp modSp mod ord">
        <pc:chgData name="Phipps, Michael" userId="22b19e64-ae93-4d74-aed7-bbb364ca0772" providerId="ADAL" clId="{13BA98C4-FDD0-47B7-A38D-A60AC871FCFB}" dt="2021-11-17T17:49:52.286" v="3889" actId="1076"/>
        <pc:sldMkLst>
          <pc:docMk/>
          <pc:sldMk cId="918842715" sldId="276"/>
        </pc:sldMkLst>
        <pc:spChg chg="mod">
          <ac:chgData name="Phipps, Michael" userId="22b19e64-ae93-4d74-aed7-bbb364ca0772" providerId="ADAL" clId="{13BA98C4-FDD0-47B7-A38D-A60AC871FCFB}" dt="2021-11-17T17:48:04.531" v="3767" actId="1076"/>
          <ac:spMkLst>
            <pc:docMk/>
            <pc:sldMk cId="918842715" sldId="276"/>
            <ac:spMk id="3" creationId="{45EE816A-C410-4338-88EB-3F43598B69BF}"/>
          </ac:spMkLst>
        </pc:spChg>
        <pc:spChg chg="add del mod">
          <ac:chgData name="Phipps, Michael" userId="22b19e64-ae93-4d74-aed7-bbb364ca0772" providerId="ADAL" clId="{13BA98C4-FDD0-47B7-A38D-A60AC871FCFB}" dt="2021-11-17T17:49:52.286" v="3889" actId="1076"/>
          <ac:spMkLst>
            <pc:docMk/>
            <pc:sldMk cId="918842715" sldId="276"/>
            <ac:spMk id="4" creationId="{E9882573-D1CE-4E12-8CB6-15DF838B4001}"/>
          </ac:spMkLst>
        </pc:spChg>
      </pc:sldChg>
      <pc:sldChg chg="modSp mod ord">
        <pc:chgData name="Phipps, Michael" userId="22b19e64-ae93-4d74-aed7-bbb364ca0772" providerId="ADAL" clId="{13BA98C4-FDD0-47B7-A38D-A60AC871FCFB}" dt="2021-11-17T17:46:39.801" v="3753"/>
        <pc:sldMkLst>
          <pc:docMk/>
          <pc:sldMk cId="2928171878" sldId="277"/>
        </pc:sldMkLst>
        <pc:spChg chg="mod">
          <ac:chgData name="Phipps, Michael" userId="22b19e64-ae93-4d74-aed7-bbb364ca0772" providerId="ADAL" clId="{13BA98C4-FDD0-47B7-A38D-A60AC871FCFB}" dt="2021-11-17T17:22:49.160" v="3457" actId="20577"/>
          <ac:spMkLst>
            <pc:docMk/>
            <pc:sldMk cId="2928171878" sldId="277"/>
            <ac:spMk id="3" creationId="{156BDBB4-DE5F-4D04-B797-6CDB2C160B4A}"/>
          </ac:spMkLst>
        </pc:spChg>
      </pc:sldChg>
      <pc:sldChg chg="add">
        <pc:chgData name="Phipps, Michael" userId="22b19e64-ae93-4d74-aed7-bbb364ca0772" providerId="ADAL" clId="{13BA98C4-FDD0-47B7-A38D-A60AC871FCFB}" dt="2021-11-17T17:54:26.922" v="4305"/>
        <pc:sldMkLst>
          <pc:docMk/>
          <pc:sldMk cId="191429534" sldId="342"/>
        </pc:sldMkLst>
      </pc:sldChg>
      <pc:sldChg chg="modSp mod">
        <pc:chgData name="Phipps, Michael" userId="22b19e64-ae93-4d74-aed7-bbb364ca0772" providerId="ADAL" clId="{13BA98C4-FDD0-47B7-A38D-A60AC871FCFB}" dt="2021-11-17T17:56:07.679" v="4361" actId="20577"/>
        <pc:sldMkLst>
          <pc:docMk/>
          <pc:sldMk cId="3412521850" sldId="343"/>
        </pc:sldMkLst>
        <pc:spChg chg="mod">
          <ac:chgData name="Phipps, Michael" userId="22b19e64-ae93-4d74-aed7-bbb364ca0772" providerId="ADAL" clId="{13BA98C4-FDD0-47B7-A38D-A60AC871FCFB}" dt="2021-11-17T17:56:07.679" v="4361" actId="20577"/>
          <ac:spMkLst>
            <pc:docMk/>
            <pc:sldMk cId="3412521850" sldId="343"/>
            <ac:spMk id="3" creationId="{FC48305D-0690-45F8-B490-99959FD06A97}"/>
          </ac:spMkLst>
        </pc:spChg>
      </pc:sldChg>
      <pc:sldChg chg="modSp mod">
        <pc:chgData name="Phipps, Michael" userId="22b19e64-ae93-4d74-aed7-bbb364ca0772" providerId="ADAL" clId="{13BA98C4-FDD0-47B7-A38D-A60AC871FCFB}" dt="2021-11-17T18:12:40.117" v="4825" actId="20577"/>
        <pc:sldMkLst>
          <pc:docMk/>
          <pc:sldMk cId="179736167" sldId="345"/>
        </pc:sldMkLst>
        <pc:spChg chg="mod">
          <ac:chgData name="Phipps, Michael" userId="22b19e64-ae93-4d74-aed7-bbb364ca0772" providerId="ADAL" clId="{13BA98C4-FDD0-47B7-A38D-A60AC871FCFB}" dt="2021-11-17T18:12:40.117" v="4825" actId="20577"/>
          <ac:spMkLst>
            <pc:docMk/>
            <pc:sldMk cId="179736167" sldId="345"/>
            <ac:spMk id="2" creationId="{F4B939CA-4F5B-4097-BDD4-AF499A12035B}"/>
          </ac:spMkLst>
        </pc:spChg>
        <pc:spChg chg="mod">
          <ac:chgData name="Phipps, Michael" userId="22b19e64-ae93-4d74-aed7-bbb364ca0772" providerId="ADAL" clId="{13BA98C4-FDD0-47B7-A38D-A60AC871FCFB}" dt="2021-11-17T18:12:18.958" v="4800" actId="20577"/>
          <ac:spMkLst>
            <pc:docMk/>
            <pc:sldMk cId="179736167" sldId="345"/>
            <ac:spMk id="3" creationId="{F15A0971-40AA-4476-9EA5-74C90EA1B67D}"/>
          </ac:spMkLst>
        </pc:spChg>
      </pc:sldChg>
      <pc:sldChg chg="modSp mod">
        <pc:chgData name="Phipps, Michael" userId="22b19e64-ae93-4d74-aed7-bbb364ca0772" providerId="ADAL" clId="{13BA98C4-FDD0-47B7-A38D-A60AC871FCFB}" dt="2021-11-17T18:15:10.294" v="4952" actId="20577"/>
        <pc:sldMkLst>
          <pc:docMk/>
          <pc:sldMk cId="1550456957" sldId="347"/>
        </pc:sldMkLst>
        <pc:spChg chg="mod">
          <ac:chgData name="Phipps, Michael" userId="22b19e64-ae93-4d74-aed7-bbb364ca0772" providerId="ADAL" clId="{13BA98C4-FDD0-47B7-A38D-A60AC871FCFB}" dt="2021-11-17T18:15:10.294" v="4952" actId="20577"/>
          <ac:spMkLst>
            <pc:docMk/>
            <pc:sldMk cId="1550456957" sldId="347"/>
            <ac:spMk id="3" creationId="{840CA9D1-F224-48A6-9688-0E03C8A3C493}"/>
          </ac:spMkLst>
        </pc:spChg>
      </pc:sldChg>
      <pc:sldChg chg="modSp mod">
        <pc:chgData name="Phipps, Michael" userId="22b19e64-ae93-4d74-aed7-bbb364ca0772" providerId="ADAL" clId="{13BA98C4-FDD0-47B7-A38D-A60AC871FCFB}" dt="2021-11-17T18:15:46.984" v="4955" actId="33524"/>
        <pc:sldMkLst>
          <pc:docMk/>
          <pc:sldMk cId="4099370897" sldId="348"/>
        </pc:sldMkLst>
        <pc:spChg chg="mod">
          <ac:chgData name="Phipps, Michael" userId="22b19e64-ae93-4d74-aed7-bbb364ca0772" providerId="ADAL" clId="{13BA98C4-FDD0-47B7-A38D-A60AC871FCFB}" dt="2021-11-17T18:15:46.984" v="4955" actId="33524"/>
          <ac:spMkLst>
            <pc:docMk/>
            <pc:sldMk cId="4099370897" sldId="348"/>
            <ac:spMk id="3" creationId="{99E623AA-C5C7-40DA-8678-E3D5FE746E1B}"/>
          </ac:spMkLst>
        </pc:spChg>
      </pc:sldChg>
      <pc:sldChg chg="modSp mod">
        <pc:chgData name="Phipps, Michael" userId="22b19e64-ae93-4d74-aed7-bbb364ca0772" providerId="ADAL" clId="{13BA98C4-FDD0-47B7-A38D-A60AC871FCFB}" dt="2021-11-17T18:31:34.497" v="5685" actId="20577"/>
        <pc:sldMkLst>
          <pc:docMk/>
          <pc:sldMk cId="1283423860" sldId="349"/>
        </pc:sldMkLst>
        <pc:spChg chg="mod">
          <ac:chgData name="Phipps, Michael" userId="22b19e64-ae93-4d74-aed7-bbb364ca0772" providerId="ADAL" clId="{13BA98C4-FDD0-47B7-A38D-A60AC871FCFB}" dt="2021-11-17T18:21:10.151" v="5044" actId="20577"/>
          <ac:spMkLst>
            <pc:docMk/>
            <pc:sldMk cId="1283423860" sldId="349"/>
            <ac:spMk id="2" creationId="{8076F736-5900-45D3-BB57-64CDCA5E4BF2}"/>
          </ac:spMkLst>
        </pc:spChg>
        <pc:spChg chg="mod">
          <ac:chgData name="Phipps, Michael" userId="22b19e64-ae93-4d74-aed7-bbb364ca0772" providerId="ADAL" clId="{13BA98C4-FDD0-47B7-A38D-A60AC871FCFB}" dt="2021-11-17T18:31:34.497" v="5685" actId="20577"/>
          <ac:spMkLst>
            <pc:docMk/>
            <pc:sldMk cId="1283423860" sldId="349"/>
            <ac:spMk id="3" creationId="{98C8969C-73AD-4011-A7BF-6554BFEF4982}"/>
          </ac:spMkLst>
        </pc:spChg>
      </pc:sldChg>
      <pc:sldChg chg="modSp mod">
        <pc:chgData name="Phipps, Michael" userId="22b19e64-ae93-4d74-aed7-bbb364ca0772" providerId="ADAL" clId="{13BA98C4-FDD0-47B7-A38D-A60AC871FCFB}" dt="2021-11-16T19:34:22.355" v="457" actId="20577"/>
        <pc:sldMkLst>
          <pc:docMk/>
          <pc:sldMk cId="3884203014" sldId="352"/>
        </pc:sldMkLst>
        <pc:spChg chg="mod">
          <ac:chgData name="Phipps, Michael" userId="22b19e64-ae93-4d74-aed7-bbb364ca0772" providerId="ADAL" clId="{13BA98C4-FDD0-47B7-A38D-A60AC871FCFB}" dt="2021-11-16T19:34:22.355" v="457" actId="20577"/>
          <ac:spMkLst>
            <pc:docMk/>
            <pc:sldMk cId="3884203014" sldId="352"/>
            <ac:spMk id="3" creationId="{D5CF3F7B-4D79-4405-BF9E-BCAD837E0729}"/>
          </ac:spMkLst>
        </pc:spChg>
      </pc:sldChg>
      <pc:sldChg chg="new del">
        <pc:chgData name="Phipps, Michael" userId="22b19e64-ae93-4d74-aed7-bbb364ca0772" providerId="ADAL" clId="{13BA98C4-FDD0-47B7-A38D-A60AC871FCFB}" dt="2021-11-16T21:02:12.535" v="844" actId="2696"/>
        <pc:sldMkLst>
          <pc:docMk/>
          <pc:sldMk cId="1102003768" sldId="355"/>
        </pc:sldMkLst>
      </pc:sldChg>
      <pc:sldChg chg="modSp add mod">
        <pc:chgData name="Phipps, Michael" userId="22b19e64-ae93-4d74-aed7-bbb364ca0772" providerId="ADAL" clId="{13BA98C4-FDD0-47B7-A38D-A60AC871FCFB}" dt="2021-11-17T17:43:39.680" v="3678" actId="20577"/>
        <pc:sldMkLst>
          <pc:docMk/>
          <pc:sldMk cId="1985541342" sldId="356"/>
        </pc:sldMkLst>
        <pc:spChg chg="mod">
          <ac:chgData name="Phipps, Michael" userId="22b19e64-ae93-4d74-aed7-bbb364ca0772" providerId="ADAL" clId="{13BA98C4-FDD0-47B7-A38D-A60AC871FCFB}" dt="2021-11-17T17:43:39.680" v="3678" actId="20577"/>
          <ac:spMkLst>
            <pc:docMk/>
            <pc:sldMk cId="1985541342" sldId="356"/>
            <ac:spMk id="3" creationId="{F46404A1-E852-44AC-BA39-15E00392B1A3}"/>
          </ac:spMkLst>
        </pc:spChg>
      </pc:sldChg>
      <pc:sldChg chg="modSp new mod">
        <pc:chgData name="Phipps, Michael" userId="22b19e64-ae93-4d74-aed7-bbb364ca0772" providerId="ADAL" clId="{13BA98C4-FDD0-47B7-A38D-A60AC871FCFB}" dt="2021-11-16T21:16:34.747" v="1313" actId="313"/>
        <pc:sldMkLst>
          <pc:docMk/>
          <pc:sldMk cId="3037761519" sldId="357"/>
        </pc:sldMkLst>
        <pc:spChg chg="mod">
          <ac:chgData name="Phipps, Michael" userId="22b19e64-ae93-4d74-aed7-bbb364ca0772" providerId="ADAL" clId="{13BA98C4-FDD0-47B7-A38D-A60AC871FCFB}" dt="2021-11-16T21:07:22.634" v="953" actId="20577"/>
          <ac:spMkLst>
            <pc:docMk/>
            <pc:sldMk cId="3037761519" sldId="357"/>
            <ac:spMk id="2" creationId="{FD77F7C6-FFDA-4C2F-8782-CA8971A369BC}"/>
          </ac:spMkLst>
        </pc:spChg>
        <pc:spChg chg="mod">
          <ac:chgData name="Phipps, Michael" userId="22b19e64-ae93-4d74-aed7-bbb364ca0772" providerId="ADAL" clId="{13BA98C4-FDD0-47B7-A38D-A60AC871FCFB}" dt="2021-11-16T21:16:34.747" v="1313" actId="313"/>
          <ac:spMkLst>
            <pc:docMk/>
            <pc:sldMk cId="3037761519" sldId="357"/>
            <ac:spMk id="3" creationId="{991EE31C-9AE6-4057-B223-D0FB518921C3}"/>
          </ac:spMkLst>
        </pc:spChg>
      </pc:sldChg>
      <pc:sldChg chg="addSp delSp modSp new mod modClrScheme chgLayout">
        <pc:chgData name="Phipps, Michael" userId="22b19e64-ae93-4d74-aed7-bbb364ca0772" providerId="ADAL" clId="{13BA98C4-FDD0-47B7-A38D-A60AC871FCFB}" dt="2021-11-16T21:21:11.765" v="1680" actId="20577"/>
        <pc:sldMkLst>
          <pc:docMk/>
          <pc:sldMk cId="4213811351" sldId="358"/>
        </pc:sldMkLst>
        <pc:spChg chg="del mod ord">
          <ac:chgData name="Phipps, Michael" userId="22b19e64-ae93-4d74-aed7-bbb364ca0772" providerId="ADAL" clId="{13BA98C4-FDD0-47B7-A38D-A60AC871FCFB}" dt="2021-11-16T21:17:09.923" v="1315" actId="700"/>
          <ac:spMkLst>
            <pc:docMk/>
            <pc:sldMk cId="4213811351" sldId="358"/>
            <ac:spMk id="2" creationId="{CA4EB677-8281-47CF-A7C9-76096C537A89}"/>
          </ac:spMkLst>
        </pc:spChg>
        <pc:spChg chg="del mod ord">
          <ac:chgData name="Phipps, Michael" userId="22b19e64-ae93-4d74-aed7-bbb364ca0772" providerId="ADAL" clId="{13BA98C4-FDD0-47B7-A38D-A60AC871FCFB}" dt="2021-11-16T21:17:09.923" v="1315" actId="700"/>
          <ac:spMkLst>
            <pc:docMk/>
            <pc:sldMk cId="4213811351" sldId="358"/>
            <ac:spMk id="3" creationId="{01374120-1535-421B-B815-B852E2D2BCBE}"/>
          </ac:spMkLst>
        </pc:spChg>
        <pc:spChg chg="add mod ord">
          <ac:chgData name="Phipps, Michael" userId="22b19e64-ae93-4d74-aed7-bbb364ca0772" providerId="ADAL" clId="{13BA98C4-FDD0-47B7-A38D-A60AC871FCFB}" dt="2021-11-16T21:17:35.476" v="1366" actId="20577"/>
          <ac:spMkLst>
            <pc:docMk/>
            <pc:sldMk cId="4213811351" sldId="358"/>
            <ac:spMk id="4" creationId="{9AEDAEF7-09C6-4292-BAD3-356F578C70BE}"/>
          </ac:spMkLst>
        </pc:spChg>
        <pc:spChg chg="add mod ord">
          <ac:chgData name="Phipps, Michael" userId="22b19e64-ae93-4d74-aed7-bbb364ca0772" providerId="ADAL" clId="{13BA98C4-FDD0-47B7-A38D-A60AC871FCFB}" dt="2021-11-16T21:17:22.225" v="1331" actId="20577"/>
          <ac:spMkLst>
            <pc:docMk/>
            <pc:sldMk cId="4213811351" sldId="358"/>
            <ac:spMk id="5" creationId="{F1CCEABB-B5DB-4D46-9553-9CE0D67E9884}"/>
          </ac:spMkLst>
        </pc:spChg>
        <pc:spChg chg="add mod ord">
          <ac:chgData name="Phipps, Michael" userId="22b19e64-ae93-4d74-aed7-bbb364ca0772" providerId="ADAL" clId="{13BA98C4-FDD0-47B7-A38D-A60AC871FCFB}" dt="2021-11-16T21:19:22.513" v="1522" actId="20577"/>
          <ac:spMkLst>
            <pc:docMk/>
            <pc:sldMk cId="4213811351" sldId="358"/>
            <ac:spMk id="6" creationId="{68BE1BFA-87BF-4C17-A5E6-E5732E776C72}"/>
          </ac:spMkLst>
        </pc:spChg>
        <pc:spChg chg="add mod ord">
          <ac:chgData name="Phipps, Michael" userId="22b19e64-ae93-4d74-aed7-bbb364ca0772" providerId="ADAL" clId="{13BA98C4-FDD0-47B7-A38D-A60AC871FCFB}" dt="2021-11-16T21:17:26.192" v="1342" actId="20577"/>
          <ac:spMkLst>
            <pc:docMk/>
            <pc:sldMk cId="4213811351" sldId="358"/>
            <ac:spMk id="7" creationId="{0E45CBB0-2F2C-43E3-B576-5E2B17D818CB}"/>
          </ac:spMkLst>
        </pc:spChg>
        <pc:spChg chg="add mod ord">
          <ac:chgData name="Phipps, Michael" userId="22b19e64-ae93-4d74-aed7-bbb364ca0772" providerId="ADAL" clId="{13BA98C4-FDD0-47B7-A38D-A60AC871FCFB}" dt="2021-11-16T21:21:11.765" v="1680" actId="20577"/>
          <ac:spMkLst>
            <pc:docMk/>
            <pc:sldMk cId="4213811351" sldId="358"/>
            <ac:spMk id="8" creationId="{384EEE57-4B1E-4956-96CE-A014B1B4720A}"/>
          </ac:spMkLst>
        </pc:spChg>
      </pc:sldChg>
      <pc:sldChg chg="modSp new mod">
        <pc:chgData name="Phipps, Michael" userId="22b19e64-ae93-4d74-aed7-bbb364ca0772" providerId="ADAL" clId="{13BA98C4-FDD0-47B7-A38D-A60AC871FCFB}" dt="2021-11-17T15:53:29.261" v="2100" actId="20577"/>
        <pc:sldMkLst>
          <pc:docMk/>
          <pc:sldMk cId="2069717168" sldId="359"/>
        </pc:sldMkLst>
        <pc:spChg chg="mod">
          <ac:chgData name="Phipps, Michael" userId="22b19e64-ae93-4d74-aed7-bbb364ca0772" providerId="ADAL" clId="{13BA98C4-FDD0-47B7-A38D-A60AC871FCFB}" dt="2021-11-16T21:23:42.441" v="1694" actId="20577"/>
          <ac:spMkLst>
            <pc:docMk/>
            <pc:sldMk cId="2069717168" sldId="359"/>
            <ac:spMk id="2" creationId="{64B8B72A-1B4D-4098-927D-37405EFAB61C}"/>
          </ac:spMkLst>
        </pc:spChg>
        <pc:spChg chg="mod">
          <ac:chgData name="Phipps, Michael" userId="22b19e64-ae93-4d74-aed7-bbb364ca0772" providerId="ADAL" clId="{13BA98C4-FDD0-47B7-A38D-A60AC871FCFB}" dt="2021-11-17T15:53:29.261" v="2100" actId="20577"/>
          <ac:spMkLst>
            <pc:docMk/>
            <pc:sldMk cId="2069717168" sldId="359"/>
            <ac:spMk id="3" creationId="{DF6ACC5F-06D7-43C7-9563-B7DFB9A89843}"/>
          </ac:spMkLst>
        </pc:spChg>
      </pc:sldChg>
      <pc:sldChg chg="addSp modSp new mod setBg">
        <pc:chgData name="Phipps, Michael" userId="22b19e64-ae93-4d74-aed7-bbb364ca0772" providerId="ADAL" clId="{13BA98C4-FDD0-47B7-A38D-A60AC871FCFB}" dt="2021-11-17T16:36:50.672" v="2596" actId="14100"/>
        <pc:sldMkLst>
          <pc:docMk/>
          <pc:sldMk cId="3536504112" sldId="360"/>
        </pc:sldMkLst>
        <pc:spChg chg="mod">
          <ac:chgData name="Phipps, Michael" userId="22b19e64-ae93-4d74-aed7-bbb364ca0772" providerId="ADAL" clId="{13BA98C4-FDD0-47B7-A38D-A60AC871FCFB}" dt="2021-11-17T16:36:36.255" v="2593" actId="26606"/>
          <ac:spMkLst>
            <pc:docMk/>
            <pc:sldMk cId="3536504112" sldId="360"/>
            <ac:spMk id="2" creationId="{8ADBCB3F-A5C5-4960-86FA-C8FC7BFFC83D}"/>
          </ac:spMkLst>
        </pc:spChg>
        <pc:spChg chg="mod">
          <ac:chgData name="Phipps, Michael" userId="22b19e64-ae93-4d74-aed7-bbb364ca0772" providerId="ADAL" clId="{13BA98C4-FDD0-47B7-A38D-A60AC871FCFB}" dt="2021-11-17T16:36:50.672" v="2596" actId="14100"/>
          <ac:spMkLst>
            <pc:docMk/>
            <pc:sldMk cId="3536504112" sldId="360"/>
            <ac:spMk id="3" creationId="{39171F6B-C873-4AD9-B526-13A535F1F7DE}"/>
          </ac:spMkLst>
        </pc:spChg>
        <pc:spChg chg="add">
          <ac:chgData name="Phipps, Michael" userId="22b19e64-ae93-4d74-aed7-bbb364ca0772" providerId="ADAL" clId="{13BA98C4-FDD0-47B7-A38D-A60AC871FCFB}" dt="2021-11-17T16:36:36.255" v="2593" actId="26606"/>
          <ac:spMkLst>
            <pc:docMk/>
            <pc:sldMk cId="3536504112" sldId="360"/>
            <ac:spMk id="10" creationId="{8FC9BE17-9A7B-462D-AE50-3D8777387304}"/>
          </ac:spMkLst>
        </pc:spChg>
        <pc:spChg chg="add">
          <ac:chgData name="Phipps, Michael" userId="22b19e64-ae93-4d74-aed7-bbb364ca0772" providerId="ADAL" clId="{13BA98C4-FDD0-47B7-A38D-A60AC871FCFB}" dt="2021-11-17T16:36:36.255" v="2593" actId="26606"/>
          <ac:spMkLst>
            <pc:docMk/>
            <pc:sldMk cId="3536504112" sldId="360"/>
            <ac:spMk id="12" creationId="{3EBE8569-6AEC-4B8C-8D53-2DE337CDBA65}"/>
          </ac:spMkLst>
        </pc:spChg>
        <pc:spChg chg="add">
          <ac:chgData name="Phipps, Michael" userId="22b19e64-ae93-4d74-aed7-bbb364ca0772" providerId="ADAL" clId="{13BA98C4-FDD0-47B7-A38D-A60AC871FCFB}" dt="2021-11-17T16:36:36.255" v="2593" actId="26606"/>
          <ac:spMkLst>
            <pc:docMk/>
            <pc:sldMk cId="3536504112" sldId="360"/>
            <ac:spMk id="14" creationId="{55D4142C-5077-457F-A6AD-3FECFDB39685}"/>
          </ac:spMkLst>
        </pc:spChg>
        <pc:spChg chg="add">
          <ac:chgData name="Phipps, Michael" userId="22b19e64-ae93-4d74-aed7-bbb364ca0772" providerId="ADAL" clId="{13BA98C4-FDD0-47B7-A38D-A60AC871FCFB}" dt="2021-11-17T16:36:36.255" v="2593" actId="26606"/>
          <ac:spMkLst>
            <pc:docMk/>
            <pc:sldMk cId="3536504112" sldId="360"/>
            <ac:spMk id="16" creationId="{7A5F0580-5EE9-419F-96EE-B6529EF6E7D0}"/>
          </ac:spMkLst>
        </pc:spChg>
        <pc:picChg chg="add mod ord">
          <ac:chgData name="Phipps, Michael" userId="22b19e64-ae93-4d74-aed7-bbb364ca0772" providerId="ADAL" clId="{13BA98C4-FDD0-47B7-A38D-A60AC871FCFB}" dt="2021-11-17T16:36:36.255" v="2593" actId="26606"/>
          <ac:picMkLst>
            <pc:docMk/>
            <pc:sldMk cId="3536504112" sldId="360"/>
            <ac:picMk id="5" creationId="{88EEBDAB-FB45-40E0-9E18-E09DFB5D7BEB}"/>
          </ac:picMkLst>
        </pc:picChg>
      </pc:sldChg>
      <pc:sldChg chg="modSp new mod">
        <pc:chgData name="Phipps, Michael" userId="22b19e64-ae93-4d74-aed7-bbb364ca0772" providerId="ADAL" clId="{13BA98C4-FDD0-47B7-A38D-A60AC871FCFB}" dt="2021-11-17T16:57:54.394" v="3076" actId="20577"/>
        <pc:sldMkLst>
          <pc:docMk/>
          <pc:sldMk cId="2619444753" sldId="361"/>
        </pc:sldMkLst>
        <pc:spChg chg="mod">
          <ac:chgData name="Phipps, Michael" userId="22b19e64-ae93-4d74-aed7-bbb364ca0772" providerId="ADAL" clId="{13BA98C4-FDD0-47B7-A38D-A60AC871FCFB}" dt="2021-11-17T16:55:01.511" v="2660" actId="5793"/>
          <ac:spMkLst>
            <pc:docMk/>
            <pc:sldMk cId="2619444753" sldId="361"/>
            <ac:spMk id="2" creationId="{1496F959-0E38-444C-A440-9B80B8DC8280}"/>
          </ac:spMkLst>
        </pc:spChg>
        <pc:spChg chg="mod">
          <ac:chgData name="Phipps, Michael" userId="22b19e64-ae93-4d74-aed7-bbb364ca0772" providerId="ADAL" clId="{13BA98C4-FDD0-47B7-A38D-A60AC871FCFB}" dt="2021-11-17T16:57:54.394" v="3076" actId="20577"/>
          <ac:spMkLst>
            <pc:docMk/>
            <pc:sldMk cId="2619444753" sldId="361"/>
            <ac:spMk id="3" creationId="{94A0143C-0DDA-4773-8200-EA42F2EA62A8}"/>
          </ac:spMkLst>
        </pc:spChg>
      </pc:sldChg>
      <pc:sldChg chg="addSp delSp modSp new mod">
        <pc:chgData name="Phipps, Michael" userId="22b19e64-ae93-4d74-aed7-bbb364ca0772" providerId="ADAL" clId="{13BA98C4-FDD0-47B7-A38D-A60AC871FCFB}" dt="2021-11-17T17:20:07.611" v="3336" actId="14100"/>
        <pc:sldMkLst>
          <pc:docMk/>
          <pc:sldMk cId="1620944869" sldId="362"/>
        </pc:sldMkLst>
        <pc:spChg chg="mod">
          <ac:chgData name="Phipps, Michael" userId="22b19e64-ae93-4d74-aed7-bbb364ca0772" providerId="ADAL" clId="{13BA98C4-FDD0-47B7-A38D-A60AC871FCFB}" dt="2021-11-17T16:59:48.355" v="3161" actId="20577"/>
          <ac:spMkLst>
            <pc:docMk/>
            <pc:sldMk cId="1620944869" sldId="362"/>
            <ac:spMk id="2" creationId="{C13BA7C6-AEAF-416F-819B-A973A3F61242}"/>
          </ac:spMkLst>
        </pc:spChg>
        <pc:spChg chg="del">
          <ac:chgData name="Phipps, Michael" userId="22b19e64-ae93-4d74-aed7-bbb364ca0772" providerId="ADAL" clId="{13BA98C4-FDD0-47B7-A38D-A60AC871FCFB}" dt="2021-11-17T16:59:24.583" v="3134" actId="478"/>
          <ac:spMkLst>
            <pc:docMk/>
            <pc:sldMk cId="1620944869" sldId="362"/>
            <ac:spMk id="3" creationId="{E35B7FF6-0384-4FA0-BE40-E7C5F205CDFF}"/>
          </ac:spMkLst>
        </pc:spChg>
        <pc:spChg chg="add mod">
          <ac:chgData name="Phipps, Michael" userId="22b19e64-ae93-4d74-aed7-bbb364ca0772" providerId="ADAL" clId="{13BA98C4-FDD0-47B7-A38D-A60AC871FCFB}" dt="2021-11-17T17:01:48.568" v="3209" actId="14100"/>
          <ac:spMkLst>
            <pc:docMk/>
            <pc:sldMk cId="1620944869" sldId="362"/>
            <ac:spMk id="4" creationId="{5210BF6B-537C-465C-A84F-C494125E5C97}"/>
          </ac:spMkLst>
        </pc:spChg>
        <pc:spChg chg="add del mod">
          <ac:chgData name="Phipps, Michael" userId="22b19e64-ae93-4d74-aed7-bbb364ca0772" providerId="ADAL" clId="{13BA98C4-FDD0-47B7-A38D-A60AC871FCFB}" dt="2021-11-17T17:02:16.058" v="3210" actId="478"/>
          <ac:spMkLst>
            <pc:docMk/>
            <pc:sldMk cId="1620944869" sldId="362"/>
            <ac:spMk id="5" creationId="{3AD63CE3-3D98-4A21-A98B-115224DA5D2F}"/>
          </ac:spMkLst>
        </pc:spChg>
        <pc:spChg chg="add del mod">
          <ac:chgData name="Phipps, Michael" userId="22b19e64-ae93-4d74-aed7-bbb364ca0772" providerId="ADAL" clId="{13BA98C4-FDD0-47B7-A38D-A60AC871FCFB}" dt="2021-11-17T17:02:16.058" v="3210" actId="478"/>
          <ac:spMkLst>
            <pc:docMk/>
            <pc:sldMk cId="1620944869" sldId="362"/>
            <ac:spMk id="8" creationId="{75A88B5E-5BD9-4287-80C4-6965A1958676}"/>
          </ac:spMkLst>
        </pc:spChg>
        <pc:spChg chg="add mod">
          <ac:chgData name="Phipps, Michael" userId="22b19e64-ae93-4d74-aed7-bbb364ca0772" providerId="ADAL" clId="{13BA98C4-FDD0-47B7-A38D-A60AC871FCFB}" dt="2021-11-17T17:02:47.989" v="3223" actId="1076"/>
          <ac:spMkLst>
            <pc:docMk/>
            <pc:sldMk cId="1620944869" sldId="362"/>
            <ac:spMk id="9" creationId="{76CFA85F-13D7-4005-90C3-06ACA84ECE56}"/>
          </ac:spMkLst>
        </pc:spChg>
        <pc:spChg chg="add del mod">
          <ac:chgData name="Phipps, Michael" userId="22b19e64-ae93-4d74-aed7-bbb364ca0772" providerId="ADAL" clId="{13BA98C4-FDD0-47B7-A38D-A60AC871FCFB}" dt="2021-11-17T17:02:37.127" v="3220" actId="478"/>
          <ac:spMkLst>
            <pc:docMk/>
            <pc:sldMk cId="1620944869" sldId="362"/>
            <ac:spMk id="10" creationId="{3ECC5CA7-2D22-4358-B1C1-183F40B6E1DA}"/>
          </ac:spMkLst>
        </pc:spChg>
        <pc:spChg chg="add mod">
          <ac:chgData name="Phipps, Michael" userId="22b19e64-ae93-4d74-aed7-bbb364ca0772" providerId="ADAL" clId="{13BA98C4-FDD0-47B7-A38D-A60AC871FCFB}" dt="2021-11-17T17:09:51.708" v="3225" actId="20577"/>
          <ac:spMkLst>
            <pc:docMk/>
            <pc:sldMk cId="1620944869" sldId="362"/>
            <ac:spMk id="11" creationId="{86C3DE31-045B-4F66-8081-5264E998B37F}"/>
          </ac:spMkLst>
        </pc:spChg>
        <pc:spChg chg="add mod">
          <ac:chgData name="Phipps, Michael" userId="22b19e64-ae93-4d74-aed7-bbb364ca0772" providerId="ADAL" clId="{13BA98C4-FDD0-47B7-A38D-A60AC871FCFB}" dt="2021-11-17T17:10:01.251" v="3229" actId="20577"/>
          <ac:spMkLst>
            <pc:docMk/>
            <pc:sldMk cId="1620944869" sldId="362"/>
            <ac:spMk id="12" creationId="{71700731-C355-4042-A44E-329096D9A176}"/>
          </ac:spMkLst>
        </pc:spChg>
        <pc:spChg chg="add mod">
          <ac:chgData name="Phipps, Michael" userId="22b19e64-ae93-4d74-aed7-bbb364ca0772" providerId="ADAL" clId="{13BA98C4-FDD0-47B7-A38D-A60AC871FCFB}" dt="2021-11-17T17:11:59.892" v="3237" actId="20577"/>
          <ac:spMkLst>
            <pc:docMk/>
            <pc:sldMk cId="1620944869" sldId="362"/>
            <ac:spMk id="13" creationId="{41A31118-0CCC-4F5B-A908-C4860D3BF283}"/>
          </ac:spMkLst>
        </pc:spChg>
        <pc:spChg chg="add mod">
          <ac:chgData name="Phipps, Michael" userId="22b19e64-ae93-4d74-aed7-bbb364ca0772" providerId="ADAL" clId="{13BA98C4-FDD0-47B7-A38D-A60AC871FCFB}" dt="2021-11-17T17:12:09.952" v="3241" actId="20577"/>
          <ac:spMkLst>
            <pc:docMk/>
            <pc:sldMk cId="1620944869" sldId="362"/>
            <ac:spMk id="14" creationId="{0448CF4C-93FB-47FA-B38D-C5266D4E2008}"/>
          </ac:spMkLst>
        </pc:spChg>
        <pc:spChg chg="add mod">
          <ac:chgData name="Phipps, Michael" userId="22b19e64-ae93-4d74-aed7-bbb364ca0772" providerId="ADAL" clId="{13BA98C4-FDD0-47B7-A38D-A60AC871FCFB}" dt="2021-11-17T17:15:25.903" v="3257" actId="1076"/>
          <ac:spMkLst>
            <pc:docMk/>
            <pc:sldMk cId="1620944869" sldId="362"/>
            <ac:spMk id="15" creationId="{09AC467D-6E20-4530-B340-A16A16A300CA}"/>
          </ac:spMkLst>
        </pc:spChg>
        <pc:spChg chg="add mod">
          <ac:chgData name="Phipps, Michael" userId="22b19e64-ae93-4d74-aed7-bbb364ca0772" providerId="ADAL" clId="{13BA98C4-FDD0-47B7-A38D-A60AC871FCFB}" dt="2021-11-17T17:15:06.212" v="3256" actId="1076"/>
          <ac:spMkLst>
            <pc:docMk/>
            <pc:sldMk cId="1620944869" sldId="362"/>
            <ac:spMk id="18" creationId="{458497FB-470E-4155-B5F2-40F51E6B6395}"/>
          </ac:spMkLst>
        </pc:spChg>
        <pc:spChg chg="add mod">
          <ac:chgData name="Phipps, Michael" userId="22b19e64-ae93-4d74-aed7-bbb364ca0772" providerId="ADAL" clId="{13BA98C4-FDD0-47B7-A38D-A60AC871FCFB}" dt="2021-11-17T17:19:55.254" v="3331" actId="14100"/>
          <ac:spMkLst>
            <pc:docMk/>
            <pc:sldMk cId="1620944869" sldId="362"/>
            <ac:spMk id="19" creationId="{7F8EDEE0-AAA6-4459-9A2C-1AD5C88F612F}"/>
          </ac:spMkLst>
        </pc:spChg>
        <pc:spChg chg="add mod">
          <ac:chgData name="Phipps, Michael" userId="22b19e64-ae93-4d74-aed7-bbb364ca0772" providerId="ADAL" clId="{13BA98C4-FDD0-47B7-A38D-A60AC871FCFB}" dt="2021-11-17T17:20:00.084" v="3333" actId="14100"/>
          <ac:spMkLst>
            <pc:docMk/>
            <pc:sldMk cId="1620944869" sldId="362"/>
            <ac:spMk id="20" creationId="{FF021677-BE0C-48A8-908F-AD827EC864D9}"/>
          </ac:spMkLst>
        </pc:spChg>
        <pc:spChg chg="add mod">
          <ac:chgData name="Phipps, Michael" userId="22b19e64-ae93-4d74-aed7-bbb364ca0772" providerId="ADAL" clId="{13BA98C4-FDD0-47B7-A38D-A60AC871FCFB}" dt="2021-11-17T17:20:04.656" v="3335" actId="14100"/>
          <ac:spMkLst>
            <pc:docMk/>
            <pc:sldMk cId="1620944869" sldId="362"/>
            <ac:spMk id="21" creationId="{B3087542-5200-4C64-8D69-240AAE329C49}"/>
          </ac:spMkLst>
        </pc:spChg>
        <pc:spChg chg="add mod">
          <ac:chgData name="Phipps, Michael" userId="22b19e64-ae93-4d74-aed7-bbb364ca0772" providerId="ADAL" clId="{13BA98C4-FDD0-47B7-A38D-A60AC871FCFB}" dt="2021-11-17T17:20:07.611" v="3336" actId="14100"/>
          <ac:spMkLst>
            <pc:docMk/>
            <pc:sldMk cId="1620944869" sldId="362"/>
            <ac:spMk id="22" creationId="{9245030F-7159-473A-B9F7-E3439FDB8A34}"/>
          </ac:spMkLst>
        </pc:spChg>
        <pc:spChg chg="add mod">
          <ac:chgData name="Phipps, Michael" userId="22b19e64-ae93-4d74-aed7-bbb364ca0772" providerId="ADAL" clId="{13BA98C4-FDD0-47B7-A38D-A60AC871FCFB}" dt="2021-11-17T17:17:45.975" v="3287" actId="1076"/>
          <ac:spMkLst>
            <pc:docMk/>
            <pc:sldMk cId="1620944869" sldId="362"/>
            <ac:spMk id="23" creationId="{BF5FA150-5510-4E4C-B512-ECB3EFE6FF6E}"/>
          </ac:spMkLst>
        </pc:spChg>
        <pc:spChg chg="add mod">
          <ac:chgData name="Phipps, Michael" userId="22b19e64-ae93-4d74-aed7-bbb364ca0772" providerId="ADAL" clId="{13BA98C4-FDD0-47B7-A38D-A60AC871FCFB}" dt="2021-11-17T17:17:45.975" v="3287" actId="1076"/>
          <ac:spMkLst>
            <pc:docMk/>
            <pc:sldMk cId="1620944869" sldId="362"/>
            <ac:spMk id="24" creationId="{48B29D5F-2BE9-4637-9AF6-73759322C249}"/>
          </ac:spMkLst>
        </pc:spChg>
        <pc:spChg chg="add mod">
          <ac:chgData name="Phipps, Michael" userId="22b19e64-ae93-4d74-aed7-bbb364ca0772" providerId="ADAL" clId="{13BA98C4-FDD0-47B7-A38D-A60AC871FCFB}" dt="2021-11-17T17:17:45.975" v="3287" actId="1076"/>
          <ac:spMkLst>
            <pc:docMk/>
            <pc:sldMk cId="1620944869" sldId="362"/>
            <ac:spMk id="25" creationId="{0DC4B8BA-F6FE-4C29-A18B-650638DF31EB}"/>
          </ac:spMkLst>
        </pc:spChg>
        <pc:spChg chg="add mod">
          <ac:chgData name="Phipps, Michael" userId="22b19e64-ae93-4d74-aed7-bbb364ca0772" providerId="ADAL" clId="{13BA98C4-FDD0-47B7-A38D-A60AC871FCFB}" dt="2021-11-17T17:18:17.500" v="3295" actId="20577"/>
          <ac:spMkLst>
            <pc:docMk/>
            <pc:sldMk cId="1620944869" sldId="362"/>
            <ac:spMk id="26" creationId="{B5D0D40C-D2EB-4042-B3B3-C18EB7245CC1}"/>
          </ac:spMkLst>
        </pc:spChg>
        <pc:spChg chg="add mod">
          <ac:chgData name="Phipps, Michael" userId="22b19e64-ae93-4d74-aed7-bbb364ca0772" providerId="ADAL" clId="{13BA98C4-FDD0-47B7-A38D-A60AC871FCFB}" dt="2021-11-17T17:18:19.510" v="3296" actId="20577"/>
          <ac:spMkLst>
            <pc:docMk/>
            <pc:sldMk cId="1620944869" sldId="362"/>
            <ac:spMk id="27" creationId="{7D7EFD06-1689-4AA5-8F57-7B6EF9B7AFFE}"/>
          </ac:spMkLst>
        </pc:spChg>
        <pc:spChg chg="add mod">
          <ac:chgData name="Phipps, Michael" userId="22b19e64-ae93-4d74-aed7-bbb364ca0772" providerId="ADAL" clId="{13BA98C4-FDD0-47B7-A38D-A60AC871FCFB}" dt="2021-11-17T17:18:22.726" v="3299" actId="20577"/>
          <ac:spMkLst>
            <pc:docMk/>
            <pc:sldMk cId="1620944869" sldId="362"/>
            <ac:spMk id="28" creationId="{74D84735-6D7E-4734-920A-D7491632C71A}"/>
          </ac:spMkLst>
        </pc:spChg>
        <pc:spChg chg="add mod">
          <ac:chgData name="Phipps, Michael" userId="22b19e64-ae93-4d74-aed7-bbb364ca0772" providerId="ADAL" clId="{13BA98C4-FDD0-47B7-A38D-A60AC871FCFB}" dt="2021-11-17T17:18:28.857" v="3302" actId="20577"/>
          <ac:spMkLst>
            <pc:docMk/>
            <pc:sldMk cId="1620944869" sldId="362"/>
            <ac:spMk id="29" creationId="{A5F51ACD-645D-424F-BFC1-E5CF39C8DDF6}"/>
          </ac:spMkLst>
        </pc:spChg>
        <pc:spChg chg="add mod">
          <ac:chgData name="Phipps, Michael" userId="22b19e64-ae93-4d74-aed7-bbb364ca0772" providerId="ADAL" clId="{13BA98C4-FDD0-47B7-A38D-A60AC871FCFB}" dt="2021-11-17T17:18:27.023" v="3301" actId="20577"/>
          <ac:spMkLst>
            <pc:docMk/>
            <pc:sldMk cId="1620944869" sldId="362"/>
            <ac:spMk id="30" creationId="{AEB5EAEE-30E4-49FE-993F-B91D1995B6F4}"/>
          </ac:spMkLst>
        </pc:spChg>
        <pc:spChg chg="add mod">
          <ac:chgData name="Phipps, Michael" userId="22b19e64-ae93-4d74-aed7-bbb364ca0772" providerId="ADAL" clId="{13BA98C4-FDD0-47B7-A38D-A60AC871FCFB}" dt="2021-11-17T17:18:25.255" v="3300" actId="20577"/>
          <ac:spMkLst>
            <pc:docMk/>
            <pc:sldMk cId="1620944869" sldId="362"/>
            <ac:spMk id="31" creationId="{03432236-94DA-4DA6-9181-95E92BE963E7}"/>
          </ac:spMkLst>
        </pc:spChg>
        <pc:spChg chg="add mod">
          <ac:chgData name="Phipps, Michael" userId="22b19e64-ae93-4d74-aed7-bbb364ca0772" providerId="ADAL" clId="{13BA98C4-FDD0-47B7-A38D-A60AC871FCFB}" dt="2021-11-17T17:18:30.475" v="3303" actId="20577"/>
          <ac:spMkLst>
            <pc:docMk/>
            <pc:sldMk cId="1620944869" sldId="362"/>
            <ac:spMk id="32" creationId="{AE35375F-F6D9-40C3-AC8F-3B560A68E8EB}"/>
          </ac:spMkLst>
        </pc:spChg>
        <pc:spChg chg="add mod">
          <ac:chgData name="Phipps, Michael" userId="22b19e64-ae93-4d74-aed7-bbb364ca0772" providerId="ADAL" clId="{13BA98C4-FDD0-47B7-A38D-A60AC871FCFB}" dt="2021-11-17T17:18:32.199" v="3304" actId="20577"/>
          <ac:spMkLst>
            <pc:docMk/>
            <pc:sldMk cId="1620944869" sldId="362"/>
            <ac:spMk id="33" creationId="{98647798-8563-4633-ABC6-C45758E92B22}"/>
          </ac:spMkLst>
        </pc:spChg>
        <pc:spChg chg="add mod">
          <ac:chgData name="Phipps, Michael" userId="22b19e64-ae93-4d74-aed7-bbb364ca0772" providerId="ADAL" clId="{13BA98C4-FDD0-47B7-A38D-A60AC871FCFB}" dt="2021-11-17T17:18:35.397" v="3307" actId="20577"/>
          <ac:spMkLst>
            <pc:docMk/>
            <pc:sldMk cId="1620944869" sldId="362"/>
            <ac:spMk id="34" creationId="{BB2EDBB1-F94B-4C0D-B20A-C46C358E371B}"/>
          </ac:spMkLst>
        </pc:spChg>
        <pc:spChg chg="add mod">
          <ac:chgData name="Phipps, Michael" userId="22b19e64-ae93-4d74-aed7-bbb364ca0772" providerId="ADAL" clId="{13BA98C4-FDD0-47B7-A38D-A60AC871FCFB}" dt="2021-11-17T17:18:50.796" v="3309" actId="1076"/>
          <ac:spMkLst>
            <pc:docMk/>
            <pc:sldMk cId="1620944869" sldId="362"/>
            <ac:spMk id="36" creationId="{E9F45E9A-0D65-43AA-AF42-5DA2976A5027}"/>
          </ac:spMkLst>
        </pc:spChg>
        <pc:spChg chg="add mod">
          <ac:chgData name="Phipps, Michael" userId="22b19e64-ae93-4d74-aed7-bbb364ca0772" providerId="ADAL" clId="{13BA98C4-FDD0-47B7-A38D-A60AC871FCFB}" dt="2021-11-17T17:19:21.770" v="3324" actId="1076"/>
          <ac:spMkLst>
            <pc:docMk/>
            <pc:sldMk cId="1620944869" sldId="362"/>
            <ac:spMk id="37" creationId="{71C4FA24-E4BD-4536-A35C-B287671BF0CE}"/>
          </ac:spMkLst>
        </pc:spChg>
        <pc:spChg chg="add mod">
          <ac:chgData name="Phipps, Michael" userId="22b19e64-ae93-4d74-aed7-bbb364ca0772" providerId="ADAL" clId="{13BA98C4-FDD0-47B7-A38D-A60AC871FCFB}" dt="2021-11-17T17:19:28.421" v="3330" actId="20577"/>
          <ac:spMkLst>
            <pc:docMk/>
            <pc:sldMk cId="1620944869" sldId="362"/>
            <ac:spMk id="38" creationId="{97C500FE-16D8-4F40-A8FA-E8B49E588536}"/>
          </ac:spMkLst>
        </pc:spChg>
        <pc:picChg chg="add del mod">
          <ac:chgData name="Phipps, Michael" userId="22b19e64-ae93-4d74-aed7-bbb364ca0772" providerId="ADAL" clId="{13BA98C4-FDD0-47B7-A38D-A60AC871FCFB}" dt="2021-11-17T17:01:35.988" v="3206"/>
          <ac:picMkLst>
            <pc:docMk/>
            <pc:sldMk cId="1620944869" sldId="362"/>
            <ac:picMk id="7" creationId="{C4860F91-525D-494F-BEE4-36E823C8A9CD}"/>
          </ac:picMkLst>
        </pc:picChg>
        <pc:cxnChg chg="add">
          <ac:chgData name="Phipps, Michael" userId="22b19e64-ae93-4d74-aed7-bbb364ca0772" providerId="ADAL" clId="{13BA98C4-FDD0-47B7-A38D-A60AC871FCFB}" dt="2021-11-17T17:14:52.442" v="3250" actId="11529"/>
          <ac:cxnSpMkLst>
            <pc:docMk/>
            <pc:sldMk cId="1620944869" sldId="362"/>
            <ac:cxnSpMk id="17" creationId="{0BC8BF70-0AB5-4BD4-B591-7951D3CE5940}"/>
          </ac:cxnSpMkLst>
        </pc:cxnChg>
        <pc:cxnChg chg="add mod">
          <ac:chgData name="Phipps, Michael" userId="22b19e64-ae93-4d74-aed7-bbb364ca0772" providerId="ADAL" clId="{13BA98C4-FDD0-47B7-A38D-A60AC871FCFB}" dt="2021-11-17T17:18:50.796" v="3309" actId="1076"/>
          <ac:cxnSpMkLst>
            <pc:docMk/>
            <pc:sldMk cId="1620944869" sldId="362"/>
            <ac:cxnSpMk id="35" creationId="{97734A22-2F75-4CB7-BFFB-E68D29F20030}"/>
          </ac:cxnSpMkLst>
        </pc:cxnChg>
      </pc:sldChg>
      <pc:sldChg chg="modSp new mod">
        <pc:chgData name="Phipps, Michael" userId="22b19e64-ae93-4d74-aed7-bbb364ca0772" providerId="ADAL" clId="{13BA98C4-FDD0-47B7-A38D-A60AC871FCFB}" dt="2021-11-17T17:53:22.235" v="4304" actId="20577"/>
        <pc:sldMkLst>
          <pc:docMk/>
          <pc:sldMk cId="2445540705" sldId="363"/>
        </pc:sldMkLst>
        <pc:spChg chg="mod">
          <ac:chgData name="Phipps, Michael" userId="22b19e64-ae93-4d74-aed7-bbb364ca0772" providerId="ADAL" clId="{13BA98C4-FDD0-47B7-A38D-A60AC871FCFB}" dt="2021-11-17T17:51:08.176" v="3974" actId="20577"/>
          <ac:spMkLst>
            <pc:docMk/>
            <pc:sldMk cId="2445540705" sldId="363"/>
            <ac:spMk id="2" creationId="{20D2190F-1422-4467-B548-CFBB465D1699}"/>
          </ac:spMkLst>
        </pc:spChg>
        <pc:spChg chg="mod">
          <ac:chgData name="Phipps, Michael" userId="22b19e64-ae93-4d74-aed7-bbb364ca0772" providerId="ADAL" clId="{13BA98C4-FDD0-47B7-A38D-A60AC871FCFB}" dt="2021-11-17T17:53:22.235" v="4304" actId="20577"/>
          <ac:spMkLst>
            <pc:docMk/>
            <pc:sldMk cId="2445540705" sldId="363"/>
            <ac:spMk id="3" creationId="{22E12FE8-133B-4B57-8F70-8B00B12F4998}"/>
          </ac:spMkLst>
        </pc:spChg>
      </pc:sldChg>
      <pc:sldChg chg="addSp delSp modSp new mod modClrScheme chgLayout">
        <pc:chgData name="Phipps, Michael" userId="22b19e64-ae93-4d74-aed7-bbb364ca0772" providerId="ADAL" clId="{13BA98C4-FDD0-47B7-A38D-A60AC871FCFB}" dt="2021-11-17T17:50:42.868" v="3958" actId="14100"/>
        <pc:sldMkLst>
          <pc:docMk/>
          <pc:sldMk cId="8754581" sldId="364"/>
        </pc:sldMkLst>
        <pc:spChg chg="del mod ord">
          <ac:chgData name="Phipps, Michael" userId="22b19e64-ae93-4d74-aed7-bbb364ca0772" providerId="ADAL" clId="{13BA98C4-FDD0-47B7-A38D-A60AC871FCFB}" dt="2021-11-17T17:25:07.582" v="3640" actId="700"/>
          <ac:spMkLst>
            <pc:docMk/>
            <pc:sldMk cId="8754581" sldId="364"/>
            <ac:spMk id="2" creationId="{4363BB94-ADDF-4F9D-852A-E788974A86E5}"/>
          </ac:spMkLst>
        </pc:spChg>
        <pc:spChg chg="del mod ord">
          <ac:chgData name="Phipps, Michael" userId="22b19e64-ae93-4d74-aed7-bbb364ca0772" providerId="ADAL" clId="{13BA98C4-FDD0-47B7-A38D-A60AC871FCFB}" dt="2021-11-17T17:25:07.582" v="3640" actId="700"/>
          <ac:spMkLst>
            <pc:docMk/>
            <pc:sldMk cId="8754581" sldId="364"/>
            <ac:spMk id="3" creationId="{005825E1-5E9F-4C15-8BE9-AF6638EEC3EC}"/>
          </ac:spMkLst>
        </pc:spChg>
        <pc:spChg chg="add mod ord">
          <ac:chgData name="Phipps, Michael" userId="22b19e64-ae93-4d74-aed7-bbb364ca0772" providerId="ADAL" clId="{13BA98C4-FDD0-47B7-A38D-A60AC871FCFB}" dt="2021-11-17T17:50:42.868" v="3958" actId="14100"/>
          <ac:spMkLst>
            <pc:docMk/>
            <pc:sldMk cId="8754581" sldId="364"/>
            <ac:spMk id="4" creationId="{3AD5060A-4E00-4B13-ACB6-FDB83B7AD80E}"/>
          </ac:spMkLst>
        </pc:spChg>
        <pc:spChg chg="add mod ord">
          <ac:chgData name="Phipps, Michael" userId="22b19e64-ae93-4d74-aed7-bbb364ca0772" providerId="ADAL" clId="{13BA98C4-FDD0-47B7-A38D-A60AC871FCFB}" dt="2021-11-17T17:50:35.281" v="3956" actId="313"/>
          <ac:spMkLst>
            <pc:docMk/>
            <pc:sldMk cId="8754581" sldId="364"/>
            <ac:spMk id="5" creationId="{B25E1CF8-47FA-4C90-8525-EE7AA89308D6}"/>
          </ac:spMkLst>
        </pc:spChg>
      </pc:sldChg>
      <pc:sldChg chg="addSp delSp modSp new mod modClrScheme chgLayout">
        <pc:chgData name="Phipps, Michael" userId="22b19e64-ae93-4d74-aed7-bbb364ca0772" providerId="ADAL" clId="{13BA98C4-FDD0-47B7-A38D-A60AC871FCFB}" dt="2021-11-17T17:46:15.736" v="3749" actId="20577"/>
        <pc:sldMkLst>
          <pc:docMk/>
          <pc:sldMk cId="3155320100" sldId="365"/>
        </pc:sldMkLst>
        <pc:spChg chg="del mod ord">
          <ac:chgData name="Phipps, Michael" userId="22b19e64-ae93-4d74-aed7-bbb364ca0772" providerId="ADAL" clId="{13BA98C4-FDD0-47B7-A38D-A60AC871FCFB}" dt="2021-11-17T17:45:59.069" v="3682" actId="700"/>
          <ac:spMkLst>
            <pc:docMk/>
            <pc:sldMk cId="3155320100" sldId="365"/>
            <ac:spMk id="2" creationId="{9A9AB75F-10A1-4313-AC0D-587E92361DDC}"/>
          </ac:spMkLst>
        </pc:spChg>
        <pc:spChg chg="del mod ord">
          <ac:chgData name="Phipps, Michael" userId="22b19e64-ae93-4d74-aed7-bbb364ca0772" providerId="ADAL" clId="{13BA98C4-FDD0-47B7-A38D-A60AC871FCFB}" dt="2021-11-17T17:45:59.069" v="3682" actId="700"/>
          <ac:spMkLst>
            <pc:docMk/>
            <pc:sldMk cId="3155320100" sldId="365"/>
            <ac:spMk id="3" creationId="{6136244C-6E9A-4DB3-90A0-92B4507EF316}"/>
          </ac:spMkLst>
        </pc:spChg>
        <pc:spChg chg="add mod ord">
          <ac:chgData name="Phipps, Michael" userId="22b19e64-ae93-4d74-aed7-bbb364ca0772" providerId="ADAL" clId="{13BA98C4-FDD0-47B7-A38D-A60AC871FCFB}" dt="2021-11-17T17:46:05.437" v="3710" actId="20577"/>
          <ac:spMkLst>
            <pc:docMk/>
            <pc:sldMk cId="3155320100" sldId="365"/>
            <ac:spMk id="4" creationId="{C99CF648-6A4E-499C-AA8E-7ED0D7253890}"/>
          </ac:spMkLst>
        </pc:spChg>
        <pc:spChg chg="add mod ord">
          <ac:chgData name="Phipps, Michael" userId="22b19e64-ae93-4d74-aed7-bbb364ca0772" providerId="ADAL" clId="{13BA98C4-FDD0-47B7-A38D-A60AC871FCFB}" dt="2021-11-17T17:46:15.736" v="3749" actId="20577"/>
          <ac:spMkLst>
            <pc:docMk/>
            <pc:sldMk cId="3155320100" sldId="365"/>
            <ac:spMk id="5" creationId="{7618B0F3-9B92-469E-A223-2F1CFA082E72}"/>
          </ac:spMkLst>
        </pc:spChg>
      </pc:sldChg>
      <pc:sldChg chg="modSp add mod">
        <pc:chgData name="Phipps, Michael" userId="22b19e64-ae93-4d74-aed7-bbb364ca0772" providerId="ADAL" clId="{13BA98C4-FDD0-47B7-A38D-A60AC871FCFB}" dt="2021-11-17T18:13:50.771" v="4931" actId="20577"/>
        <pc:sldMkLst>
          <pc:docMk/>
          <pc:sldMk cId="1746500805" sldId="366"/>
        </pc:sldMkLst>
        <pc:spChg chg="mod">
          <ac:chgData name="Phipps, Michael" userId="22b19e64-ae93-4d74-aed7-bbb364ca0772" providerId="ADAL" clId="{13BA98C4-FDD0-47B7-A38D-A60AC871FCFB}" dt="2021-11-17T18:12:57.820" v="4829" actId="20577"/>
          <ac:spMkLst>
            <pc:docMk/>
            <pc:sldMk cId="1746500805" sldId="366"/>
            <ac:spMk id="2" creationId="{F4B939CA-4F5B-4097-BDD4-AF499A12035B}"/>
          </ac:spMkLst>
        </pc:spChg>
        <pc:spChg chg="mod">
          <ac:chgData name="Phipps, Michael" userId="22b19e64-ae93-4d74-aed7-bbb364ca0772" providerId="ADAL" clId="{13BA98C4-FDD0-47B7-A38D-A60AC871FCFB}" dt="2021-11-17T18:13:50.771" v="4931" actId="20577"/>
          <ac:spMkLst>
            <pc:docMk/>
            <pc:sldMk cId="1746500805" sldId="366"/>
            <ac:spMk id="3" creationId="{F15A0971-40AA-4476-9EA5-74C90EA1B67D}"/>
          </ac:spMkLst>
        </pc:spChg>
      </pc:sldChg>
      <pc:sldChg chg="modSp add mod">
        <pc:chgData name="Phipps, Michael" userId="22b19e64-ae93-4d74-aed7-bbb364ca0772" providerId="ADAL" clId="{13BA98C4-FDD0-47B7-A38D-A60AC871FCFB}" dt="2021-11-17T18:24:55.097" v="5103" actId="6549"/>
        <pc:sldMkLst>
          <pc:docMk/>
          <pc:sldMk cId="2788155717" sldId="367"/>
        </pc:sldMkLst>
        <pc:spChg chg="mod">
          <ac:chgData name="Phipps, Michael" userId="22b19e64-ae93-4d74-aed7-bbb364ca0772" providerId="ADAL" clId="{13BA98C4-FDD0-47B7-A38D-A60AC871FCFB}" dt="2021-11-17T18:24:27.725" v="5093" actId="20577"/>
          <ac:spMkLst>
            <pc:docMk/>
            <pc:sldMk cId="2788155717" sldId="367"/>
            <ac:spMk id="2" creationId="{8076F736-5900-45D3-BB57-64CDCA5E4BF2}"/>
          </ac:spMkLst>
        </pc:spChg>
        <pc:spChg chg="mod">
          <ac:chgData name="Phipps, Michael" userId="22b19e64-ae93-4d74-aed7-bbb364ca0772" providerId="ADAL" clId="{13BA98C4-FDD0-47B7-A38D-A60AC871FCFB}" dt="2021-11-17T18:24:55.097" v="5103" actId="6549"/>
          <ac:spMkLst>
            <pc:docMk/>
            <pc:sldMk cId="2788155717" sldId="367"/>
            <ac:spMk id="3" creationId="{98C8969C-73AD-4011-A7BF-6554BFEF4982}"/>
          </ac:spMkLst>
        </pc:spChg>
      </pc:sldChg>
      <pc:sldChg chg="add del">
        <pc:chgData name="Phipps, Michael" userId="22b19e64-ae93-4d74-aed7-bbb364ca0772" providerId="ADAL" clId="{13BA98C4-FDD0-47B7-A38D-A60AC871FCFB}" dt="2021-11-17T18:14:05.324" v="4932" actId="2696"/>
        <pc:sldMkLst>
          <pc:docMk/>
          <pc:sldMk cId="3853800530" sldId="367"/>
        </pc:sldMkLst>
      </pc:sldChg>
      <pc:sldChg chg="modSp add mod">
        <pc:chgData name="Phipps, Michael" userId="22b19e64-ae93-4d74-aed7-bbb364ca0772" providerId="ADAL" clId="{13BA98C4-FDD0-47B7-A38D-A60AC871FCFB}" dt="2021-11-17T18:29:30.617" v="5603" actId="20577"/>
        <pc:sldMkLst>
          <pc:docMk/>
          <pc:sldMk cId="1372849623" sldId="368"/>
        </pc:sldMkLst>
        <pc:spChg chg="mod">
          <ac:chgData name="Phipps, Michael" userId="22b19e64-ae93-4d74-aed7-bbb364ca0772" providerId="ADAL" clId="{13BA98C4-FDD0-47B7-A38D-A60AC871FCFB}" dt="2021-11-17T18:25:03.308" v="5113" actId="20577"/>
          <ac:spMkLst>
            <pc:docMk/>
            <pc:sldMk cId="1372849623" sldId="368"/>
            <ac:spMk id="2" creationId="{8076F736-5900-45D3-BB57-64CDCA5E4BF2}"/>
          </ac:spMkLst>
        </pc:spChg>
        <pc:spChg chg="mod">
          <ac:chgData name="Phipps, Michael" userId="22b19e64-ae93-4d74-aed7-bbb364ca0772" providerId="ADAL" clId="{13BA98C4-FDD0-47B7-A38D-A60AC871FCFB}" dt="2021-11-17T18:29:30.617" v="5603" actId="20577"/>
          <ac:spMkLst>
            <pc:docMk/>
            <pc:sldMk cId="1372849623" sldId="368"/>
            <ac:spMk id="3" creationId="{98C8969C-73AD-4011-A7BF-6554BFEF4982}"/>
          </ac:spMkLst>
        </pc:spChg>
      </pc:sldChg>
      <pc:sldChg chg="modSp new mod">
        <pc:chgData name="Phipps, Michael" userId="22b19e64-ae93-4d74-aed7-bbb364ca0772" providerId="ADAL" clId="{13BA98C4-FDD0-47B7-A38D-A60AC871FCFB}" dt="2021-11-17T18:36:07.480" v="6168" actId="20577"/>
        <pc:sldMkLst>
          <pc:docMk/>
          <pc:sldMk cId="3127893944" sldId="369"/>
        </pc:sldMkLst>
        <pc:spChg chg="mod">
          <ac:chgData name="Phipps, Michael" userId="22b19e64-ae93-4d74-aed7-bbb364ca0772" providerId="ADAL" clId="{13BA98C4-FDD0-47B7-A38D-A60AC871FCFB}" dt="2021-11-17T18:33:00.201" v="5741" actId="20577"/>
          <ac:spMkLst>
            <pc:docMk/>
            <pc:sldMk cId="3127893944" sldId="369"/>
            <ac:spMk id="2" creationId="{AF4335BA-A7E1-4F3F-803F-A0FFC83AD328}"/>
          </ac:spMkLst>
        </pc:spChg>
        <pc:spChg chg="mod">
          <ac:chgData name="Phipps, Michael" userId="22b19e64-ae93-4d74-aed7-bbb364ca0772" providerId="ADAL" clId="{13BA98C4-FDD0-47B7-A38D-A60AC871FCFB}" dt="2021-11-17T18:36:07.480" v="6168" actId="20577"/>
          <ac:spMkLst>
            <pc:docMk/>
            <pc:sldMk cId="3127893944" sldId="369"/>
            <ac:spMk id="3" creationId="{8CE1E144-4332-4F82-AF47-481CD878922F}"/>
          </ac:spMkLst>
        </pc:spChg>
      </pc:sldChg>
      <pc:sldChg chg="modSp new mod">
        <pc:chgData name="Phipps, Michael" userId="22b19e64-ae93-4d74-aed7-bbb364ca0772" providerId="ADAL" clId="{13BA98C4-FDD0-47B7-A38D-A60AC871FCFB}" dt="2021-11-17T18:39:44.040" v="6714" actId="20577"/>
        <pc:sldMkLst>
          <pc:docMk/>
          <pc:sldMk cId="2508341521" sldId="370"/>
        </pc:sldMkLst>
        <pc:spChg chg="mod">
          <ac:chgData name="Phipps, Michael" userId="22b19e64-ae93-4d74-aed7-bbb364ca0772" providerId="ADAL" clId="{13BA98C4-FDD0-47B7-A38D-A60AC871FCFB}" dt="2021-11-17T18:36:17.216" v="6188" actId="20577"/>
          <ac:spMkLst>
            <pc:docMk/>
            <pc:sldMk cId="2508341521" sldId="370"/>
            <ac:spMk id="2" creationId="{ACF34F7D-1181-44DC-B31E-F0EE5D685533}"/>
          </ac:spMkLst>
        </pc:spChg>
        <pc:spChg chg="mod">
          <ac:chgData name="Phipps, Michael" userId="22b19e64-ae93-4d74-aed7-bbb364ca0772" providerId="ADAL" clId="{13BA98C4-FDD0-47B7-A38D-A60AC871FCFB}" dt="2021-11-17T18:39:44.040" v="6714" actId="20577"/>
          <ac:spMkLst>
            <pc:docMk/>
            <pc:sldMk cId="2508341521" sldId="370"/>
            <ac:spMk id="3" creationId="{11CB733F-62CC-4724-87AA-28D736028046}"/>
          </ac:spMkLst>
        </pc:spChg>
      </pc:sldChg>
      <pc:sldChg chg="addSp modSp new mod">
        <pc:chgData name="Phipps, Michael" userId="22b19e64-ae93-4d74-aed7-bbb364ca0772" providerId="ADAL" clId="{13BA98C4-FDD0-47B7-A38D-A60AC871FCFB}" dt="2021-11-17T18:59:36.124" v="7288" actId="14100"/>
        <pc:sldMkLst>
          <pc:docMk/>
          <pc:sldMk cId="1182885573" sldId="371"/>
        </pc:sldMkLst>
        <pc:spChg chg="mod">
          <ac:chgData name="Phipps, Michael" userId="22b19e64-ae93-4d74-aed7-bbb364ca0772" providerId="ADAL" clId="{13BA98C4-FDD0-47B7-A38D-A60AC871FCFB}" dt="2021-11-17T18:53:08.399" v="7264" actId="1076"/>
          <ac:spMkLst>
            <pc:docMk/>
            <pc:sldMk cId="1182885573" sldId="371"/>
            <ac:spMk id="2" creationId="{8DC60C5C-1880-48C0-9865-A6C745F744AA}"/>
          </ac:spMkLst>
        </pc:spChg>
        <pc:spChg chg="mod">
          <ac:chgData name="Phipps, Michael" userId="22b19e64-ae93-4d74-aed7-bbb364ca0772" providerId="ADAL" clId="{13BA98C4-FDD0-47B7-A38D-A60AC871FCFB}" dt="2021-11-17T18:55:31.742" v="7278" actId="20577"/>
          <ac:spMkLst>
            <pc:docMk/>
            <pc:sldMk cId="1182885573" sldId="371"/>
            <ac:spMk id="3" creationId="{DA83315D-0EE5-4CA1-9D11-E4C9A60BCB7B}"/>
          </ac:spMkLst>
        </pc:spChg>
        <pc:picChg chg="add mod">
          <ac:chgData name="Phipps, Michael" userId="22b19e64-ae93-4d74-aed7-bbb364ca0772" providerId="ADAL" clId="{13BA98C4-FDD0-47B7-A38D-A60AC871FCFB}" dt="2021-11-17T18:55:34.991" v="7279" actId="1076"/>
          <ac:picMkLst>
            <pc:docMk/>
            <pc:sldMk cId="1182885573" sldId="371"/>
            <ac:picMk id="5" creationId="{855E6AA7-B401-44A1-BAF5-D6C933F2FC17}"/>
          </ac:picMkLst>
        </pc:picChg>
        <pc:picChg chg="add mod">
          <ac:chgData name="Phipps, Michael" userId="22b19e64-ae93-4d74-aed7-bbb364ca0772" providerId="ADAL" clId="{13BA98C4-FDD0-47B7-A38D-A60AC871FCFB}" dt="2021-11-17T18:58:44.814" v="7283" actId="1076"/>
          <ac:picMkLst>
            <pc:docMk/>
            <pc:sldMk cId="1182885573" sldId="371"/>
            <ac:picMk id="7" creationId="{C62C823E-73C7-4F21-AA19-6107E7E27468}"/>
          </ac:picMkLst>
        </pc:picChg>
        <pc:picChg chg="add mod">
          <ac:chgData name="Phipps, Michael" userId="22b19e64-ae93-4d74-aed7-bbb364ca0772" providerId="ADAL" clId="{13BA98C4-FDD0-47B7-A38D-A60AC871FCFB}" dt="2021-11-17T18:59:36.124" v="7288" actId="14100"/>
          <ac:picMkLst>
            <pc:docMk/>
            <pc:sldMk cId="1182885573" sldId="371"/>
            <ac:picMk id="9" creationId="{63F37645-9D53-480C-9542-B305064C7671}"/>
          </ac:picMkLst>
        </pc:picChg>
      </pc:sldChg>
      <pc:sldChg chg="addSp delSp modSp new mod">
        <pc:chgData name="Phipps, Michael" userId="22b19e64-ae93-4d74-aed7-bbb364ca0772" providerId="ADAL" clId="{13BA98C4-FDD0-47B7-A38D-A60AC871FCFB}" dt="2021-11-17T18:52:17.896" v="7262" actId="20577"/>
        <pc:sldMkLst>
          <pc:docMk/>
          <pc:sldMk cId="1730426381" sldId="372"/>
        </pc:sldMkLst>
        <pc:spChg chg="mod">
          <ac:chgData name="Phipps, Michael" userId="22b19e64-ae93-4d74-aed7-bbb364ca0772" providerId="ADAL" clId="{13BA98C4-FDD0-47B7-A38D-A60AC871FCFB}" dt="2021-11-17T18:52:17.896" v="7262" actId="20577"/>
          <ac:spMkLst>
            <pc:docMk/>
            <pc:sldMk cId="1730426381" sldId="372"/>
            <ac:spMk id="2" creationId="{6EE6CF12-4AA8-4F3C-94A4-4A9AF0EC4C17}"/>
          </ac:spMkLst>
        </pc:spChg>
        <pc:spChg chg="del">
          <ac:chgData name="Phipps, Michael" userId="22b19e64-ae93-4d74-aed7-bbb364ca0772" providerId="ADAL" clId="{13BA98C4-FDD0-47B7-A38D-A60AC871FCFB}" dt="2021-11-17T18:48:04.481" v="7234"/>
          <ac:spMkLst>
            <pc:docMk/>
            <pc:sldMk cId="1730426381" sldId="372"/>
            <ac:spMk id="3" creationId="{B3AB79DB-B83D-4761-B368-5973CA99C16E}"/>
          </ac:spMkLst>
        </pc:spChg>
        <pc:picChg chg="add mod">
          <ac:chgData name="Phipps, Michael" userId="22b19e64-ae93-4d74-aed7-bbb364ca0772" providerId="ADAL" clId="{13BA98C4-FDD0-47B7-A38D-A60AC871FCFB}" dt="2021-11-17T18:48:10.548" v="7238" actId="1076"/>
          <ac:picMkLst>
            <pc:docMk/>
            <pc:sldMk cId="1730426381" sldId="372"/>
            <ac:picMk id="5" creationId="{65AC6CC8-7C7B-4BE5-85DA-A3F06D51EF8B}"/>
          </ac:picMkLst>
        </pc:picChg>
        <pc:picChg chg="add mod">
          <ac:chgData name="Phipps, Michael" userId="22b19e64-ae93-4d74-aed7-bbb364ca0772" providerId="ADAL" clId="{13BA98C4-FDD0-47B7-A38D-A60AC871FCFB}" dt="2021-11-17T18:51:40.213" v="7242" actId="1076"/>
          <ac:picMkLst>
            <pc:docMk/>
            <pc:sldMk cId="1730426381" sldId="372"/>
            <ac:picMk id="7" creationId="{6A6F2055-4127-4D5E-B72A-BD3DA327AA98}"/>
          </ac:picMkLst>
        </pc:picChg>
      </pc:sldChg>
      <pc:sldChg chg="modSp new mod">
        <pc:chgData name="Phipps, Michael" userId="22b19e64-ae93-4d74-aed7-bbb364ca0772" providerId="ADAL" clId="{13BA98C4-FDD0-47B7-A38D-A60AC871FCFB}" dt="2021-11-17T19:14:33.076" v="8452" actId="20577"/>
        <pc:sldMkLst>
          <pc:docMk/>
          <pc:sldMk cId="1711225509" sldId="373"/>
        </pc:sldMkLst>
        <pc:spChg chg="mod">
          <ac:chgData name="Phipps, Michael" userId="22b19e64-ae93-4d74-aed7-bbb364ca0772" providerId="ADAL" clId="{13BA98C4-FDD0-47B7-A38D-A60AC871FCFB}" dt="2021-11-17T19:01:12.208" v="7296" actId="20577"/>
          <ac:spMkLst>
            <pc:docMk/>
            <pc:sldMk cId="1711225509" sldId="373"/>
            <ac:spMk id="2" creationId="{15905426-E12D-447A-9DB4-8241C7B97EA8}"/>
          </ac:spMkLst>
        </pc:spChg>
        <pc:spChg chg="mod">
          <ac:chgData name="Phipps, Michael" userId="22b19e64-ae93-4d74-aed7-bbb364ca0772" providerId="ADAL" clId="{13BA98C4-FDD0-47B7-A38D-A60AC871FCFB}" dt="2021-11-17T19:14:33.076" v="8452" actId="20577"/>
          <ac:spMkLst>
            <pc:docMk/>
            <pc:sldMk cId="1711225509" sldId="373"/>
            <ac:spMk id="3" creationId="{760BAF66-6656-4DBA-A593-A67F2393A684}"/>
          </ac:spMkLst>
        </pc:spChg>
      </pc:sldChg>
      <pc:sldChg chg="modSp new mod">
        <pc:chgData name="Phipps, Michael" userId="22b19e64-ae93-4d74-aed7-bbb364ca0772" providerId="ADAL" clId="{13BA98C4-FDD0-47B7-A38D-A60AC871FCFB}" dt="2021-11-17T19:14:14.517" v="8427" actId="20577"/>
        <pc:sldMkLst>
          <pc:docMk/>
          <pc:sldMk cId="773033001" sldId="374"/>
        </pc:sldMkLst>
        <pc:spChg chg="mod">
          <ac:chgData name="Phipps, Michael" userId="22b19e64-ae93-4d74-aed7-bbb364ca0772" providerId="ADAL" clId="{13BA98C4-FDD0-47B7-A38D-A60AC871FCFB}" dt="2021-11-17T19:02:15.840" v="7562" actId="20577"/>
          <ac:spMkLst>
            <pc:docMk/>
            <pc:sldMk cId="773033001" sldId="374"/>
            <ac:spMk id="2" creationId="{57EA2DE8-FA76-44DA-8A04-10B41DACC901}"/>
          </ac:spMkLst>
        </pc:spChg>
        <pc:spChg chg="mod">
          <ac:chgData name="Phipps, Michael" userId="22b19e64-ae93-4d74-aed7-bbb364ca0772" providerId="ADAL" clId="{13BA98C4-FDD0-47B7-A38D-A60AC871FCFB}" dt="2021-11-17T19:14:14.517" v="8427" actId="20577"/>
          <ac:spMkLst>
            <pc:docMk/>
            <pc:sldMk cId="773033001" sldId="374"/>
            <ac:spMk id="3" creationId="{9D30DFD0-8F6F-4D92-8A4E-D004B7852AB6}"/>
          </ac:spMkLst>
        </pc:spChg>
      </pc:sldChg>
      <pc:sldChg chg="modSp new mod ord">
        <pc:chgData name="Phipps, Michael" userId="22b19e64-ae93-4d74-aed7-bbb364ca0772" providerId="ADAL" clId="{13BA98C4-FDD0-47B7-A38D-A60AC871FCFB}" dt="2021-11-17T19:13:16.125" v="8330" actId="20577"/>
        <pc:sldMkLst>
          <pc:docMk/>
          <pc:sldMk cId="1137379660" sldId="375"/>
        </pc:sldMkLst>
        <pc:spChg chg="mod">
          <ac:chgData name="Phipps, Michael" userId="22b19e64-ae93-4d74-aed7-bbb364ca0772" providerId="ADAL" clId="{13BA98C4-FDD0-47B7-A38D-A60AC871FCFB}" dt="2021-11-17T19:04:25.293" v="7901" actId="20577"/>
          <ac:spMkLst>
            <pc:docMk/>
            <pc:sldMk cId="1137379660" sldId="375"/>
            <ac:spMk id="2" creationId="{FE6596F1-B649-4630-876B-FD788FB5F4CC}"/>
          </ac:spMkLst>
        </pc:spChg>
        <pc:spChg chg="mod">
          <ac:chgData name="Phipps, Michael" userId="22b19e64-ae93-4d74-aed7-bbb364ca0772" providerId="ADAL" clId="{13BA98C4-FDD0-47B7-A38D-A60AC871FCFB}" dt="2021-11-17T19:13:16.125" v="8330" actId="20577"/>
          <ac:spMkLst>
            <pc:docMk/>
            <pc:sldMk cId="1137379660" sldId="375"/>
            <ac:spMk id="3" creationId="{6EE442E0-8416-43EA-AEB5-AFB7D1FD96D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F83E8-EF1F-4B70-B429-D940FA121B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305EEC-D6E4-451F-8F3D-044D027116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368A31-04BB-4B40-8371-B1F0F693883E}"/>
              </a:ext>
            </a:extLst>
          </p:cNvPr>
          <p:cNvSpPr>
            <a:spLocks noGrp="1"/>
          </p:cNvSpPr>
          <p:nvPr>
            <p:ph type="dt" sz="half" idx="10"/>
          </p:nvPr>
        </p:nvSpPr>
        <p:spPr/>
        <p:txBody>
          <a:bodyPr/>
          <a:lstStyle/>
          <a:p>
            <a:fld id="{606DEFB0-4058-49BA-9166-A525029104C8}" type="datetimeFigureOut">
              <a:rPr lang="en-US" smtClean="0"/>
              <a:t>11/16/2021</a:t>
            </a:fld>
            <a:endParaRPr lang="en-US"/>
          </a:p>
        </p:txBody>
      </p:sp>
      <p:sp>
        <p:nvSpPr>
          <p:cNvPr id="5" name="Footer Placeholder 4">
            <a:extLst>
              <a:ext uri="{FF2B5EF4-FFF2-40B4-BE49-F238E27FC236}">
                <a16:creationId xmlns:a16="http://schemas.microsoft.com/office/drawing/2014/main" id="{3340A413-1E59-47A1-83C9-A8CAE6E0DC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4658AE-68D7-452A-900C-3C22D66DE503}"/>
              </a:ext>
            </a:extLst>
          </p:cNvPr>
          <p:cNvSpPr>
            <a:spLocks noGrp="1"/>
          </p:cNvSpPr>
          <p:nvPr>
            <p:ph type="sldNum" sz="quarter" idx="12"/>
          </p:nvPr>
        </p:nvSpPr>
        <p:spPr/>
        <p:txBody>
          <a:bodyPr/>
          <a:lstStyle/>
          <a:p>
            <a:fld id="{B6F2C970-7953-4AB1-9B37-DDAC43D0BC7B}" type="slidenum">
              <a:rPr lang="en-US" smtClean="0"/>
              <a:t>‹#›</a:t>
            </a:fld>
            <a:endParaRPr lang="en-US"/>
          </a:p>
        </p:txBody>
      </p:sp>
    </p:spTree>
    <p:extLst>
      <p:ext uri="{BB962C8B-B14F-4D97-AF65-F5344CB8AC3E}">
        <p14:creationId xmlns:p14="http://schemas.microsoft.com/office/powerpoint/2010/main" val="4118088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F327F-22B9-4F31-8D0E-E60C50AAD6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AAA633-F500-40DE-B42D-494F45129A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BA60C-7D06-464E-B5B8-0EC9527C5C79}"/>
              </a:ext>
            </a:extLst>
          </p:cNvPr>
          <p:cNvSpPr>
            <a:spLocks noGrp="1"/>
          </p:cNvSpPr>
          <p:nvPr>
            <p:ph type="dt" sz="half" idx="10"/>
          </p:nvPr>
        </p:nvSpPr>
        <p:spPr/>
        <p:txBody>
          <a:bodyPr/>
          <a:lstStyle/>
          <a:p>
            <a:fld id="{606DEFB0-4058-49BA-9166-A525029104C8}" type="datetimeFigureOut">
              <a:rPr lang="en-US" smtClean="0"/>
              <a:t>11/16/2021</a:t>
            </a:fld>
            <a:endParaRPr lang="en-US"/>
          </a:p>
        </p:txBody>
      </p:sp>
      <p:sp>
        <p:nvSpPr>
          <p:cNvPr id="5" name="Footer Placeholder 4">
            <a:extLst>
              <a:ext uri="{FF2B5EF4-FFF2-40B4-BE49-F238E27FC236}">
                <a16:creationId xmlns:a16="http://schemas.microsoft.com/office/drawing/2014/main" id="{930C2FDC-3126-4803-86FE-F093AAAB3D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AC4F8-A764-4913-9DAE-8F33A9662EA9}"/>
              </a:ext>
            </a:extLst>
          </p:cNvPr>
          <p:cNvSpPr>
            <a:spLocks noGrp="1"/>
          </p:cNvSpPr>
          <p:nvPr>
            <p:ph type="sldNum" sz="quarter" idx="12"/>
          </p:nvPr>
        </p:nvSpPr>
        <p:spPr/>
        <p:txBody>
          <a:bodyPr/>
          <a:lstStyle/>
          <a:p>
            <a:fld id="{B6F2C970-7953-4AB1-9B37-DDAC43D0BC7B}" type="slidenum">
              <a:rPr lang="en-US" smtClean="0"/>
              <a:t>‹#›</a:t>
            </a:fld>
            <a:endParaRPr lang="en-US"/>
          </a:p>
        </p:txBody>
      </p:sp>
    </p:spTree>
    <p:extLst>
      <p:ext uri="{BB962C8B-B14F-4D97-AF65-F5344CB8AC3E}">
        <p14:creationId xmlns:p14="http://schemas.microsoft.com/office/powerpoint/2010/main" val="2668796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0B227-E94E-4568-BC3C-B947BC8E80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F46327-07A1-4F69-B43C-12101A8B89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3D1340-0657-4DD5-B928-0543D8FF16C8}"/>
              </a:ext>
            </a:extLst>
          </p:cNvPr>
          <p:cNvSpPr>
            <a:spLocks noGrp="1"/>
          </p:cNvSpPr>
          <p:nvPr>
            <p:ph type="dt" sz="half" idx="10"/>
          </p:nvPr>
        </p:nvSpPr>
        <p:spPr/>
        <p:txBody>
          <a:bodyPr/>
          <a:lstStyle/>
          <a:p>
            <a:fld id="{606DEFB0-4058-49BA-9166-A525029104C8}" type="datetimeFigureOut">
              <a:rPr lang="en-US" smtClean="0"/>
              <a:t>11/16/2021</a:t>
            </a:fld>
            <a:endParaRPr lang="en-US"/>
          </a:p>
        </p:txBody>
      </p:sp>
      <p:sp>
        <p:nvSpPr>
          <p:cNvPr id="5" name="Footer Placeholder 4">
            <a:extLst>
              <a:ext uri="{FF2B5EF4-FFF2-40B4-BE49-F238E27FC236}">
                <a16:creationId xmlns:a16="http://schemas.microsoft.com/office/drawing/2014/main" id="{5148572B-EE72-4389-89DF-DD8EED5D0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50BD46-C778-436B-9AD7-E80A51CDAA7A}"/>
              </a:ext>
            </a:extLst>
          </p:cNvPr>
          <p:cNvSpPr>
            <a:spLocks noGrp="1"/>
          </p:cNvSpPr>
          <p:nvPr>
            <p:ph type="sldNum" sz="quarter" idx="12"/>
          </p:nvPr>
        </p:nvSpPr>
        <p:spPr/>
        <p:txBody>
          <a:bodyPr/>
          <a:lstStyle/>
          <a:p>
            <a:fld id="{B6F2C970-7953-4AB1-9B37-DDAC43D0BC7B}" type="slidenum">
              <a:rPr lang="en-US" smtClean="0"/>
              <a:t>‹#›</a:t>
            </a:fld>
            <a:endParaRPr lang="en-US"/>
          </a:p>
        </p:txBody>
      </p:sp>
    </p:spTree>
    <p:extLst>
      <p:ext uri="{BB962C8B-B14F-4D97-AF65-F5344CB8AC3E}">
        <p14:creationId xmlns:p14="http://schemas.microsoft.com/office/powerpoint/2010/main" val="627848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2F127-E74D-4A96-94C6-B6EBD937C4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9BE0FD-4701-4AEB-9F18-CB9114D53D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105539-AA63-46A7-8C33-BE6DD3A1F2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D4274B-7A21-45FD-BF2B-AC985207298C}"/>
              </a:ext>
            </a:extLst>
          </p:cNvPr>
          <p:cNvSpPr>
            <a:spLocks noGrp="1"/>
          </p:cNvSpPr>
          <p:nvPr>
            <p:ph type="dt" sz="half" idx="10"/>
          </p:nvPr>
        </p:nvSpPr>
        <p:spPr/>
        <p:txBody>
          <a:bodyPr/>
          <a:lstStyle/>
          <a:p>
            <a:fld id="{606DEFB0-4058-49BA-9166-A525029104C8}" type="datetimeFigureOut">
              <a:rPr lang="en-US" smtClean="0"/>
              <a:t>11/16/2021</a:t>
            </a:fld>
            <a:endParaRPr lang="en-US"/>
          </a:p>
        </p:txBody>
      </p:sp>
      <p:sp>
        <p:nvSpPr>
          <p:cNvPr id="6" name="Footer Placeholder 5">
            <a:extLst>
              <a:ext uri="{FF2B5EF4-FFF2-40B4-BE49-F238E27FC236}">
                <a16:creationId xmlns:a16="http://schemas.microsoft.com/office/drawing/2014/main" id="{696E82F0-0FE3-4ECB-9369-1D8ACE4245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D828D8-9046-45D4-BE1E-8BBCDA5FCB03}"/>
              </a:ext>
            </a:extLst>
          </p:cNvPr>
          <p:cNvSpPr>
            <a:spLocks noGrp="1"/>
          </p:cNvSpPr>
          <p:nvPr>
            <p:ph type="sldNum" sz="quarter" idx="12"/>
          </p:nvPr>
        </p:nvSpPr>
        <p:spPr/>
        <p:txBody>
          <a:bodyPr/>
          <a:lstStyle/>
          <a:p>
            <a:fld id="{B6F2C970-7953-4AB1-9B37-DDAC43D0BC7B}" type="slidenum">
              <a:rPr lang="en-US" smtClean="0"/>
              <a:t>‹#›</a:t>
            </a:fld>
            <a:endParaRPr lang="en-US"/>
          </a:p>
        </p:txBody>
      </p:sp>
    </p:spTree>
    <p:extLst>
      <p:ext uri="{BB962C8B-B14F-4D97-AF65-F5344CB8AC3E}">
        <p14:creationId xmlns:p14="http://schemas.microsoft.com/office/powerpoint/2010/main" val="3090520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208BB-0F3A-47FA-9FBE-D5DBD2A2CE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D5FAFE-3FED-4040-A646-B3CA41A99B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90FB25-2533-42A4-A813-4FE75D1A85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2989BE-B1B5-49C5-BEB1-DCBCA9E4DE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B1356D-8AB9-4414-83F4-1805506382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876D37-A40A-4E40-B541-81DCD165364D}"/>
              </a:ext>
            </a:extLst>
          </p:cNvPr>
          <p:cNvSpPr>
            <a:spLocks noGrp="1"/>
          </p:cNvSpPr>
          <p:nvPr>
            <p:ph type="dt" sz="half" idx="10"/>
          </p:nvPr>
        </p:nvSpPr>
        <p:spPr/>
        <p:txBody>
          <a:bodyPr/>
          <a:lstStyle/>
          <a:p>
            <a:fld id="{606DEFB0-4058-49BA-9166-A525029104C8}" type="datetimeFigureOut">
              <a:rPr lang="en-US" smtClean="0"/>
              <a:t>11/16/2021</a:t>
            </a:fld>
            <a:endParaRPr lang="en-US"/>
          </a:p>
        </p:txBody>
      </p:sp>
      <p:sp>
        <p:nvSpPr>
          <p:cNvPr id="8" name="Footer Placeholder 7">
            <a:extLst>
              <a:ext uri="{FF2B5EF4-FFF2-40B4-BE49-F238E27FC236}">
                <a16:creationId xmlns:a16="http://schemas.microsoft.com/office/drawing/2014/main" id="{F8EAA7C2-0674-41B7-B29B-730B1DD0FB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18944E-B47C-45A3-821B-53AA063B636F}"/>
              </a:ext>
            </a:extLst>
          </p:cNvPr>
          <p:cNvSpPr>
            <a:spLocks noGrp="1"/>
          </p:cNvSpPr>
          <p:nvPr>
            <p:ph type="sldNum" sz="quarter" idx="12"/>
          </p:nvPr>
        </p:nvSpPr>
        <p:spPr/>
        <p:txBody>
          <a:bodyPr/>
          <a:lstStyle/>
          <a:p>
            <a:fld id="{B6F2C970-7953-4AB1-9B37-DDAC43D0BC7B}" type="slidenum">
              <a:rPr lang="en-US" smtClean="0"/>
              <a:t>‹#›</a:t>
            </a:fld>
            <a:endParaRPr lang="en-US"/>
          </a:p>
        </p:txBody>
      </p:sp>
    </p:spTree>
    <p:extLst>
      <p:ext uri="{BB962C8B-B14F-4D97-AF65-F5344CB8AC3E}">
        <p14:creationId xmlns:p14="http://schemas.microsoft.com/office/powerpoint/2010/main" val="1502536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D3335-319A-4CBD-AE74-A41B589C95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8998D6-DAED-4107-B8C0-47A413048FF4}"/>
              </a:ext>
            </a:extLst>
          </p:cNvPr>
          <p:cNvSpPr>
            <a:spLocks noGrp="1"/>
          </p:cNvSpPr>
          <p:nvPr>
            <p:ph type="dt" sz="half" idx="10"/>
          </p:nvPr>
        </p:nvSpPr>
        <p:spPr/>
        <p:txBody>
          <a:bodyPr/>
          <a:lstStyle/>
          <a:p>
            <a:fld id="{606DEFB0-4058-49BA-9166-A525029104C8}" type="datetimeFigureOut">
              <a:rPr lang="en-US" smtClean="0"/>
              <a:t>11/16/2021</a:t>
            </a:fld>
            <a:endParaRPr lang="en-US"/>
          </a:p>
        </p:txBody>
      </p:sp>
      <p:sp>
        <p:nvSpPr>
          <p:cNvPr id="4" name="Footer Placeholder 3">
            <a:extLst>
              <a:ext uri="{FF2B5EF4-FFF2-40B4-BE49-F238E27FC236}">
                <a16:creationId xmlns:a16="http://schemas.microsoft.com/office/drawing/2014/main" id="{55ADA6F7-988E-412D-9376-F10061C6FC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A9ED36-C06D-4064-BB45-568693B1B142}"/>
              </a:ext>
            </a:extLst>
          </p:cNvPr>
          <p:cNvSpPr>
            <a:spLocks noGrp="1"/>
          </p:cNvSpPr>
          <p:nvPr>
            <p:ph type="sldNum" sz="quarter" idx="12"/>
          </p:nvPr>
        </p:nvSpPr>
        <p:spPr/>
        <p:txBody>
          <a:bodyPr/>
          <a:lstStyle/>
          <a:p>
            <a:fld id="{B6F2C970-7953-4AB1-9B37-DDAC43D0BC7B}" type="slidenum">
              <a:rPr lang="en-US" smtClean="0"/>
              <a:t>‹#›</a:t>
            </a:fld>
            <a:endParaRPr lang="en-US"/>
          </a:p>
        </p:txBody>
      </p:sp>
    </p:spTree>
    <p:extLst>
      <p:ext uri="{BB962C8B-B14F-4D97-AF65-F5344CB8AC3E}">
        <p14:creationId xmlns:p14="http://schemas.microsoft.com/office/powerpoint/2010/main" val="2453921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43D4E5-A40A-42AC-8E5C-DA09AFA076E1}"/>
              </a:ext>
            </a:extLst>
          </p:cNvPr>
          <p:cNvSpPr>
            <a:spLocks noGrp="1"/>
          </p:cNvSpPr>
          <p:nvPr>
            <p:ph type="dt" sz="half" idx="10"/>
          </p:nvPr>
        </p:nvSpPr>
        <p:spPr/>
        <p:txBody>
          <a:bodyPr/>
          <a:lstStyle/>
          <a:p>
            <a:fld id="{606DEFB0-4058-49BA-9166-A525029104C8}" type="datetimeFigureOut">
              <a:rPr lang="en-US" smtClean="0"/>
              <a:t>11/16/2021</a:t>
            </a:fld>
            <a:endParaRPr lang="en-US"/>
          </a:p>
        </p:txBody>
      </p:sp>
      <p:sp>
        <p:nvSpPr>
          <p:cNvPr id="3" name="Footer Placeholder 2">
            <a:extLst>
              <a:ext uri="{FF2B5EF4-FFF2-40B4-BE49-F238E27FC236}">
                <a16:creationId xmlns:a16="http://schemas.microsoft.com/office/drawing/2014/main" id="{628058F2-4B86-4725-9F03-41867D1940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D5318C-174C-4214-B054-A3B922A1B2AD}"/>
              </a:ext>
            </a:extLst>
          </p:cNvPr>
          <p:cNvSpPr>
            <a:spLocks noGrp="1"/>
          </p:cNvSpPr>
          <p:nvPr>
            <p:ph type="sldNum" sz="quarter" idx="12"/>
          </p:nvPr>
        </p:nvSpPr>
        <p:spPr/>
        <p:txBody>
          <a:bodyPr/>
          <a:lstStyle/>
          <a:p>
            <a:fld id="{B6F2C970-7953-4AB1-9B37-DDAC43D0BC7B}" type="slidenum">
              <a:rPr lang="en-US" smtClean="0"/>
              <a:t>‹#›</a:t>
            </a:fld>
            <a:endParaRPr lang="en-US"/>
          </a:p>
        </p:txBody>
      </p:sp>
    </p:spTree>
    <p:extLst>
      <p:ext uri="{BB962C8B-B14F-4D97-AF65-F5344CB8AC3E}">
        <p14:creationId xmlns:p14="http://schemas.microsoft.com/office/powerpoint/2010/main" val="1151926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F11B8-E9F3-41D2-AD6E-F94ABB6086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87365F-DE2F-45D3-8231-68FE48713C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B4ACD2-76B3-4C53-BACB-7E725C44F0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7FF1A9-7D2C-47D7-A797-23DE243BF173}"/>
              </a:ext>
            </a:extLst>
          </p:cNvPr>
          <p:cNvSpPr>
            <a:spLocks noGrp="1"/>
          </p:cNvSpPr>
          <p:nvPr>
            <p:ph type="dt" sz="half" idx="10"/>
          </p:nvPr>
        </p:nvSpPr>
        <p:spPr/>
        <p:txBody>
          <a:bodyPr/>
          <a:lstStyle/>
          <a:p>
            <a:fld id="{606DEFB0-4058-49BA-9166-A525029104C8}" type="datetimeFigureOut">
              <a:rPr lang="en-US" smtClean="0"/>
              <a:t>11/16/2021</a:t>
            </a:fld>
            <a:endParaRPr lang="en-US"/>
          </a:p>
        </p:txBody>
      </p:sp>
      <p:sp>
        <p:nvSpPr>
          <p:cNvPr id="6" name="Footer Placeholder 5">
            <a:extLst>
              <a:ext uri="{FF2B5EF4-FFF2-40B4-BE49-F238E27FC236}">
                <a16:creationId xmlns:a16="http://schemas.microsoft.com/office/drawing/2014/main" id="{CBF1D1FE-1EEE-4517-823A-13B502022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AB409C-7789-41FB-9512-64D4908E1CAA}"/>
              </a:ext>
            </a:extLst>
          </p:cNvPr>
          <p:cNvSpPr>
            <a:spLocks noGrp="1"/>
          </p:cNvSpPr>
          <p:nvPr>
            <p:ph type="sldNum" sz="quarter" idx="12"/>
          </p:nvPr>
        </p:nvSpPr>
        <p:spPr/>
        <p:txBody>
          <a:bodyPr/>
          <a:lstStyle/>
          <a:p>
            <a:fld id="{B6F2C970-7953-4AB1-9B37-DDAC43D0BC7B}" type="slidenum">
              <a:rPr lang="en-US" smtClean="0"/>
              <a:t>‹#›</a:t>
            </a:fld>
            <a:endParaRPr lang="en-US"/>
          </a:p>
        </p:txBody>
      </p:sp>
    </p:spTree>
    <p:extLst>
      <p:ext uri="{BB962C8B-B14F-4D97-AF65-F5344CB8AC3E}">
        <p14:creationId xmlns:p14="http://schemas.microsoft.com/office/powerpoint/2010/main" val="1401127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FBF92-86AC-4F9E-A26B-35BFCC24C3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C259F1-2653-4754-AEAA-1B86C04DE6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5872BE-14C6-40ED-BFF2-0B6063DED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46ACC8-470C-427F-B8E9-1815318C92A0}"/>
              </a:ext>
            </a:extLst>
          </p:cNvPr>
          <p:cNvSpPr>
            <a:spLocks noGrp="1"/>
          </p:cNvSpPr>
          <p:nvPr>
            <p:ph type="dt" sz="half" idx="10"/>
          </p:nvPr>
        </p:nvSpPr>
        <p:spPr/>
        <p:txBody>
          <a:bodyPr/>
          <a:lstStyle/>
          <a:p>
            <a:fld id="{606DEFB0-4058-49BA-9166-A525029104C8}" type="datetimeFigureOut">
              <a:rPr lang="en-US" smtClean="0"/>
              <a:t>11/16/2021</a:t>
            </a:fld>
            <a:endParaRPr lang="en-US"/>
          </a:p>
        </p:txBody>
      </p:sp>
      <p:sp>
        <p:nvSpPr>
          <p:cNvPr id="6" name="Footer Placeholder 5">
            <a:extLst>
              <a:ext uri="{FF2B5EF4-FFF2-40B4-BE49-F238E27FC236}">
                <a16:creationId xmlns:a16="http://schemas.microsoft.com/office/drawing/2014/main" id="{EB605CFB-0D87-4F39-B048-A0686C771E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C4CE66-DD0D-412B-9B6D-1313082A6E8A}"/>
              </a:ext>
            </a:extLst>
          </p:cNvPr>
          <p:cNvSpPr>
            <a:spLocks noGrp="1"/>
          </p:cNvSpPr>
          <p:nvPr>
            <p:ph type="sldNum" sz="quarter" idx="12"/>
          </p:nvPr>
        </p:nvSpPr>
        <p:spPr/>
        <p:txBody>
          <a:bodyPr/>
          <a:lstStyle/>
          <a:p>
            <a:fld id="{B6F2C970-7953-4AB1-9B37-DDAC43D0BC7B}" type="slidenum">
              <a:rPr lang="en-US" smtClean="0"/>
              <a:t>‹#›</a:t>
            </a:fld>
            <a:endParaRPr lang="en-US"/>
          </a:p>
        </p:txBody>
      </p:sp>
    </p:spTree>
    <p:extLst>
      <p:ext uri="{BB962C8B-B14F-4D97-AF65-F5344CB8AC3E}">
        <p14:creationId xmlns:p14="http://schemas.microsoft.com/office/powerpoint/2010/main" val="2646311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A8435-8434-4392-81CC-AF3DFC9C57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158E3A-23F4-4569-9191-857F003D81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1D1B73-F1BD-4AC9-9F27-4387B8DDEB90}"/>
              </a:ext>
            </a:extLst>
          </p:cNvPr>
          <p:cNvSpPr>
            <a:spLocks noGrp="1"/>
          </p:cNvSpPr>
          <p:nvPr>
            <p:ph type="dt" sz="half" idx="10"/>
          </p:nvPr>
        </p:nvSpPr>
        <p:spPr/>
        <p:txBody>
          <a:bodyPr/>
          <a:lstStyle/>
          <a:p>
            <a:fld id="{606DEFB0-4058-49BA-9166-A525029104C8}" type="datetimeFigureOut">
              <a:rPr lang="en-US" smtClean="0"/>
              <a:t>11/16/2021</a:t>
            </a:fld>
            <a:endParaRPr lang="en-US"/>
          </a:p>
        </p:txBody>
      </p:sp>
      <p:sp>
        <p:nvSpPr>
          <p:cNvPr id="5" name="Footer Placeholder 4">
            <a:extLst>
              <a:ext uri="{FF2B5EF4-FFF2-40B4-BE49-F238E27FC236}">
                <a16:creationId xmlns:a16="http://schemas.microsoft.com/office/drawing/2014/main" id="{315693FE-E716-4321-9080-61ADF09BB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80F60-FC58-4521-8F45-2CFA70A2937A}"/>
              </a:ext>
            </a:extLst>
          </p:cNvPr>
          <p:cNvSpPr>
            <a:spLocks noGrp="1"/>
          </p:cNvSpPr>
          <p:nvPr>
            <p:ph type="sldNum" sz="quarter" idx="12"/>
          </p:nvPr>
        </p:nvSpPr>
        <p:spPr/>
        <p:txBody>
          <a:bodyPr/>
          <a:lstStyle/>
          <a:p>
            <a:fld id="{B6F2C970-7953-4AB1-9B37-DDAC43D0BC7B}" type="slidenum">
              <a:rPr lang="en-US" smtClean="0"/>
              <a:t>‹#›</a:t>
            </a:fld>
            <a:endParaRPr lang="en-US"/>
          </a:p>
        </p:txBody>
      </p:sp>
    </p:spTree>
    <p:extLst>
      <p:ext uri="{BB962C8B-B14F-4D97-AF65-F5344CB8AC3E}">
        <p14:creationId xmlns:p14="http://schemas.microsoft.com/office/powerpoint/2010/main" val="1539508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23FE1F-1236-414D-8752-8972FA26AC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C35D92-EC79-495F-B17A-4032734D53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1AD401-994B-42B0-B758-D0D309FFA997}"/>
              </a:ext>
            </a:extLst>
          </p:cNvPr>
          <p:cNvSpPr>
            <a:spLocks noGrp="1"/>
          </p:cNvSpPr>
          <p:nvPr>
            <p:ph type="dt" sz="half" idx="10"/>
          </p:nvPr>
        </p:nvSpPr>
        <p:spPr/>
        <p:txBody>
          <a:bodyPr/>
          <a:lstStyle/>
          <a:p>
            <a:fld id="{606DEFB0-4058-49BA-9166-A525029104C8}" type="datetimeFigureOut">
              <a:rPr lang="en-US" smtClean="0"/>
              <a:t>11/16/2021</a:t>
            </a:fld>
            <a:endParaRPr lang="en-US"/>
          </a:p>
        </p:txBody>
      </p:sp>
      <p:sp>
        <p:nvSpPr>
          <p:cNvPr id="5" name="Footer Placeholder 4">
            <a:extLst>
              <a:ext uri="{FF2B5EF4-FFF2-40B4-BE49-F238E27FC236}">
                <a16:creationId xmlns:a16="http://schemas.microsoft.com/office/drawing/2014/main" id="{A9CB3BB6-A42C-4D3C-B7AC-469F088765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20B4D4-8727-4A7E-84F2-49928B22A2BC}"/>
              </a:ext>
            </a:extLst>
          </p:cNvPr>
          <p:cNvSpPr>
            <a:spLocks noGrp="1"/>
          </p:cNvSpPr>
          <p:nvPr>
            <p:ph type="sldNum" sz="quarter" idx="12"/>
          </p:nvPr>
        </p:nvSpPr>
        <p:spPr/>
        <p:txBody>
          <a:bodyPr/>
          <a:lstStyle/>
          <a:p>
            <a:fld id="{B6F2C970-7953-4AB1-9B37-DDAC43D0BC7B}" type="slidenum">
              <a:rPr lang="en-US" smtClean="0"/>
              <a:t>‹#›</a:t>
            </a:fld>
            <a:endParaRPr lang="en-US"/>
          </a:p>
        </p:txBody>
      </p:sp>
    </p:spTree>
    <p:extLst>
      <p:ext uri="{BB962C8B-B14F-4D97-AF65-F5344CB8AC3E}">
        <p14:creationId xmlns:p14="http://schemas.microsoft.com/office/powerpoint/2010/main" val="2636181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0A23B4-258C-4F27-BCE6-FAA347DEA7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FDAA69-E9A3-4ECA-976F-590AA097C1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BE53E-E326-4856-AF71-8F644D140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6DEFB0-4058-49BA-9166-A525029104C8}" type="datetimeFigureOut">
              <a:rPr lang="en-US" smtClean="0"/>
              <a:t>11/16/2021</a:t>
            </a:fld>
            <a:endParaRPr lang="en-US"/>
          </a:p>
        </p:txBody>
      </p:sp>
      <p:sp>
        <p:nvSpPr>
          <p:cNvPr id="5" name="Footer Placeholder 4">
            <a:extLst>
              <a:ext uri="{FF2B5EF4-FFF2-40B4-BE49-F238E27FC236}">
                <a16:creationId xmlns:a16="http://schemas.microsoft.com/office/drawing/2014/main" id="{DBBBB512-5199-41C4-ADE3-7243F9A1AC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0CF8B3-7593-44F8-B451-D1FB82B4A2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2C970-7953-4AB1-9B37-DDAC43D0BC7B}" type="slidenum">
              <a:rPr lang="en-US" smtClean="0"/>
              <a:t>‹#›</a:t>
            </a:fld>
            <a:endParaRPr lang="en-US"/>
          </a:p>
        </p:txBody>
      </p:sp>
    </p:spTree>
    <p:extLst>
      <p:ext uri="{BB962C8B-B14F-4D97-AF65-F5344CB8AC3E}">
        <p14:creationId xmlns:p14="http://schemas.microsoft.com/office/powerpoint/2010/main" val="1918138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7EE76-661D-4DCF-811E-11D3A29A314B}"/>
              </a:ext>
            </a:extLst>
          </p:cNvPr>
          <p:cNvSpPr>
            <a:spLocks noGrp="1"/>
          </p:cNvSpPr>
          <p:nvPr>
            <p:ph type="ctrTitle"/>
          </p:nvPr>
        </p:nvSpPr>
        <p:spPr/>
        <p:txBody>
          <a:bodyPr/>
          <a:lstStyle/>
          <a:p>
            <a:r>
              <a:rPr lang="en-US" dirty="0"/>
              <a:t>Vector &amp; Array Processors</a:t>
            </a:r>
          </a:p>
        </p:txBody>
      </p:sp>
      <p:sp>
        <p:nvSpPr>
          <p:cNvPr id="3" name="Subtitle 2">
            <a:extLst>
              <a:ext uri="{FF2B5EF4-FFF2-40B4-BE49-F238E27FC236}">
                <a16:creationId xmlns:a16="http://schemas.microsoft.com/office/drawing/2014/main" id="{E8B361CA-8F31-4D14-A485-F2F523DF1C3D}"/>
              </a:ext>
            </a:extLst>
          </p:cNvPr>
          <p:cNvSpPr>
            <a:spLocks noGrp="1"/>
          </p:cNvSpPr>
          <p:nvPr>
            <p:ph type="subTitle" idx="1"/>
          </p:nvPr>
        </p:nvSpPr>
        <p:spPr/>
        <p:txBody>
          <a:bodyPr/>
          <a:lstStyle/>
          <a:p>
            <a:r>
              <a:rPr lang="en-US" dirty="0"/>
              <a:t>How to process more data at a time…</a:t>
            </a:r>
          </a:p>
        </p:txBody>
      </p:sp>
    </p:spTree>
    <p:extLst>
      <p:ext uri="{BB962C8B-B14F-4D97-AF65-F5344CB8AC3E}">
        <p14:creationId xmlns:p14="http://schemas.microsoft.com/office/powerpoint/2010/main" val="3892904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7B7C1-A992-47C5-BE2F-F85398941573}"/>
              </a:ext>
            </a:extLst>
          </p:cNvPr>
          <p:cNvSpPr>
            <a:spLocks noGrp="1"/>
          </p:cNvSpPr>
          <p:nvPr>
            <p:ph type="title"/>
          </p:nvPr>
        </p:nvSpPr>
        <p:spPr/>
        <p:txBody>
          <a:bodyPr/>
          <a:lstStyle/>
          <a:p>
            <a:r>
              <a:rPr lang="en-US" dirty="0"/>
              <a:t>Some Taxonomy (Flynn’s)</a:t>
            </a:r>
          </a:p>
        </p:txBody>
      </p:sp>
      <p:sp>
        <p:nvSpPr>
          <p:cNvPr id="3" name="Content Placeholder 2">
            <a:extLst>
              <a:ext uri="{FF2B5EF4-FFF2-40B4-BE49-F238E27FC236}">
                <a16:creationId xmlns:a16="http://schemas.microsoft.com/office/drawing/2014/main" id="{2D24C5AF-CF96-4F41-BE77-619D68A816B7}"/>
              </a:ext>
            </a:extLst>
          </p:cNvPr>
          <p:cNvSpPr>
            <a:spLocks noGrp="1"/>
          </p:cNvSpPr>
          <p:nvPr>
            <p:ph idx="1"/>
          </p:nvPr>
        </p:nvSpPr>
        <p:spPr>
          <a:xfrm>
            <a:off x="838200" y="1825625"/>
            <a:ext cx="10515600" cy="1014290"/>
          </a:xfrm>
        </p:spPr>
        <p:txBody>
          <a:bodyPr/>
          <a:lstStyle/>
          <a:p>
            <a:pPr marL="0" indent="0">
              <a:buNone/>
            </a:pPr>
            <a:r>
              <a:rPr lang="en-US" dirty="0"/>
              <a:t>Think about a CPU as a box that takes in instructions and data and yields results. Ignoring multi-core and SMP for a moment…</a:t>
            </a:r>
          </a:p>
        </p:txBody>
      </p:sp>
      <p:sp>
        <p:nvSpPr>
          <p:cNvPr id="4" name="Rectangle 3">
            <a:extLst>
              <a:ext uri="{FF2B5EF4-FFF2-40B4-BE49-F238E27FC236}">
                <a16:creationId xmlns:a16="http://schemas.microsoft.com/office/drawing/2014/main" id="{0614E483-A974-441D-A465-D1E31886369F}"/>
              </a:ext>
            </a:extLst>
          </p:cNvPr>
          <p:cNvSpPr/>
          <p:nvPr/>
        </p:nvSpPr>
        <p:spPr>
          <a:xfrm>
            <a:off x="4492869" y="4123592"/>
            <a:ext cx="2470639"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CPU/Core</a:t>
            </a:r>
          </a:p>
        </p:txBody>
      </p:sp>
      <p:sp>
        <p:nvSpPr>
          <p:cNvPr id="5" name="Arrow: Right 4">
            <a:extLst>
              <a:ext uri="{FF2B5EF4-FFF2-40B4-BE49-F238E27FC236}">
                <a16:creationId xmlns:a16="http://schemas.microsoft.com/office/drawing/2014/main" id="{863BC112-D16D-4167-8994-A454523E58E8}"/>
              </a:ext>
            </a:extLst>
          </p:cNvPr>
          <p:cNvSpPr/>
          <p:nvPr/>
        </p:nvSpPr>
        <p:spPr>
          <a:xfrm>
            <a:off x="1776046" y="4123592"/>
            <a:ext cx="2716823" cy="5275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a:t>
            </a:r>
          </a:p>
        </p:txBody>
      </p:sp>
      <p:sp>
        <p:nvSpPr>
          <p:cNvPr id="6" name="Arrow: Right 5">
            <a:extLst>
              <a:ext uri="{FF2B5EF4-FFF2-40B4-BE49-F238E27FC236}">
                <a16:creationId xmlns:a16="http://schemas.microsoft.com/office/drawing/2014/main" id="{F0682FAE-2D0C-4118-9580-8989DEEABDF9}"/>
              </a:ext>
            </a:extLst>
          </p:cNvPr>
          <p:cNvSpPr/>
          <p:nvPr/>
        </p:nvSpPr>
        <p:spPr>
          <a:xfrm>
            <a:off x="1776046" y="4921617"/>
            <a:ext cx="2716823" cy="5275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Instructions</a:t>
            </a:r>
          </a:p>
        </p:txBody>
      </p:sp>
      <p:sp>
        <p:nvSpPr>
          <p:cNvPr id="7" name="Arrow: Right 6">
            <a:extLst>
              <a:ext uri="{FF2B5EF4-FFF2-40B4-BE49-F238E27FC236}">
                <a16:creationId xmlns:a16="http://schemas.microsoft.com/office/drawing/2014/main" id="{B94033B7-D7FA-4382-9D38-44EAC04F6441}"/>
              </a:ext>
            </a:extLst>
          </p:cNvPr>
          <p:cNvSpPr/>
          <p:nvPr/>
        </p:nvSpPr>
        <p:spPr>
          <a:xfrm>
            <a:off x="6963508" y="4522604"/>
            <a:ext cx="2716823" cy="5275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Results</a:t>
            </a:r>
          </a:p>
        </p:txBody>
      </p:sp>
    </p:spTree>
    <p:extLst>
      <p:ext uri="{BB962C8B-B14F-4D97-AF65-F5344CB8AC3E}">
        <p14:creationId xmlns:p14="http://schemas.microsoft.com/office/powerpoint/2010/main" val="3359531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E329D-11AD-40E1-A0E3-8175978A90BA}"/>
              </a:ext>
            </a:extLst>
          </p:cNvPr>
          <p:cNvSpPr>
            <a:spLocks noGrp="1"/>
          </p:cNvSpPr>
          <p:nvPr>
            <p:ph type="title"/>
          </p:nvPr>
        </p:nvSpPr>
        <p:spPr/>
        <p:txBody>
          <a:bodyPr/>
          <a:lstStyle/>
          <a:p>
            <a:r>
              <a:rPr lang="en-US" dirty="0"/>
              <a:t>Flynn’s Taxonomy</a:t>
            </a:r>
          </a:p>
        </p:txBody>
      </p:sp>
      <p:sp>
        <p:nvSpPr>
          <p:cNvPr id="3" name="Content Placeholder 2">
            <a:extLst>
              <a:ext uri="{FF2B5EF4-FFF2-40B4-BE49-F238E27FC236}">
                <a16:creationId xmlns:a16="http://schemas.microsoft.com/office/drawing/2014/main" id="{FB5AA32D-53FA-4580-9E2E-961C0D4EB396}"/>
              </a:ext>
            </a:extLst>
          </p:cNvPr>
          <p:cNvSpPr>
            <a:spLocks noGrp="1"/>
          </p:cNvSpPr>
          <p:nvPr>
            <p:ph idx="1"/>
          </p:nvPr>
        </p:nvSpPr>
        <p:spPr>
          <a:xfrm>
            <a:off x="390699" y="1825625"/>
            <a:ext cx="11238806" cy="4351338"/>
          </a:xfrm>
        </p:spPr>
        <p:txBody>
          <a:bodyPr/>
          <a:lstStyle/>
          <a:p>
            <a:pPr marL="0" indent="0">
              <a:buNone/>
            </a:pPr>
            <a:r>
              <a:rPr lang="en-US" dirty="0"/>
              <a:t>SISD – single instruction, single data item - classic processors</a:t>
            </a:r>
          </a:p>
          <a:p>
            <a:pPr marL="0" indent="0">
              <a:buNone/>
            </a:pPr>
            <a:endParaRPr lang="en-US" dirty="0"/>
          </a:p>
          <a:p>
            <a:pPr marL="0" indent="0">
              <a:buNone/>
            </a:pPr>
            <a:r>
              <a:rPr lang="en-US" dirty="0"/>
              <a:t>SIMD – single instruction multiple data – used in Vector Processors &amp; GPUs</a:t>
            </a:r>
          </a:p>
          <a:p>
            <a:pPr marL="0" indent="0">
              <a:buNone/>
            </a:pPr>
            <a:endParaRPr lang="en-US" dirty="0"/>
          </a:p>
          <a:p>
            <a:pPr marL="0" indent="0">
              <a:buNone/>
            </a:pPr>
            <a:r>
              <a:rPr lang="en-US" dirty="0"/>
              <a:t>MISD – multiple instructions operating on the same data (fault tolerance)</a:t>
            </a:r>
          </a:p>
          <a:p>
            <a:pPr marL="0" indent="0">
              <a:buNone/>
            </a:pPr>
            <a:endParaRPr lang="en-US" dirty="0"/>
          </a:p>
          <a:p>
            <a:pPr marL="0" indent="0">
              <a:buNone/>
            </a:pPr>
            <a:r>
              <a:rPr lang="en-US" dirty="0"/>
              <a:t>MIMD - multiple instructions, multiple data - multi-core super scalar, distributed systems</a:t>
            </a:r>
          </a:p>
        </p:txBody>
      </p:sp>
    </p:spTree>
    <p:extLst>
      <p:ext uri="{BB962C8B-B14F-4D97-AF65-F5344CB8AC3E}">
        <p14:creationId xmlns:p14="http://schemas.microsoft.com/office/powerpoint/2010/main" val="2267110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74185-91EB-4EB3-ACB1-2A17F3679751}"/>
              </a:ext>
            </a:extLst>
          </p:cNvPr>
          <p:cNvSpPr>
            <a:spLocks noGrp="1"/>
          </p:cNvSpPr>
          <p:nvPr>
            <p:ph type="title"/>
          </p:nvPr>
        </p:nvSpPr>
        <p:spPr/>
        <p:txBody>
          <a:bodyPr/>
          <a:lstStyle/>
          <a:p>
            <a:r>
              <a:rPr lang="en-US" dirty="0"/>
              <a:t>Key Concept</a:t>
            </a:r>
          </a:p>
        </p:txBody>
      </p:sp>
      <p:sp>
        <p:nvSpPr>
          <p:cNvPr id="3" name="Content Placeholder 2">
            <a:extLst>
              <a:ext uri="{FF2B5EF4-FFF2-40B4-BE49-F238E27FC236}">
                <a16:creationId xmlns:a16="http://schemas.microsoft.com/office/drawing/2014/main" id="{0F75EC9A-9410-41F5-99CA-2EE8BFC8F3D9}"/>
              </a:ext>
            </a:extLst>
          </p:cNvPr>
          <p:cNvSpPr>
            <a:spLocks noGrp="1"/>
          </p:cNvSpPr>
          <p:nvPr>
            <p:ph idx="1"/>
          </p:nvPr>
        </p:nvSpPr>
        <p:spPr/>
        <p:txBody>
          <a:bodyPr/>
          <a:lstStyle/>
          <a:p>
            <a:pPr marL="0" indent="0">
              <a:buNone/>
            </a:pPr>
            <a:r>
              <a:rPr lang="en-US" dirty="0"/>
              <a:t>In order for code to be run in parallel, loop iterations must be independent. </a:t>
            </a:r>
          </a:p>
          <a:p>
            <a:pPr marL="0" indent="0">
              <a:buNone/>
            </a:pPr>
            <a:r>
              <a:rPr lang="en-US" dirty="0">
                <a:latin typeface="Consolas" panose="020B0609020204030204" pitchFamily="49" charset="0"/>
              </a:rPr>
              <a:t>for (int </a:t>
            </a:r>
            <a:r>
              <a:rPr lang="en-US" dirty="0" err="1">
                <a:latin typeface="Consolas" panose="020B0609020204030204" pitchFamily="49" charset="0"/>
              </a:rPr>
              <a:t>i</a:t>
            </a:r>
            <a:r>
              <a:rPr lang="en-US" dirty="0">
                <a:latin typeface="Consolas" panose="020B0609020204030204" pitchFamily="49" charset="0"/>
              </a:rPr>
              <a:t>=0;i&lt;</a:t>
            </a:r>
            <a:r>
              <a:rPr lang="en-US" dirty="0" err="1">
                <a:latin typeface="Consolas" panose="020B0609020204030204" pitchFamily="49" charset="0"/>
              </a:rPr>
              <a:t>N;i</a:t>
            </a:r>
            <a:r>
              <a:rPr lang="en-US" dirty="0">
                <a:latin typeface="Consolas" panose="020B0609020204030204" pitchFamily="49" charset="0"/>
              </a:rPr>
              <a:t>++)</a:t>
            </a:r>
          </a:p>
          <a:p>
            <a:pPr marL="0" indent="0">
              <a:buNone/>
            </a:pPr>
            <a:r>
              <a:rPr lang="en-US" dirty="0">
                <a:latin typeface="Consolas" panose="020B0609020204030204" pitchFamily="49" charset="0"/>
              </a:rPr>
              <a:t>	a[i] = a[i-1] + a[i-2];</a:t>
            </a:r>
          </a:p>
          <a:p>
            <a:pPr marL="0" indent="0">
              <a:buNone/>
            </a:pPr>
            <a:endParaRPr lang="en-US" dirty="0"/>
          </a:p>
          <a:p>
            <a:pPr marL="0" indent="0">
              <a:buNone/>
            </a:pPr>
            <a:r>
              <a:rPr lang="en-US" dirty="0"/>
              <a:t>This code is not easily vectorizable. Some special hardware can handle this. </a:t>
            </a:r>
          </a:p>
        </p:txBody>
      </p:sp>
    </p:spTree>
    <p:extLst>
      <p:ext uri="{BB962C8B-B14F-4D97-AF65-F5344CB8AC3E}">
        <p14:creationId xmlns:p14="http://schemas.microsoft.com/office/powerpoint/2010/main" val="302020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47C05-296E-42F8-B03F-4D27B2418B0F}"/>
              </a:ext>
            </a:extLst>
          </p:cNvPr>
          <p:cNvSpPr>
            <a:spLocks noGrp="1"/>
          </p:cNvSpPr>
          <p:nvPr>
            <p:ph type="title"/>
          </p:nvPr>
        </p:nvSpPr>
        <p:spPr/>
        <p:txBody>
          <a:bodyPr/>
          <a:lstStyle/>
          <a:p>
            <a:r>
              <a:rPr lang="en-US" dirty="0"/>
              <a:t>Data Parallelism</a:t>
            </a:r>
          </a:p>
        </p:txBody>
      </p:sp>
      <p:sp>
        <p:nvSpPr>
          <p:cNvPr id="3" name="Content Placeholder 2">
            <a:extLst>
              <a:ext uri="{FF2B5EF4-FFF2-40B4-BE49-F238E27FC236}">
                <a16:creationId xmlns:a16="http://schemas.microsoft.com/office/drawing/2014/main" id="{84A8BAA7-6F83-439B-B429-F2892A461C94}"/>
              </a:ext>
            </a:extLst>
          </p:cNvPr>
          <p:cNvSpPr>
            <a:spLocks noGrp="1"/>
          </p:cNvSpPr>
          <p:nvPr>
            <p:ph idx="1"/>
          </p:nvPr>
        </p:nvSpPr>
        <p:spPr/>
        <p:txBody>
          <a:bodyPr/>
          <a:lstStyle/>
          <a:p>
            <a:pPr marL="0" indent="0">
              <a:buNone/>
            </a:pPr>
            <a:r>
              <a:rPr lang="en-US" dirty="0"/>
              <a:t>It is not uncommon that we need to do the same operations on a lot of pieces of data:</a:t>
            </a:r>
            <a:br>
              <a:rPr lang="en-US" dirty="0"/>
            </a:br>
            <a:endParaRPr lang="en-US" dirty="0"/>
          </a:p>
          <a:p>
            <a:pPr marL="0" indent="0">
              <a:buNone/>
            </a:pPr>
            <a:r>
              <a:rPr lang="en-US" dirty="0"/>
              <a:t>for (a in array)</a:t>
            </a:r>
          </a:p>
          <a:p>
            <a:pPr marL="0" indent="0">
              <a:buNone/>
            </a:pPr>
            <a:r>
              <a:rPr lang="en-US" dirty="0"/>
              <a:t>	</a:t>
            </a:r>
            <a:r>
              <a:rPr lang="en-US" dirty="0" err="1"/>
              <a:t>doSomething</a:t>
            </a:r>
            <a:r>
              <a:rPr lang="en-US" dirty="0"/>
              <a:t>(a)</a:t>
            </a:r>
          </a:p>
          <a:p>
            <a:pPr marL="0" indent="0">
              <a:buNone/>
            </a:pPr>
            <a:endParaRPr lang="en-US" dirty="0"/>
          </a:p>
          <a:p>
            <a:pPr marL="0" indent="0">
              <a:buNone/>
            </a:pPr>
            <a:r>
              <a:rPr lang="en-US" dirty="0"/>
              <a:t>Examples: Image/sound/video processing, matrix operations, AI</a:t>
            </a:r>
          </a:p>
        </p:txBody>
      </p:sp>
    </p:spTree>
    <p:extLst>
      <p:ext uri="{BB962C8B-B14F-4D97-AF65-F5344CB8AC3E}">
        <p14:creationId xmlns:p14="http://schemas.microsoft.com/office/powerpoint/2010/main" val="42363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47C05-296E-42F8-B03F-4D27B2418B0F}"/>
              </a:ext>
            </a:extLst>
          </p:cNvPr>
          <p:cNvSpPr>
            <a:spLocks noGrp="1"/>
          </p:cNvSpPr>
          <p:nvPr>
            <p:ph type="title"/>
          </p:nvPr>
        </p:nvSpPr>
        <p:spPr/>
        <p:txBody>
          <a:bodyPr/>
          <a:lstStyle/>
          <a:p>
            <a:r>
              <a:rPr lang="en-US" dirty="0"/>
              <a:t>Data Parallelism</a:t>
            </a:r>
          </a:p>
        </p:txBody>
      </p:sp>
      <p:sp>
        <p:nvSpPr>
          <p:cNvPr id="3" name="Content Placeholder 2">
            <a:extLst>
              <a:ext uri="{FF2B5EF4-FFF2-40B4-BE49-F238E27FC236}">
                <a16:creationId xmlns:a16="http://schemas.microsoft.com/office/drawing/2014/main" id="{84A8BAA7-6F83-439B-B429-F2892A461C94}"/>
              </a:ext>
            </a:extLst>
          </p:cNvPr>
          <p:cNvSpPr>
            <a:spLocks noGrp="1"/>
          </p:cNvSpPr>
          <p:nvPr>
            <p:ph idx="1"/>
          </p:nvPr>
        </p:nvSpPr>
        <p:spPr/>
        <p:txBody>
          <a:bodyPr/>
          <a:lstStyle/>
          <a:p>
            <a:pPr marL="0" indent="0">
              <a:buNone/>
            </a:pPr>
            <a:r>
              <a:rPr lang="en-US" dirty="0"/>
              <a:t>It is not uncommon that we need to do the same operations on a lot of pieces of data:</a:t>
            </a:r>
            <a:br>
              <a:rPr lang="en-US" dirty="0"/>
            </a:br>
            <a:endParaRPr lang="en-US" dirty="0"/>
          </a:p>
          <a:p>
            <a:pPr marL="0" indent="0">
              <a:buNone/>
            </a:pPr>
            <a:r>
              <a:rPr lang="en-US" dirty="0"/>
              <a:t>for (a in array)</a:t>
            </a:r>
          </a:p>
          <a:p>
            <a:pPr marL="0" indent="0">
              <a:buNone/>
            </a:pPr>
            <a:r>
              <a:rPr lang="en-US" dirty="0"/>
              <a:t>	</a:t>
            </a:r>
            <a:r>
              <a:rPr lang="en-US" dirty="0" err="1"/>
              <a:t>doSomething</a:t>
            </a:r>
            <a:r>
              <a:rPr lang="en-US" dirty="0"/>
              <a:t>(a)</a:t>
            </a:r>
          </a:p>
          <a:p>
            <a:pPr marL="0" indent="0">
              <a:buNone/>
            </a:pPr>
            <a:endParaRPr lang="en-US" dirty="0"/>
          </a:p>
          <a:p>
            <a:pPr marL="0" indent="0">
              <a:buNone/>
            </a:pPr>
            <a:r>
              <a:rPr lang="en-US" dirty="0"/>
              <a:t>Examples: Image/sound/video processing, matrix operations, AI</a:t>
            </a:r>
          </a:p>
        </p:txBody>
      </p:sp>
      <p:sp>
        <p:nvSpPr>
          <p:cNvPr id="4" name="Rectangle 3">
            <a:extLst>
              <a:ext uri="{FF2B5EF4-FFF2-40B4-BE49-F238E27FC236}">
                <a16:creationId xmlns:a16="http://schemas.microsoft.com/office/drawing/2014/main" id="{32163390-8AEC-4C70-9FFE-283D9D7FEE41}"/>
              </a:ext>
            </a:extLst>
          </p:cNvPr>
          <p:cNvSpPr/>
          <p:nvPr/>
        </p:nvSpPr>
        <p:spPr>
          <a:xfrm>
            <a:off x="4278386" y="2407640"/>
            <a:ext cx="4001548" cy="22146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How can we “</a:t>
            </a:r>
            <a:r>
              <a:rPr lang="en-US" sz="3600" dirty="0" err="1"/>
              <a:t>doSomething</a:t>
            </a:r>
            <a:r>
              <a:rPr lang="en-US" sz="3600" dirty="0"/>
              <a:t>” on more than one “a” at a time?</a:t>
            </a:r>
          </a:p>
        </p:txBody>
      </p:sp>
    </p:spTree>
    <p:extLst>
      <p:ext uri="{BB962C8B-B14F-4D97-AF65-F5344CB8AC3E}">
        <p14:creationId xmlns:p14="http://schemas.microsoft.com/office/powerpoint/2010/main" val="88209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4ACB0-49DE-4008-9BAA-742FE6A97C1A}"/>
              </a:ext>
            </a:extLst>
          </p:cNvPr>
          <p:cNvSpPr>
            <a:spLocks noGrp="1"/>
          </p:cNvSpPr>
          <p:nvPr>
            <p:ph type="title"/>
          </p:nvPr>
        </p:nvSpPr>
        <p:spPr/>
        <p:txBody>
          <a:bodyPr/>
          <a:lstStyle/>
          <a:p>
            <a:r>
              <a:rPr lang="en-US" dirty="0"/>
              <a:t>Two Options</a:t>
            </a:r>
          </a:p>
        </p:txBody>
      </p:sp>
      <p:sp>
        <p:nvSpPr>
          <p:cNvPr id="3" name="Content Placeholder 2">
            <a:extLst>
              <a:ext uri="{FF2B5EF4-FFF2-40B4-BE49-F238E27FC236}">
                <a16:creationId xmlns:a16="http://schemas.microsoft.com/office/drawing/2014/main" id="{CB5AFBCB-FB4B-4DE0-90E7-9AB47BFC82A8}"/>
              </a:ext>
            </a:extLst>
          </p:cNvPr>
          <p:cNvSpPr>
            <a:spLocks noGrp="1"/>
          </p:cNvSpPr>
          <p:nvPr>
            <p:ph idx="1"/>
          </p:nvPr>
        </p:nvSpPr>
        <p:spPr/>
        <p:txBody>
          <a:bodyPr>
            <a:normAutofit fontScale="92500" lnSpcReduction="10000"/>
          </a:bodyPr>
          <a:lstStyle/>
          <a:p>
            <a:pPr marL="0" indent="0">
              <a:buNone/>
            </a:pPr>
            <a:r>
              <a:rPr lang="en-US" dirty="0"/>
              <a:t>Vector Processor – we have 1 ALU. At time 0, we load item 0. At time 1, we load item 1 and process item 0. At time 2, we load item 2, process item 1 and store item 0. Essentially, we pipeline the items. Think of doing laundry at home with 1 washer and 1 dryer. </a:t>
            </a:r>
          </a:p>
          <a:p>
            <a:pPr marL="0" indent="0">
              <a:buNone/>
            </a:pPr>
            <a:endParaRPr lang="en-US" dirty="0"/>
          </a:p>
          <a:p>
            <a:pPr marL="0" indent="0">
              <a:buNone/>
            </a:pPr>
            <a:r>
              <a:rPr lang="en-US" dirty="0"/>
              <a:t>Array Processor – we have N ALUs. To process a batch (image, matrix, sound file, whatever), we break it up into N sections. We load N items. We do the operations on all N items. Then we save all N items out. Example – taking ALL of the laundry to the laundromat. </a:t>
            </a:r>
          </a:p>
          <a:p>
            <a:pPr marL="0" indent="0">
              <a:buNone/>
            </a:pPr>
            <a:endParaRPr lang="en-US" dirty="0"/>
          </a:p>
          <a:p>
            <a:pPr marL="0" indent="0">
              <a:buNone/>
            </a:pPr>
            <a:r>
              <a:rPr lang="en-US" dirty="0"/>
              <a:t>Tradeoffs?</a:t>
            </a:r>
          </a:p>
        </p:txBody>
      </p:sp>
    </p:spTree>
    <p:extLst>
      <p:ext uri="{BB962C8B-B14F-4D97-AF65-F5344CB8AC3E}">
        <p14:creationId xmlns:p14="http://schemas.microsoft.com/office/powerpoint/2010/main" val="3429517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05859-BA0C-4364-9083-73A3B882B05B}"/>
              </a:ext>
            </a:extLst>
          </p:cNvPr>
          <p:cNvSpPr>
            <a:spLocks noGrp="1"/>
          </p:cNvSpPr>
          <p:nvPr>
            <p:ph type="title"/>
          </p:nvPr>
        </p:nvSpPr>
        <p:spPr/>
        <p:txBody>
          <a:bodyPr/>
          <a:lstStyle/>
          <a:p>
            <a:r>
              <a:rPr lang="en-US" dirty="0"/>
              <a:t>Does it matter?</a:t>
            </a:r>
          </a:p>
        </p:txBody>
      </p:sp>
      <p:sp>
        <p:nvSpPr>
          <p:cNvPr id="3" name="Content Placeholder 2">
            <a:extLst>
              <a:ext uri="{FF2B5EF4-FFF2-40B4-BE49-F238E27FC236}">
                <a16:creationId xmlns:a16="http://schemas.microsoft.com/office/drawing/2014/main" id="{D5CF3F7B-4D79-4405-BF9E-BCAD837E0729}"/>
              </a:ext>
            </a:extLst>
          </p:cNvPr>
          <p:cNvSpPr>
            <a:spLocks noGrp="1"/>
          </p:cNvSpPr>
          <p:nvPr>
            <p:ph idx="1"/>
          </p:nvPr>
        </p:nvSpPr>
        <p:spPr/>
        <p:txBody>
          <a:bodyPr>
            <a:normAutofit lnSpcReduction="10000"/>
          </a:bodyPr>
          <a:lstStyle/>
          <a:p>
            <a:pPr marL="0" indent="0">
              <a:buNone/>
            </a:pPr>
            <a:r>
              <a:rPr lang="en-US" dirty="0"/>
              <a:t>From a certain perspective, no.</a:t>
            </a:r>
          </a:p>
          <a:p>
            <a:pPr marL="0" indent="0">
              <a:buNone/>
            </a:pPr>
            <a:endParaRPr lang="en-US" dirty="0"/>
          </a:p>
          <a:p>
            <a:pPr marL="0" indent="0">
              <a:buNone/>
            </a:pPr>
            <a:r>
              <a:rPr lang="en-US" dirty="0"/>
              <a:t>The problems that we are looking at have some things in common:</a:t>
            </a:r>
          </a:p>
          <a:p>
            <a:pPr marL="0" indent="0">
              <a:buNone/>
            </a:pPr>
            <a:endParaRPr lang="en-US" dirty="0"/>
          </a:p>
          <a:p>
            <a:pPr marL="0" indent="0">
              <a:buNone/>
            </a:pPr>
            <a:r>
              <a:rPr lang="en-US" dirty="0"/>
              <a:t>Few/no inter-array dependencies</a:t>
            </a:r>
          </a:p>
          <a:p>
            <a:pPr marL="0" indent="0">
              <a:buNone/>
            </a:pPr>
            <a:r>
              <a:rPr lang="en-US" dirty="0"/>
              <a:t>Little/no flow control outside of the array loop</a:t>
            </a:r>
          </a:p>
          <a:p>
            <a:pPr marL="0" indent="0">
              <a:buNone/>
            </a:pPr>
            <a:r>
              <a:rPr lang="en-US" dirty="0"/>
              <a:t>Simple array walking (not random indexing)</a:t>
            </a:r>
          </a:p>
          <a:p>
            <a:pPr marL="0" indent="0">
              <a:buNone/>
            </a:pPr>
            <a:endParaRPr lang="en-US" dirty="0"/>
          </a:p>
          <a:p>
            <a:pPr marL="0" indent="0">
              <a:buNone/>
            </a:pPr>
            <a:r>
              <a:rPr lang="en-US" dirty="0"/>
              <a:t>Vector and Array processors are good at the same problems. </a:t>
            </a:r>
          </a:p>
          <a:p>
            <a:pPr marL="0" indent="0">
              <a:buNone/>
            </a:pPr>
            <a:endParaRPr lang="en-US" dirty="0"/>
          </a:p>
        </p:txBody>
      </p:sp>
    </p:spTree>
    <p:extLst>
      <p:ext uri="{BB962C8B-B14F-4D97-AF65-F5344CB8AC3E}">
        <p14:creationId xmlns:p14="http://schemas.microsoft.com/office/powerpoint/2010/main" val="3884203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29538B-C8A5-4524-B0EB-E089E457BBE7}"/>
              </a:ext>
            </a:extLst>
          </p:cNvPr>
          <p:cNvSpPr>
            <a:spLocks noGrp="1"/>
          </p:cNvSpPr>
          <p:nvPr>
            <p:ph type="ctrTitle"/>
          </p:nvPr>
        </p:nvSpPr>
        <p:spPr/>
        <p:txBody>
          <a:bodyPr/>
          <a:lstStyle/>
          <a:p>
            <a:r>
              <a:rPr lang="en-US" dirty="0"/>
              <a:t>Vector Processing</a:t>
            </a:r>
          </a:p>
        </p:txBody>
      </p:sp>
      <p:sp>
        <p:nvSpPr>
          <p:cNvPr id="5" name="Subtitle 4">
            <a:extLst>
              <a:ext uri="{FF2B5EF4-FFF2-40B4-BE49-F238E27FC236}">
                <a16:creationId xmlns:a16="http://schemas.microsoft.com/office/drawing/2014/main" id="{1F8A2466-5281-4054-A2FB-5B52CF6FCFA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01653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FADC7-8618-4F43-BC3E-41BDF738E713}"/>
              </a:ext>
            </a:extLst>
          </p:cNvPr>
          <p:cNvSpPr>
            <a:spLocks noGrp="1"/>
          </p:cNvSpPr>
          <p:nvPr>
            <p:ph type="title"/>
          </p:nvPr>
        </p:nvSpPr>
        <p:spPr/>
        <p:txBody>
          <a:bodyPr/>
          <a:lstStyle/>
          <a:p>
            <a:r>
              <a:rPr lang="en-US" dirty="0"/>
              <a:t>Vector processors sound like CPUs!</a:t>
            </a:r>
          </a:p>
        </p:txBody>
      </p:sp>
      <p:sp>
        <p:nvSpPr>
          <p:cNvPr id="3" name="Content Placeholder 2">
            <a:extLst>
              <a:ext uri="{FF2B5EF4-FFF2-40B4-BE49-F238E27FC236}">
                <a16:creationId xmlns:a16="http://schemas.microsoft.com/office/drawing/2014/main" id="{108FD493-0977-4861-82F9-06C93679076D}"/>
              </a:ext>
            </a:extLst>
          </p:cNvPr>
          <p:cNvSpPr>
            <a:spLocks noGrp="1"/>
          </p:cNvSpPr>
          <p:nvPr>
            <p:ph idx="1"/>
          </p:nvPr>
        </p:nvSpPr>
        <p:spPr/>
        <p:txBody>
          <a:bodyPr>
            <a:normAutofit fontScale="92500" lnSpcReduction="10000"/>
          </a:bodyPr>
          <a:lstStyle/>
          <a:p>
            <a:pPr marL="0" indent="0">
              <a:buNone/>
            </a:pPr>
            <a:r>
              <a:rPr lang="en-US" dirty="0"/>
              <a:t>Some key differences:</a:t>
            </a:r>
            <a:br>
              <a:rPr lang="en-US" dirty="0"/>
            </a:br>
            <a:endParaRPr lang="en-US" dirty="0"/>
          </a:p>
          <a:p>
            <a:pPr marL="0" indent="0">
              <a:buNone/>
            </a:pPr>
            <a:r>
              <a:rPr lang="en-US" dirty="0"/>
              <a:t>No/few inter-array dependencies</a:t>
            </a:r>
          </a:p>
          <a:p>
            <a:pPr marL="0" indent="0">
              <a:buNone/>
            </a:pPr>
            <a:r>
              <a:rPr lang="en-US" dirty="0"/>
              <a:t>With a known stride, we can accurately prefetch correctly</a:t>
            </a:r>
          </a:p>
          <a:p>
            <a:pPr marL="0" indent="0">
              <a:buNone/>
            </a:pPr>
            <a:r>
              <a:rPr lang="en-US" dirty="0"/>
              <a:t>Little control flow</a:t>
            </a:r>
          </a:p>
          <a:p>
            <a:pPr marL="0" indent="0">
              <a:buNone/>
            </a:pPr>
            <a:r>
              <a:rPr lang="en-US" dirty="0"/>
              <a:t>Short “programs” ease instruction memory bandwidth requirements:</a:t>
            </a:r>
          </a:p>
          <a:p>
            <a:pPr marL="0" indent="0">
              <a:buNone/>
            </a:pPr>
            <a:r>
              <a:rPr lang="en-US" dirty="0"/>
              <a:t>	Can live in cache?</a:t>
            </a:r>
          </a:p>
          <a:p>
            <a:pPr marL="0" indent="0">
              <a:buNone/>
            </a:pPr>
            <a:endParaRPr lang="en-US" dirty="0"/>
          </a:p>
          <a:p>
            <a:pPr marL="0" indent="0">
              <a:buNone/>
            </a:pPr>
            <a:r>
              <a:rPr lang="en-US" dirty="0"/>
              <a:t>Much simpler than the out of order, pipelined “normal” CPUs.</a:t>
            </a:r>
          </a:p>
          <a:p>
            <a:pPr marL="0" indent="0">
              <a:buNone/>
            </a:pPr>
            <a:r>
              <a:rPr lang="en-US" dirty="0"/>
              <a:t>Result: very deep pipelines are OK</a:t>
            </a:r>
          </a:p>
        </p:txBody>
      </p:sp>
      <p:sp>
        <p:nvSpPr>
          <p:cNvPr id="5" name="Rectangle: Rounded Corners 4">
            <a:extLst>
              <a:ext uri="{FF2B5EF4-FFF2-40B4-BE49-F238E27FC236}">
                <a16:creationId xmlns:a16="http://schemas.microsoft.com/office/drawing/2014/main" id="{40554113-47A7-40AD-A82A-283E41344021}"/>
              </a:ext>
            </a:extLst>
          </p:cNvPr>
          <p:cNvSpPr/>
          <p:nvPr/>
        </p:nvSpPr>
        <p:spPr>
          <a:xfrm>
            <a:off x="7768206" y="1384183"/>
            <a:ext cx="2709644" cy="1560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Stride – distance between “batches” of data</a:t>
            </a:r>
          </a:p>
        </p:txBody>
      </p:sp>
    </p:spTree>
    <p:extLst>
      <p:ext uri="{BB962C8B-B14F-4D97-AF65-F5344CB8AC3E}">
        <p14:creationId xmlns:p14="http://schemas.microsoft.com/office/powerpoint/2010/main" val="2226621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83537-BDDB-4CE0-ACFD-057ED7786CB3}"/>
              </a:ext>
            </a:extLst>
          </p:cNvPr>
          <p:cNvSpPr>
            <a:spLocks noGrp="1"/>
          </p:cNvSpPr>
          <p:nvPr>
            <p:ph type="title"/>
          </p:nvPr>
        </p:nvSpPr>
        <p:spPr/>
        <p:txBody>
          <a:bodyPr/>
          <a:lstStyle/>
          <a:p>
            <a:r>
              <a:rPr lang="en-US" dirty="0"/>
              <a:t>Making a vector processor</a:t>
            </a:r>
          </a:p>
        </p:txBody>
      </p:sp>
      <p:sp>
        <p:nvSpPr>
          <p:cNvPr id="3" name="Content Placeholder 2">
            <a:extLst>
              <a:ext uri="{FF2B5EF4-FFF2-40B4-BE49-F238E27FC236}">
                <a16:creationId xmlns:a16="http://schemas.microsoft.com/office/drawing/2014/main" id="{F46404A1-E852-44AC-BA39-15E00392B1A3}"/>
              </a:ext>
            </a:extLst>
          </p:cNvPr>
          <p:cNvSpPr>
            <a:spLocks noGrp="1"/>
          </p:cNvSpPr>
          <p:nvPr>
            <p:ph idx="1"/>
          </p:nvPr>
        </p:nvSpPr>
        <p:spPr>
          <a:xfrm>
            <a:off x="838200" y="1434517"/>
            <a:ext cx="10515600" cy="5243120"/>
          </a:xfrm>
        </p:spPr>
        <p:txBody>
          <a:bodyPr/>
          <a:lstStyle/>
          <a:p>
            <a:pPr marL="0" indent="0">
              <a:buNone/>
            </a:pPr>
            <a:endParaRPr lang="en-US" dirty="0"/>
          </a:p>
          <a:p>
            <a:pPr marL="0" indent="0">
              <a:buNone/>
            </a:pPr>
            <a:r>
              <a:rPr lang="en-US" dirty="0"/>
              <a:t>Looping is implicit in a vector processor.</a:t>
            </a:r>
          </a:p>
          <a:p>
            <a:pPr marL="0" indent="0">
              <a:buNone/>
            </a:pPr>
            <a:endParaRPr lang="en-US" dirty="0"/>
          </a:p>
          <a:p>
            <a:pPr marL="0" indent="0">
              <a:buNone/>
            </a:pPr>
            <a:r>
              <a:rPr lang="en-US" dirty="0"/>
              <a:t>We need a few control registers: </a:t>
            </a:r>
          </a:p>
          <a:p>
            <a:pPr marL="0" indent="0">
              <a:buNone/>
            </a:pPr>
            <a:r>
              <a:rPr lang="en-US" dirty="0"/>
              <a:t>VLEN – how many total data items we need to work on</a:t>
            </a:r>
          </a:p>
          <a:p>
            <a:pPr marL="0" indent="0">
              <a:buNone/>
            </a:pPr>
            <a:r>
              <a:rPr lang="en-US" dirty="0"/>
              <a:t>VSTR – how many words between data items (stride)</a:t>
            </a:r>
          </a:p>
          <a:p>
            <a:pPr marL="0" indent="0">
              <a:buNone/>
            </a:pPr>
            <a:r>
              <a:rPr lang="en-US" dirty="0"/>
              <a:t>VMASK – allows us to “turn off” updates to a register (as we will see)</a:t>
            </a:r>
          </a:p>
        </p:txBody>
      </p:sp>
    </p:spTree>
    <p:extLst>
      <p:ext uri="{BB962C8B-B14F-4D97-AF65-F5344CB8AC3E}">
        <p14:creationId xmlns:p14="http://schemas.microsoft.com/office/powerpoint/2010/main" val="2786538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F7C6-FFDA-4C2F-8782-CA8971A369BC}"/>
              </a:ext>
            </a:extLst>
          </p:cNvPr>
          <p:cNvSpPr>
            <a:spLocks noGrp="1"/>
          </p:cNvSpPr>
          <p:nvPr>
            <p:ph type="title"/>
          </p:nvPr>
        </p:nvSpPr>
        <p:spPr/>
        <p:txBody>
          <a:bodyPr/>
          <a:lstStyle/>
          <a:p>
            <a:r>
              <a:rPr lang="en-US" dirty="0"/>
              <a:t>Implicit Loop</a:t>
            </a:r>
          </a:p>
        </p:txBody>
      </p:sp>
      <p:sp>
        <p:nvSpPr>
          <p:cNvPr id="3" name="Content Placeholder 2">
            <a:extLst>
              <a:ext uri="{FF2B5EF4-FFF2-40B4-BE49-F238E27FC236}">
                <a16:creationId xmlns:a16="http://schemas.microsoft.com/office/drawing/2014/main" id="{991EE31C-9AE6-4057-B223-D0FB518921C3}"/>
              </a:ext>
            </a:extLst>
          </p:cNvPr>
          <p:cNvSpPr>
            <a:spLocks noGrp="1"/>
          </p:cNvSpPr>
          <p:nvPr>
            <p:ph idx="1"/>
          </p:nvPr>
        </p:nvSpPr>
        <p:spPr/>
        <p:txBody>
          <a:bodyPr/>
          <a:lstStyle/>
          <a:p>
            <a:pPr marL="0" indent="0">
              <a:buNone/>
            </a:pPr>
            <a:r>
              <a:rPr lang="en-US" dirty="0"/>
              <a:t>When you set VSTR and VLEN, the vector processor starts running your code. Inside the vector processor, there is an implicit loop:</a:t>
            </a:r>
          </a:p>
          <a:p>
            <a:pPr marL="0" indent="0">
              <a:buNone/>
            </a:pPr>
            <a:endParaRPr lang="en-US" dirty="0"/>
          </a:p>
          <a:p>
            <a:pPr marL="0" indent="0">
              <a:buNone/>
            </a:pPr>
            <a:r>
              <a:rPr lang="en-US" dirty="0"/>
              <a:t>for (a </a:t>
            </a:r>
            <a:r>
              <a:rPr lang="en-US" dirty="0">
                <a:sym typeface="Wingdings" panose="05000000000000000000" pitchFamily="2" charset="2"/>
              </a:rPr>
              <a:t> 0 to VLEN) {</a:t>
            </a:r>
          </a:p>
          <a:p>
            <a:pPr marL="0" indent="0">
              <a:buNone/>
            </a:pPr>
            <a:r>
              <a:rPr lang="en-US" dirty="0">
                <a:sym typeface="Wingdings" panose="05000000000000000000" pitchFamily="2" charset="2"/>
              </a:rPr>
              <a:t>	// vectored loads and stores automatically use “a”</a:t>
            </a:r>
          </a:p>
          <a:p>
            <a:pPr marL="0" indent="0">
              <a:buNone/>
            </a:pPr>
            <a:r>
              <a:rPr lang="en-US" dirty="0">
                <a:sym typeface="Wingdings" panose="05000000000000000000" pitchFamily="2" charset="2"/>
              </a:rPr>
              <a:t>	a+=VSTR;</a:t>
            </a:r>
          </a:p>
          <a:p>
            <a:pPr marL="0" indent="0">
              <a:buNone/>
            </a:pP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3037761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EDAEF7-09C6-4292-BAD3-356F578C70BE}"/>
              </a:ext>
            </a:extLst>
          </p:cNvPr>
          <p:cNvSpPr>
            <a:spLocks noGrp="1"/>
          </p:cNvSpPr>
          <p:nvPr>
            <p:ph type="title"/>
          </p:nvPr>
        </p:nvSpPr>
        <p:spPr/>
        <p:txBody>
          <a:bodyPr/>
          <a:lstStyle/>
          <a:p>
            <a:r>
              <a:rPr lang="en-US" dirty="0"/>
              <a:t>Imaginary example: C=A+B</a:t>
            </a:r>
          </a:p>
        </p:txBody>
      </p:sp>
      <p:sp>
        <p:nvSpPr>
          <p:cNvPr id="5" name="Text Placeholder 4">
            <a:extLst>
              <a:ext uri="{FF2B5EF4-FFF2-40B4-BE49-F238E27FC236}">
                <a16:creationId xmlns:a16="http://schemas.microsoft.com/office/drawing/2014/main" id="{F1CCEABB-B5DB-4D46-9553-9CE0D67E9884}"/>
              </a:ext>
            </a:extLst>
          </p:cNvPr>
          <p:cNvSpPr>
            <a:spLocks noGrp="1"/>
          </p:cNvSpPr>
          <p:nvPr>
            <p:ph type="body" idx="1"/>
          </p:nvPr>
        </p:nvSpPr>
        <p:spPr/>
        <p:txBody>
          <a:bodyPr/>
          <a:lstStyle/>
          <a:p>
            <a:r>
              <a:rPr lang="en-US" dirty="0"/>
              <a:t>Scalar Code	</a:t>
            </a:r>
          </a:p>
        </p:txBody>
      </p:sp>
      <p:sp>
        <p:nvSpPr>
          <p:cNvPr id="6" name="Content Placeholder 5">
            <a:extLst>
              <a:ext uri="{FF2B5EF4-FFF2-40B4-BE49-F238E27FC236}">
                <a16:creationId xmlns:a16="http://schemas.microsoft.com/office/drawing/2014/main" id="{68BE1BFA-87BF-4C17-A5E6-E5732E776C72}"/>
              </a:ext>
            </a:extLst>
          </p:cNvPr>
          <p:cNvSpPr>
            <a:spLocks noGrp="1"/>
          </p:cNvSpPr>
          <p:nvPr>
            <p:ph sz="half" idx="2"/>
          </p:nvPr>
        </p:nvSpPr>
        <p:spPr/>
        <p:txBody>
          <a:bodyPr/>
          <a:lstStyle/>
          <a:p>
            <a:pPr marL="0" indent="0">
              <a:buNone/>
            </a:pPr>
            <a:r>
              <a:rPr lang="en-US" dirty="0"/>
              <a:t>MOVE 0,R1</a:t>
            </a:r>
          </a:p>
          <a:p>
            <a:pPr marL="0" indent="0">
              <a:buNone/>
            </a:pPr>
            <a:r>
              <a:rPr lang="en-US" dirty="0"/>
              <a:t>loop: LOAD (A+R1), R2</a:t>
            </a:r>
          </a:p>
          <a:p>
            <a:pPr marL="0" indent="0">
              <a:buNone/>
            </a:pPr>
            <a:r>
              <a:rPr lang="en-US" dirty="0"/>
              <a:t>	 LOAD (B+R1),R3</a:t>
            </a:r>
          </a:p>
          <a:p>
            <a:pPr marL="0" indent="0">
              <a:buNone/>
            </a:pPr>
            <a:r>
              <a:rPr lang="en-US" dirty="0"/>
              <a:t>	ADD R2,R3, R4</a:t>
            </a:r>
          </a:p>
          <a:p>
            <a:pPr marL="0" indent="0">
              <a:buNone/>
            </a:pPr>
            <a:r>
              <a:rPr lang="en-US" dirty="0"/>
              <a:t>	STORE R4,(C+R1)</a:t>
            </a:r>
          </a:p>
          <a:p>
            <a:pPr marL="0" indent="0">
              <a:buNone/>
            </a:pPr>
            <a:r>
              <a:rPr lang="en-US" dirty="0"/>
              <a:t>	ADD 1,R1</a:t>
            </a:r>
          </a:p>
          <a:p>
            <a:pPr marL="0" indent="0">
              <a:buNone/>
            </a:pPr>
            <a:r>
              <a:rPr lang="en-US" dirty="0"/>
              <a:t>	BLE 100, loop</a:t>
            </a:r>
          </a:p>
        </p:txBody>
      </p:sp>
      <p:sp>
        <p:nvSpPr>
          <p:cNvPr id="7" name="Text Placeholder 6">
            <a:extLst>
              <a:ext uri="{FF2B5EF4-FFF2-40B4-BE49-F238E27FC236}">
                <a16:creationId xmlns:a16="http://schemas.microsoft.com/office/drawing/2014/main" id="{0E45CBB0-2F2C-43E3-B576-5E2B17D818CB}"/>
              </a:ext>
            </a:extLst>
          </p:cNvPr>
          <p:cNvSpPr>
            <a:spLocks noGrp="1"/>
          </p:cNvSpPr>
          <p:nvPr>
            <p:ph type="body" sz="quarter" idx="3"/>
          </p:nvPr>
        </p:nvSpPr>
        <p:spPr/>
        <p:txBody>
          <a:bodyPr/>
          <a:lstStyle/>
          <a:p>
            <a:r>
              <a:rPr lang="en-US" dirty="0"/>
              <a:t>Vector Code</a:t>
            </a:r>
          </a:p>
        </p:txBody>
      </p:sp>
      <p:sp>
        <p:nvSpPr>
          <p:cNvPr id="8" name="Content Placeholder 7">
            <a:extLst>
              <a:ext uri="{FF2B5EF4-FFF2-40B4-BE49-F238E27FC236}">
                <a16:creationId xmlns:a16="http://schemas.microsoft.com/office/drawing/2014/main" id="{384EEE57-4B1E-4956-96CE-A014B1B4720A}"/>
              </a:ext>
            </a:extLst>
          </p:cNvPr>
          <p:cNvSpPr>
            <a:spLocks noGrp="1"/>
          </p:cNvSpPr>
          <p:nvPr>
            <p:ph sz="quarter" idx="4"/>
          </p:nvPr>
        </p:nvSpPr>
        <p:spPr/>
        <p:txBody>
          <a:bodyPr/>
          <a:lstStyle/>
          <a:p>
            <a:pPr marL="0" indent="0">
              <a:buNone/>
            </a:pPr>
            <a:r>
              <a:rPr lang="en-US" dirty="0"/>
              <a:t>MOVE 100,VLEN</a:t>
            </a:r>
          </a:p>
          <a:p>
            <a:pPr marL="0" indent="0">
              <a:buNone/>
            </a:pPr>
            <a:r>
              <a:rPr lang="en-US" dirty="0"/>
              <a:t>MOVE 4,VSTR -- 4 byte integers</a:t>
            </a:r>
          </a:p>
          <a:p>
            <a:pPr marL="0" indent="0">
              <a:buNone/>
            </a:pPr>
            <a:r>
              <a:rPr lang="en-US" dirty="0"/>
              <a:t>VLOAD A,VR0</a:t>
            </a:r>
          </a:p>
          <a:p>
            <a:pPr marL="0" indent="0">
              <a:buNone/>
            </a:pPr>
            <a:r>
              <a:rPr lang="en-US" dirty="0"/>
              <a:t>VLOAD B,VR1</a:t>
            </a:r>
          </a:p>
          <a:p>
            <a:pPr marL="0" indent="0">
              <a:buNone/>
            </a:pPr>
            <a:r>
              <a:rPr lang="en-US" dirty="0"/>
              <a:t>VADD VR0,VR1,VR2</a:t>
            </a:r>
          </a:p>
          <a:p>
            <a:pPr marL="0" indent="0">
              <a:buNone/>
            </a:pPr>
            <a:r>
              <a:rPr lang="en-US" dirty="0"/>
              <a:t>VSTORE C, VR2</a:t>
            </a:r>
          </a:p>
        </p:txBody>
      </p:sp>
    </p:spTree>
    <p:extLst>
      <p:ext uri="{BB962C8B-B14F-4D97-AF65-F5344CB8AC3E}">
        <p14:creationId xmlns:p14="http://schemas.microsoft.com/office/powerpoint/2010/main" val="4213811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607D0-9ADC-428E-87B9-38BB6840A0B3}"/>
              </a:ext>
            </a:extLst>
          </p:cNvPr>
          <p:cNvSpPr>
            <a:spLocks noGrp="1"/>
          </p:cNvSpPr>
          <p:nvPr>
            <p:ph type="title"/>
          </p:nvPr>
        </p:nvSpPr>
        <p:spPr/>
        <p:txBody>
          <a:bodyPr/>
          <a:lstStyle/>
          <a:p>
            <a:r>
              <a:rPr lang="en-US" dirty="0"/>
              <a:t>A note about memory</a:t>
            </a:r>
          </a:p>
        </p:txBody>
      </p:sp>
      <p:sp>
        <p:nvSpPr>
          <p:cNvPr id="3" name="Content Placeholder 2">
            <a:extLst>
              <a:ext uri="{FF2B5EF4-FFF2-40B4-BE49-F238E27FC236}">
                <a16:creationId xmlns:a16="http://schemas.microsoft.com/office/drawing/2014/main" id="{F9E675CF-4535-4637-992D-4C2FA6B95F70}"/>
              </a:ext>
            </a:extLst>
          </p:cNvPr>
          <p:cNvSpPr>
            <a:spLocks noGrp="1"/>
          </p:cNvSpPr>
          <p:nvPr>
            <p:ph idx="1"/>
          </p:nvPr>
        </p:nvSpPr>
        <p:spPr/>
        <p:txBody>
          <a:bodyPr/>
          <a:lstStyle/>
          <a:p>
            <a:pPr marL="0" indent="0">
              <a:buNone/>
            </a:pPr>
            <a:r>
              <a:rPr lang="en-US" dirty="0"/>
              <a:t>Because vector processors are deeply pipelined, they can issue a lot of load/store combinations in a short time and will very quickly saturate memory. </a:t>
            </a:r>
          </a:p>
          <a:p>
            <a:pPr marL="0" indent="0">
              <a:buNone/>
            </a:pPr>
            <a:endParaRPr lang="en-US" dirty="0"/>
          </a:p>
          <a:p>
            <a:pPr marL="0" indent="0">
              <a:buNone/>
            </a:pPr>
            <a:r>
              <a:rPr lang="en-US" dirty="0"/>
              <a:t>Vector processors work best when the amount of work to be done on each element is the same as or more than the work to load/save data.</a:t>
            </a:r>
          </a:p>
          <a:p>
            <a:pPr marL="0" indent="0">
              <a:buNone/>
            </a:pPr>
            <a:endParaRPr lang="en-US" dirty="0"/>
          </a:p>
          <a:p>
            <a:pPr marL="0" indent="0">
              <a:buNone/>
            </a:pPr>
            <a:r>
              <a:rPr lang="en-US" dirty="0"/>
              <a:t>Carefully laying out your data in memory so that different banks of RAM hold successive data items can help, too!</a:t>
            </a:r>
          </a:p>
        </p:txBody>
      </p:sp>
    </p:spTree>
    <p:extLst>
      <p:ext uri="{BB962C8B-B14F-4D97-AF65-F5344CB8AC3E}">
        <p14:creationId xmlns:p14="http://schemas.microsoft.com/office/powerpoint/2010/main" val="2251167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134EA-9201-4B68-9BD2-B05BCD87460E}"/>
              </a:ext>
            </a:extLst>
          </p:cNvPr>
          <p:cNvSpPr>
            <a:spLocks noGrp="1"/>
          </p:cNvSpPr>
          <p:nvPr>
            <p:ph type="title"/>
          </p:nvPr>
        </p:nvSpPr>
        <p:spPr/>
        <p:txBody>
          <a:bodyPr/>
          <a:lstStyle/>
          <a:p>
            <a:r>
              <a:rPr lang="en-US" dirty="0"/>
              <a:t>If only everything were quite this simple…</a:t>
            </a:r>
          </a:p>
        </p:txBody>
      </p:sp>
      <p:sp>
        <p:nvSpPr>
          <p:cNvPr id="3" name="Content Placeholder 2">
            <a:extLst>
              <a:ext uri="{FF2B5EF4-FFF2-40B4-BE49-F238E27FC236}">
                <a16:creationId xmlns:a16="http://schemas.microsoft.com/office/drawing/2014/main" id="{CD8F6644-0754-4619-9EF4-A3FAB05DBCFA}"/>
              </a:ext>
            </a:extLst>
          </p:cNvPr>
          <p:cNvSpPr>
            <a:spLocks noGrp="1"/>
          </p:cNvSpPr>
          <p:nvPr>
            <p:ph idx="1"/>
          </p:nvPr>
        </p:nvSpPr>
        <p:spPr/>
        <p:txBody>
          <a:bodyPr/>
          <a:lstStyle/>
          <a:p>
            <a:pPr marL="0" indent="0">
              <a:buNone/>
            </a:pPr>
            <a:r>
              <a:rPr lang="en-US" dirty="0"/>
              <a:t>Remember “few/no inter-array dependencies”?</a:t>
            </a:r>
          </a:p>
          <a:p>
            <a:pPr marL="0" indent="0">
              <a:buNone/>
            </a:pPr>
            <a:endParaRPr lang="en-US" dirty="0"/>
          </a:p>
          <a:p>
            <a:pPr marL="0" indent="0">
              <a:buNone/>
            </a:pPr>
            <a:r>
              <a:rPr lang="en-US" dirty="0"/>
              <a:t>In some cases, there are data items used by more than 1 calculation.</a:t>
            </a:r>
          </a:p>
          <a:p>
            <a:pPr marL="0" indent="0">
              <a:buNone/>
            </a:pPr>
            <a:r>
              <a:rPr lang="en-US" dirty="0"/>
              <a:t>For example, consider 1 dimensional blurring (2D is just an extension of the same idea). </a:t>
            </a:r>
          </a:p>
          <a:p>
            <a:pPr marL="0" indent="0">
              <a:buNone/>
            </a:pPr>
            <a:r>
              <a:rPr lang="en-US" dirty="0"/>
              <a:t>The value of o[j] = (</a:t>
            </a:r>
            <a:r>
              <a:rPr lang="en-US" dirty="0">
                <a:highlight>
                  <a:srgbClr val="FFFF00"/>
                </a:highlight>
              </a:rPr>
              <a:t>i[j-1]</a:t>
            </a:r>
            <a:r>
              <a:rPr lang="en-US" dirty="0"/>
              <a:t>+i[j] + </a:t>
            </a:r>
            <a:r>
              <a:rPr lang="en-US" dirty="0">
                <a:highlight>
                  <a:srgbClr val="FFFF00"/>
                </a:highlight>
              </a:rPr>
              <a:t>i[j+1]</a:t>
            </a:r>
            <a:r>
              <a:rPr lang="en-US" dirty="0"/>
              <a:t>)/3 (o = output, i = input). </a:t>
            </a:r>
          </a:p>
          <a:p>
            <a:pPr marL="0" indent="0">
              <a:buNone/>
            </a:pPr>
            <a:endParaRPr lang="en-US" dirty="0"/>
          </a:p>
          <a:p>
            <a:pPr marL="0" indent="0">
              <a:buNone/>
            </a:pPr>
            <a:r>
              <a:rPr lang="en-US" dirty="0"/>
              <a:t>This is called chaining. Vector processors typically support it, but now we have a problem. We can’t use a simple pipeline. Why?</a:t>
            </a:r>
          </a:p>
        </p:txBody>
      </p:sp>
    </p:spTree>
    <p:extLst>
      <p:ext uri="{BB962C8B-B14F-4D97-AF65-F5344CB8AC3E}">
        <p14:creationId xmlns:p14="http://schemas.microsoft.com/office/powerpoint/2010/main" val="3217712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19446-098C-483D-8DC4-24344580977D}"/>
              </a:ext>
            </a:extLst>
          </p:cNvPr>
          <p:cNvSpPr>
            <a:spLocks noGrp="1"/>
          </p:cNvSpPr>
          <p:nvPr>
            <p:ph type="title"/>
          </p:nvPr>
        </p:nvSpPr>
        <p:spPr/>
        <p:txBody>
          <a:bodyPr/>
          <a:lstStyle/>
          <a:p>
            <a:r>
              <a:rPr lang="en-US" dirty="0"/>
              <a:t>Does the diagram help?</a:t>
            </a:r>
          </a:p>
        </p:txBody>
      </p:sp>
      <p:sp>
        <p:nvSpPr>
          <p:cNvPr id="4" name="Rectangle 3">
            <a:extLst>
              <a:ext uri="{FF2B5EF4-FFF2-40B4-BE49-F238E27FC236}">
                <a16:creationId xmlns:a16="http://schemas.microsoft.com/office/drawing/2014/main" id="{D7860D8D-114A-43F9-B8F7-1F36FE833B69}"/>
              </a:ext>
            </a:extLst>
          </p:cNvPr>
          <p:cNvSpPr/>
          <p:nvPr/>
        </p:nvSpPr>
        <p:spPr>
          <a:xfrm>
            <a:off x="1011115" y="2074985"/>
            <a:ext cx="764931" cy="6506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In[0]</a:t>
            </a:r>
          </a:p>
        </p:txBody>
      </p:sp>
      <p:sp>
        <p:nvSpPr>
          <p:cNvPr id="5" name="Rectangle 4">
            <a:extLst>
              <a:ext uri="{FF2B5EF4-FFF2-40B4-BE49-F238E27FC236}">
                <a16:creationId xmlns:a16="http://schemas.microsoft.com/office/drawing/2014/main" id="{663982AE-E849-4E1D-B4F1-F3C7E0699DA1}"/>
              </a:ext>
            </a:extLst>
          </p:cNvPr>
          <p:cNvSpPr/>
          <p:nvPr/>
        </p:nvSpPr>
        <p:spPr>
          <a:xfrm>
            <a:off x="2080846" y="2074985"/>
            <a:ext cx="764931" cy="6506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In[1]</a:t>
            </a:r>
          </a:p>
        </p:txBody>
      </p:sp>
      <p:sp>
        <p:nvSpPr>
          <p:cNvPr id="6" name="Rectangle 5">
            <a:extLst>
              <a:ext uri="{FF2B5EF4-FFF2-40B4-BE49-F238E27FC236}">
                <a16:creationId xmlns:a16="http://schemas.microsoft.com/office/drawing/2014/main" id="{5589D693-5640-4E78-8496-A61B5A5D1EC8}"/>
              </a:ext>
            </a:extLst>
          </p:cNvPr>
          <p:cNvSpPr/>
          <p:nvPr/>
        </p:nvSpPr>
        <p:spPr>
          <a:xfrm>
            <a:off x="3150577" y="2083777"/>
            <a:ext cx="764931" cy="6506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In[2]</a:t>
            </a:r>
          </a:p>
        </p:txBody>
      </p:sp>
      <p:sp>
        <p:nvSpPr>
          <p:cNvPr id="8" name="Rectangle 7">
            <a:extLst>
              <a:ext uri="{FF2B5EF4-FFF2-40B4-BE49-F238E27FC236}">
                <a16:creationId xmlns:a16="http://schemas.microsoft.com/office/drawing/2014/main" id="{AA773077-7242-4173-BD8A-ECE5CB35A974}"/>
              </a:ext>
            </a:extLst>
          </p:cNvPr>
          <p:cNvSpPr/>
          <p:nvPr/>
        </p:nvSpPr>
        <p:spPr>
          <a:xfrm>
            <a:off x="1011115" y="5709139"/>
            <a:ext cx="764931" cy="6506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Out[0]</a:t>
            </a:r>
          </a:p>
        </p:txBody>
      </p:sp>
      <p:sp>
        <p:nvSpPr>
          <p:cNvPr id="9" name="Rectangle 8">
            <a:extLst>
              <a:ext uri="{FF2B5EF4-FFF2-40B4-BE49-F238E27FC236}">
                <a16:creationId xmlns:a16="http://schemas.microsoft.com/office/drawing/2014/main" id="{BC8FF5F9-4916-4955-8D1D-DAAB500A183A}"/>
              </a:ext>
            </a:extLst>
          </p:cNvPr>
          <p:cNvSpPr/>
          <p:nvPr/>
        </p:nvSpPr>
        <p:spPr>
          <a:xfrm>
            <a:off x="2080846" y="5709139"/>
            <a:ext cx="764931" cy="6506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Out[1]</a:t>
            </a:r>
          </a:p>
        </p:txBody>
      </p:sp>
      <p:sp>
        <p:nvSpPr>
          <p:cNvPr id="10" name="Rectangle 9">
            <a:extLst>
              <a:ext uri="{FF2B5EF4-FFF2-40B4-BE49-F238E27FC236}">
                <a16:creationId xmlns:a16="http://schemas.microsoft.com/office/drawing/2014/main" id="{ABB6006B-9D17-4548-8991-A59CAE03126D}"/>
              </a:ext>
            </a:extLst>
          </p:cNvPr>
          <p:cNvSpPr/>
          <p:nvPr/>
        </p:nvSpPr>
        <p:spPr>
          <a:xfrm>
            <a:off x="3150577" y="5717931"/>
            <a:ext cx="764931" cy="6506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Out[2]</a:t>
            </a:r>
          </a:p>
        </p:txBody>
      </p:sp>
      <p:sp>
        <p:nvSpPr>
          <p:cNvPr id="12" name="Rectangle: Rounded Corners 11">
            <a:extLst>
              <a:ext uri="{FF2B5EF4-FFF2-40B4-BE49-F238E27FC236}">
                <a16:creationId xmlns:a16="http://schemas.microsoft.com/office/drawing/2014/main" id="{29AB19BB-A48A-4BDA-A05D-4ABADDCBA1CB}"/>
              </a:ext>
            </a:extLst>
          </p:cNvPr>
          <p:cNvSpPr/>
          <p:nvPr/>
        </p:nvSpPr>
        <p:spPr>
          <a:xfrm>
            <a:off x="984739" y="3429000"/>
            <a:ext cx="791307" cy="518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17" name="Rectangle: Rounded Corners 16">
            <a:extLst>
              <a:ext uri="{FF2B5EF4-FFF2-40B4-BE49-F238E27FC236}">
                <a16:creationId xmlns:a16="http://schemas.microsoft.com/office/drawing/2014/main" id="{1309F061-45CB-4588-BB1E-DB7C3FDA61F8}"/>
              </a:ext>
            </a:extLst>
          </p:cNvPr>
          <p:cNvSpPr/>
          <p:nvPr/>
        </p:nvSpPr>
        <p:spPr>
          <a:xfrm>
            <a:off x="984738" y="4569069"/>
            <a:ext cx="791307" cy="518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Div</a:t>
            </a:r>
            <a:endParaRPr lang="en-US" dirty="0"/>
          </a:p>
        </p:txBody>
      </p:sp>
      <p:sp>
        <p:nvSpPr>
          <p:cNvPr id="18" name="Rectangle: Rounded Corners 17">
            <a:extLst>
              <a:ext uri="{FF2B5EF4-FFF2-40B4-BE49-F238E27FC236}">
                <a16:creationId xmlns:a16="http://schemas.microsoft.com/office/drawing/2014/main" id="{E631163C-3028-40B1-961A-A2E4C9294DAA}"/>
              </a:ext>
            </a:extLst>
          </p:cNvPr>
          <p:cNvSpPr/>
          <p:nvPr/>
        </p:nvSpPr>
        <p:spPr>
          <a:xfrm>
            <a:off x="2080846" y="3429000"/>
            <a:ext cx="791307" cy="518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19" name="Rectangle: Rounded Corners 18">
            <a:extLst>
              <a:ext uri="{FF2B5EF4-FFF2-40B4-BE49-F238E27FC236}">
                <a16:creationId xmlns:a16="http://schemas.microsoft.com/office/drawing/2014/main" id="{87798A59-1CC0-4B28-8C10-5DE55DE78629}"/>
              </a:ext>
            </a:extLst>
          </p:cNvPr>
          <p:cNvSpPr/>
          <p:nvPr/>
        </p:nvSpPr>
        <p:spPr>
          <a:xfrm>
            <a:off x="2080845" y="4569069"/>
            <a:ext cx="791307" cy="518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Div</a:t>
            </a:r>
            <a:endParaRPr lang="en-US" dirty="0"/>
          </a:p>
        </p:txBody>
      </p:sp>
      <p:sp>
        <p:nvSpPr>
          <p:cNvPr id="20" name="Rectangle: Rounded Corners 19">
            <a:extLst>
              <a:ext uri="{FF2B5EF4-FFF2-40B4-BE49-F238E27FC236}">
                <a16:creationId xmlns:a16="http://schemas.microsoft.com/office/drawing/2014/main" id="{A9B15A2D-DCE6-459E-8186-E5699D93B46A}"/>
              </a:ext>
            </a:extLst>
          </p:cNvPr>
          <p:cNvSpPr/>
          <p:nvPr/>
        </p:nvSpPr>
        <p:spPr>
          <a:xfrm>
            <a:off x="3150577" y="3429000"/>
            <a:ext cx="791307" cy="518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21" name="Rectangle: Rounded Corners 20">
            <a:extLst>
              <a:ext uri="{FF2B5EF4-FFF2-40B4-BE49-F238E27FC236}">
                <a16:creationId xmlns:a16="http://schemas.microsoft.com/office/drawing/2014/main" id="{80805A51-FA6D-4503-8D92-DBD094C0F92F}"/>
              </a:ext>
            </a:extLst>
          </p:cNvPr>
          <p:cNvSpPr/>
          <p:nvPr/>
        </p:nvSpPr>
        <p:spPr>
          <a:xfrm>
            <a:off x="3150577" y="4569069"/>
            <a:ext cx="791307" cy="518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Div</a:t>
            </a:r>
            <a:endParaRPr lang="en-US" dirty="0"/>
          </a:p>
        </p:txBody>
      </p:sp>
      <p:cxnSp>
        <p:nvCxnSpPr>
          <p:cNvPr id="25" name="Straight Arrow Connector 24">
            <a:extLst>
              <a:ext uri="{FF2B5EF4-FFF2-40B4-BE49-F238E27FC236}">
                <a16:creationId xmlns:a16="http://schemas.microsoft.com/office/drawing/2014/main" id="{105BE063-1CD1-4FD0-A9A4-ACD7B8B42C89}"/>
              </a:ext>
            </a:extLst>
          </p:cNvPr>
          <p:cNvCxnSpPr>
            <a:cxnSpLocks/>
          </p:cNvCxnSpPr>
          <p:nvPr/>
        </p:nvCxnSpPr>
        <p:spPr>
          <a:xfrm>
            <a:off x="1538654" y="2734407"/>
            <a:ext cx="586153" cy="717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828749E-B5A2-4D95-9F5E-B9E45EF88B42}"/>
              </a:ext>
            </a:extLst>
          </p:cNvPr>
          <p:cNvCxnSpPr>
            <a:cxnSpLocks/>
            <a:stCxn id="5" idx="2"/>
            <a:endCxn id="18" idx="0"/>
          </p:cNvCxnSpPr>
          <p:nvPr/>
        </p:nvCxnSpPr>
        <p:spPr>
          <a:xfrm>
            <a:off x="2463312" y="2725615"/>
            <a:ext cx="13188" cy="7033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AA28383-A2BA-4024-ABDA-8AA03249A823}"/>
              </a:ext>
            </a:extLst>
          </p:cNvPr>
          <p:cNvCxnSpPr/>
          <p:nvPr/>
        </p:nvCxnSpPr>
        <p:spPr>
          <a:xfrm flipH="1">
            <a:off x="2845777" y="2734407"/>
            <a:ext cx="539261" cy="694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B339173-F217-4428-87CB-FF076CFF2497}"/>
              </a:ext>
            </a:extLst>
          </p:cNvPr>
          <p:cNvCxnSpPr/>
          <p:nvPr/>
        </p:nvCxnSpPr>
        <p:spPr>
          <a:xfrm>
            <a:off x="2463311" y="3947746"/>
            <a:ext cx="0" cy="621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DD0CC4C-214B-4B72-894D-1D4B833B6AEC}"/>
              </a:ext>
            </a:extLst>
          </p:cNvPr>
          <p:cNvCxnSpPr/>
          <p:nvPr/>
        </p:nvCxnSpPr>
        <p:spPr>
          <a:xfrm>
            <a:off x="2494084" y="5096607"/>
            <a:ext cx="0" cy="6213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3D45834-1709-4A82-BD81-72B54BADF43E}"/>
              </a:ext>
            </a:extLst>
          </p:cNvPr>
          <p:cNvCxnSpPr>
            <a:stCxn id="4" idx="2"/>
            <a:endCxn id="12" idx="0"/>
          </p:cNvCxnSpPr>
          <p:nvPr/>
        </p:nvCxnSpPr>
        <p:spPr>
          <a:xfrm flipH="1">
            <a:off x="1380393" y="2725615"/>
            <a:ext cx="13188" cy="7033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7A89282-0DA6-4D85-83EA-768A3A844B2C}"/>
              </a:ext>
            </a:extLst>
          </p:cNvPr>
          <p:cNvCxnSpPr>
            <a:stCxn id="5" idx="2"/>
          </p:cNvCxnSpPr>
          <p:nvPr/>
        </p:nvCxnSpPr>
        <p:spPr>
          <a:xfrm flipH="1">
            <a:off x="1776045" y="2725615"/>
            <a:ext cx="687267" cy="7033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41E75D5-9FD8-4413-80EB-E2541BB740B9}"/>
              </a:ext>
            </a:extLst>
          </p:cNvPr>
          <p:cNvCxnSpPr>
            <a:stCxn id="12" idx="2"/>
            <a:endCxn id="17" idx="0"/>
          </p:cNvCxnSpPr>
          <p:nvPr/>
        </p:nvCxnSpPr>
        <p:spPr>
          <a:xfrm flipH="1">
            <a:off x="1380392" y="3947746"/>
            <a:ext cx="1" cy="621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028BC3B-979A-4325-AC3C-6FA45C9F80FF}"/>
              </a:ext>
            </a:extLst>
          </p:cNvPr>
          <p:cNvCxnSpPr>
            <a:stCxn id="17" idx="2"/>
            <a:endCxn id="8" idx="0"/>
          </p:cNvCxnSpPr>
          <p:nvPr/>
        </p:nvCxnSpPr>
        <p:spPr>
          <a:xfrm>
            <a:off x="1380392" y="5087815"/>
            <a:ext cx="13189" cy="6213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01917A9-7185-429C-935D-32A51AF05C91}"/>
              </a:ext>
            </a:extLst>
          </p:cNvPr>
          <p:cNvCxnSpPr>
            <a:stCxn id="20" idx="2"/>
            <a:endCxn id="21" idx="0"/>
          </p:cNvCxnSpPr>
          <p:nvPr/>
        </p:nvCxnSpPr>
        <p:spPr>
          <a:xfrm>
            <a:off x="3546231" y="3947746"/>
            <a:ext cx="0" cy="621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7D47849-781F-44A1-AC9D-7BC13E4613C3}"/>
              </a:ext>
            </a:extLst>
          </p:cNvPr>
          <p:cNvCxnSpPr>
            <a:stCxn id="21" idx="2"/>
            <a:endCxn id="10" idx="0"/>
          </p:cNvCxnSpPr>
          <p:nvPr/>
        </p:nvCxnSpPr>
        <p:spPr>
          <a:xfrm flipH="1">
            <a:off x="3533043" y="5087815"/>
            <a:ext cx="13188" cy="63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75D78A6-7515-45D6-B467-D4F67A12A55F}"/>
              </a:ext>
            </a:extLst>
          </p:cNvPr>
          <p:cNvCxnSpPr>
            <a:cxnSpLocks/>
            <a:stCxn id="5" idx="2"/>
          </p:cNvCxnSpPr>
          <p:nvPr/>
        </p:nvCxnSpPr>
        <p:spPr>
          <a:xfrm>
            <a:off x="2463312" y="2725615"/>
            <a:ext cx="713641" cy="726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906520F-09C7-463B-BD56-C1477456A940}"/>
              </a:ext>
            </a:extLst>
          </p:cNvPr>
          <p:cNvCxnSpPr>
            <a:stCxn id="6" idx="2"/>
            <a:endCxn id="20" idx="0"/>
          </p:cNvCxnSpPr>
          <p:nvPr/>
        </p:nvCxnSpPr>
        <p:spPr>
          <a:xfrm>
            <a:off x="3533043" y="2734407"/>
            <a:ext cx="13188" cy="694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091B5E4A-3032-4612-BD04-E00B3ABC8B19}"/>
              </a:ext>
            </a:extLst>
          </p:cNvPr>
          <p:cNvCxnSpPr/>
          <p:nvPr/>
        </p:nvCxnSpPr>
        <p:spPr>
          <a:xfrm flipH="1">
            <a:off x="3915508" y="2734407"/>
            <a:ext cx="849923" cy="717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10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51430-E77A-4A02-B5F3-ABE78DDD3197}"/>
              </a:ext>
            </a:extLst>
          </p:cNvPr>
          <p:cNvSpPr>
            <a:spLocks noGrp="1"/>
          </p:cNvSpPr>
          <p:nvPr>
            <p:ph type="title"/>
          </p:nvPr>
        </p:nvSpPr>
        <p:spPr/>
        <p:txBody>
          <a:bodyPr/>
          <a:lstStyle/>
          <a:p>
            <a:r>
              <a:rPr lang="en-US" dirty="0"/>
              <a:t>Memory can’t serve two (or three) masters</a:t>
            </a:r>
          </a:p>
        </p:txBody>
      </p:sp>
      <p:sp>
        <p:nvSpPr>
          <p:cNvPr id="3" name="Content Placeholder 2">
            <a:extLst>
              <a:ext uri="{FF2B5EF4-FFF2-40B4-BE49-F238E27FC236}">
                <a16:creationId xmlns:a16="http://schemas.microsoft.com/office/drawing/2014/main" id="{E1D492A5-21AC-4888-94EC-0FAA7D12CE58}"/>
              </a:ext>
            </a:extLst>
          </p:cNvPr>
          <p:cNvSpPr>
            <a:spLocks noGrp="1"/>
          </p:cNvSpPr>
          <p:nvPr>
            <p:ph idx="1"/>
          </p:nvPr>
        </p:nvSpPr>
        <p:spPr/>
        <p:txBody>
          <a:bodyPr/>
          <a:lstStyle/>
          <a:p>
            <a:pPr marL="0" indent="0">
              <a:buNone/>
            </a:pPr>
            <a:r>
              <a:rPr lang="en-US" dirty="0"/>
              <a:t>Typically, memory can only be read by one unit at a time</a:t>
            </a:r>
          </a:p>
          <a:p>
            <a:pPr marL="0" indent="0">
              <a:buNone/>
            </a:pPr>
            <a:endParaRPr lang="en-US" dirty="0"/>
          </a:p>
          <a:p>
            <a:pPr marL="0" indent="0">
              <a:buNone/>
            </a:pPr>
            <a:r>
              <a:rPr lang="en-US" dirty="0"/>
              <a:t>But multi-ported memory can be used.</a:t>
            </a:r>
          </a:p>
          <a:p>
            <a:pPr marL="0" indent="0">
              <a:buNone/>
            </a:pPr>
            <a:endParaRPr lang="en-US" dirty="0"/>
          </a:p>
          <a:p>
            <a:pPr marL="0" indent="0">
              <a:buNone/>
            </a:pPr>
            <a:r>
              <a:rPr lang="en-US" dirty="0"/>
              <a:t>In this case, we need 3 ported memory in order to pipeline this process fully.</a:t>
            </a:r>
          </a:p>
          <a:p>
            <a:pPr marL="0" indent="0">
              <a:buNone/>
            </a:pPr>
            <a:endParaRPr lang="en-US" dirty="0"/>
          </a:p>
          <a:p>
            <a:pPr marL="0" indent="0">
              <a:buNone/>
            </a:pPr>
            <a:r>
              <a:rPr lang="en-US" dirty="0"/>
              <a:t>Unless… what if we had some limited amount of memory to retain previous answers?</a:t>
            </a:r>
          </a:p>
        </p:txBody>
      </p:sp>
    </p:spTree>
    <p:extLst>
      <p:ext uri="{BB962C8B-B14F-4D97-AF65-F5344CB8AC3E}">
        <p14:creationId xmlns:p14="http://schemas.microsoft.com/office/powerpoint/2010/main" val="3059531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8B72A-1B4D-4098-927D-37405EFAB61C}"/>
              </a:ext>
            </a:extLst>
          </p:cNvPr>
          <p:cNvSpPr>
            <a:spLocks noGrp="1"/>
          </p:cNvSpPr>
          <p:nvPr>
            <p:ph type="title"/>
          </p:nvPr>
        </p:nvSpPr>
        <p:spPr/>
        <p:txBody>
          <a:bodyPr/>
          <a:lstStyle/>
          <a:p>
            <a:r>
              <a:rPr lang="en-US" dirty="0"/>
              <a:t>Chaining</a:t>
            </a:r>
          </a:p>
        </p:txBody>
      </p:sp>
      <p:sp>
        <p:nvSpPr>
          <p:cNvPr id="3" name="Content Placeholder 2">
            <a:extLst>
              <a:ext uri="{FF2B5EF4-FFF2-40B4-BE49-F238E27FC236}">
                <a16:creationId xmlns:a16="http://schemas.microsoft.com/office/drawing/2014/main" id="{DF6ACC5F-06D7-43C7-9563-B7DFB9A89843}"/>
              </a:ext>
            </a:extLst>
          </p:cNvPr>
          <p:cNvSpPr>
            <a:spLocks noGrp="1"/>
          </p:cNvSpPr>
          <p:nvPr>
            <p:ph idx="1"/>
          </p:nvPr>
        </p:nvSpPr>
        <p:spPr/>
        <p:txBody>
          <a:bodyPr/>
          <a:lstStyle/>
          <a:p>
            <a:pPr marL="0" indent="0">
              <a:buNone/>
            </a:pPr>
            <a:r>
              <a:rPr lang="en-US" dirty="0"/>
              <a:t>Chaining is the concept of one vector iteration or functional unit forwarding data to another iteration. </a:t>
            </a:r>
          </a:p>
          <a:p>
            <a:pPr marL="0" indent="0">
              <a:buNone/>
            </a:pPr>
            <a:endParaRPr lang="en-US" dirty="0"/>
          </a:p>
          <a:p>
            <a:pPr marL="0" indent="0">
              <a:buNone/>
            </a:pPr>
            <a:r>
              <a:rPr lang="en-US" dirty="0"/>
              <a:t>This, of course, has a cost – the hardware must detect or be instructed that this needs to happen </a:t>
            </a:r>
            <a:r>
              <a:rPr lang="en-US" b="1" dirty="0"/>
              <a:t>and</a:t>
            </a:r>
            <a:r>
              <a:rPr lang="en-US" dirty="0"/>
              <a:t> the data must be retained for future iterations (storage required). </a:t>
            </a:r>
          </a:p>
        </p:txBody>
      </p:sp>
    </p:spTree>
    <p:extLst>
      <p:ext uri="{BB962C8B-B14F-4D97-AF65-F5344CB8AC3E}">
        <p14:creationId xmlns:p14="http://schemas.microsoft.com/office/powerpoint/2010/main" val="2069717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BEE82-AC66-40E7-9751-D56BBDC97A16}"/>
              </a:ext>
            </a:extLst>
          </p:cNvPr>
          <p:cNvSpPr>
            <a:spLocks noGrp="1"/>
          </p:cNvSpPr>
          <p:nvPr>
            <p:ph type="title"/>
          </p:nvPr>
        </p:nvSpPr>
        <p:spPr/>
        <p:txBody>
          <a:bodyPr/>
          <a:lstStyle/>
          <a:p>
            <a:r>
              <a:rPr lang="en-US" dirty="0"/>
              <a:t>More “fun” with memory</a:t>
            </a:r>
          </a:p>
        </p:txBody>
      </p:sp>
      <p:sp>
        <p:nvSpPr>
          <p:cNvPr id="3" name="Content Placeholder 2">
            <a:extLst>
              <a:ext uri="{FF2B5EF4-FFF2-40B4-BE49-F238E27FC236}">
                <a16:creationId xmlns:a16="http://schemas.microsoft.com/office/drawing/2014/main" id="{78CC7BCF-C152-43BD-B9D8-F9B725C800B5}"/>
              </a:ext>
            </a:extLst>
          </p:cNvPr>
          <p:cNvSpPr>
            <a:spLocks noGrp="1"/>
          </p:cNvSpPr>
          <p:nvPr>
            <p:ph idx="1"/>
          </p:nvPr>
        </p:nvSpPr>
        <p:spPr/>
        <p:txBody>
          <a:bodyPr/>
          <a:lstStyle/>
          <a:p>
            <a:pPr marL="0" indent="0">
              <a:buNone/>
            </a:pPr>
            <a:r>
              <a:rPr lang="en-US" dirty="0"/>
              <a:t>What if we need to reference memory, but we want to either load or store indirectly:</a:t>
            </a:r>
          </a:p>
          <a:p>
            <a:pPr marL="0" indent="0">
              <a:buNone/>
            </a:pPr>
            <a:r>
              <a:rPr lang="en-US" dirty="0"/>
              <a:t> </a:t>
            </a:r>
            <a:r>
              <a:rPr lang="en-US" dirty="0">
                <a:latin typeface="Consolas" panose="020B0609020204030204" pitchFamily="49" charset="0"/>
              </a:rPr>
              <a:t>A[</a:t>
            </a:r>
            <a:r>
              <a:rPr lang="en-US" dirty="0">
                <a:highlight>
                  <a:srgbClr val="FFFF00"/>
                </a:highlight>
                <a:latin typeface="Consolas" panose="020B0609020204030204" pitchFamily="49" charset="0"/>
              </a:rPr>
              <a:t>B[i]</a:t>
            </a:r>
            <a:r>
              <a:rPr lang="en-US" dirty="0">
                <a:latin typeface="Consolas" panose="020B0609020204030204" pitchFamily="49" charset="0"/>
              </a:rPr>
              <a:t>] = C[</a:t>
            </a:r>
            <a:r>
              <a:rPr lang="en-US" dirty="0">
                <a:highlight>
                  <a:srgbClr val="FFFF00"/>
                </a:highlight>
                <a:latin typeface="Consolas" panose="020B0609020204030204" pitchFamily="49" charset="0"/>
              </a:rPr>
              <a:t>D[i]</a:t>
            </a:r>
            <a:r>
              <a:rPr lang="en-US" dirty="0">
                <a:latin typeface="Consolas" panose="020B0609020204030204" pitchFamily="49" charset="0"/>
              </a:rPr>
              <a:t>] + 1</a:t>
            </a:r>
          </a:p>
          <a:p>
            <a:pPr marL="0" indent="0">
              <a:buNone/>
            </a:pPr>
            <a:endParaRPr lang="en-US" dirty="0"/>
          </a:p>
          <a:p>
            <a:pPr marL="0" indent="0">
              <a:buNone/>
            </a:pPr>
            <a:r>
              <a:rPr lang="en-US" dirty="0"/>
              <a:t>This is called a scatter (output) and gather (input) operation.</a:t>
            </a:r>
          </a:p>
          <a:p>
            <a:pPr marL="0" indent="0">
              <a:buNone/>
            </a:pPr>
            <a:r>
              <a:rPr lang="en-US" dirty="0"/>
              <a:t>There is hardware for this in most vector processors.</a:t>
            </a:r>
          </a:p>
        </p:txBody>
      </p:sp>
    </p:spTree>
    <p:extLst>
      <p:ext uri="{BB962C8B-B14F-4D97-AF65-F5344CB8AC3E}">
        <p14:creationId xmlns:p14="http://schemas.microsoft.com/office/powerpoint/2010/main" val="1066954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0ADDC-6C6E-4DFF-ACCB-EA97CA7801F7}"/>
              </a:ext>
            </a:extLst>
          </p:cNvPr>
          <p:cNvSpPr>
            <a:spLocks noGrp="1"/>
          </p:cNvSpPr>
          <p:nvPr>
            <p:ph type="title"/>
          </p:nvPr>
        </p:nvSpPr>
        <p:spPr/>
        <p:txBody>
          <a:bodyPr/>
          <a:lstStyle/>
          <a:p>
            <a:r>
              <a:rPr lang="en-US" dirty="0"/>
              <a:t>A little more…</a:t>
            </a:r>
          </a:p>
        </p:txBody>
      </p:sp>
      <p:sp>
        <p:nvSpPr>
          <p:cNvPr id="3" name="Content Placeholder 2">
            <a:extLst>
              <a:ext uri="{FF2B5EF4-FFF2-40B4-BE49-F238E27FC236}">
                <a16:creationId xmlns:a16="http://schemas.microsoft.com/office/drawing/2014/main" id="{07D526FF-A61E-4D0F-BCF5-D6635976F875}"/>
              </a:ext>
            </a:extLst>
          </p:cNvPr>
          <p:cNvSpPr>
            <a:spLocks noGrp="1"/>
          </p:cNvSpPr>
          <p:nvPr>
            <p:ph idx="1"/>
          </p:nvPr>
        </p:nvSpPr>
        <p:spPr/>
        <p:txBody>
          <a:bodyPr/>
          <a:lstStyle/>
          <a:p>
            <a:pPr marL="0" indent="0">
              <a:buNone/>
            </a:pPr>
            <a:r>
              <a:rPr lang="en-US" dirty="0"/>
              <a:t>What if we want to only operate on certain data items?</a:t>
            </a:r>
          </a:p>
          <a:p>
            <a:pPr marL="0" indent="0">
              <a:buNone/>
            </a:pPr>
            <a:r>
              <a:rPr lang="en-US" dirty="0"/>
              <a:t>A[</a:t>
            </a:r>
            <a:r>
              <a:rPr lang="en-US" dirty="0" err="1"/>
              <a:t>i</a:t>
            </a:r>
            <a:r>
              <a:rPr lang="en-US" dirty="0"/>
              <a:t>] = B[</a:t>
            </a:r>
            <a:r>
              <a:rPr lang="en-US" dirty="0" err="1"/>
              <a:t>i</a:t>
            </a:r>
            <a:r>
              <a:rPr lang="en-US" dirty="0"/>
              <a:t>] / C[</a:t>
            </a:r>
            <a:r>
              <a:rPr lang="en-US" dirty="0" err="1"/>
              <a:t>i</a:t>
            </a:r>
            <a:r>
              <a:rPr lang="en-US" dirty="0"/>
              <a:t>], if C[</a:t>
            </a:r>
            <a:r>
              <a:rPr lang="en-US" dirty="0" err="1"/>
              <a:t>i</a:t>
            </a:r>
            <a:r>
              <a:rPr lang="en-US" dirty="0"/>
              <a:t>] != 0</a:t>
            </a:r>
          </a:p>
          <a:p>
            <a:pPr marL="0" indent="0">
              <a:buNone/>
            </a:pPr>
            <a:endParaRPr lang="en-US" dirty="0"/>
          </a:p>
          <a:p>
            <a:pPr marL="0" indent="0">
              <a:buNone/>
            </a:pPr>
            <a:r>
              <a:rPr lang="en-US" dirty="0"/>
              <a:t>That’s what the VMASK is for. </a:t>
            </a:r>
          </a:p>
          <a:p>
            <a:pPr marL="0" indent="0">
              <a:buNone/>
            </a:pPr>
            <a:r>
              <a:rPr lang="en-US" dirty="0"/>
              <a:t>We can mask out the records where C[i] is 0.</a:t>
            </a:r>
          </a:p>
          <a:p>
            <a:pPr marL="0" indent="0">
              <a:buNone/>
            </a:pPr>
            <a:r>
              <a:rPr lang="en-US" dirty="0">
                <a:latin typeface="Consolas" panose="020B0609020204030204" pitchFamily="49" charset="0"/>
              </a:rPr>
              <a:t>VMASK = C[i] != 0;</a:t>
            </a:r>
          </a:p>
          <a:p>
            <a:pPr marL="0" indent="0">
              <a:buNone/>
            </a:pPr>
            <a:endParaRPr lang="en-US" dirty="0"/>
          </a:p>
          <a:p>
            <a:pPr marL="0" indent="0">
              <a:buNone/>
            </a:pPr>
            <a:r>
              <a:rPr lang="en-US" dirty="0"/>
              <a:t>Does this remind you of something? Maybe from ARM?</a:t>
            </a:r>
          </a:p>
        </p:txBody>
      </p:sp>
    </p:spTree>
    <p:extLst>
      <p:ext uri="{BB962C8B-B14F-4D97-AF65-F5344CB8AC3E}">
        <p14:creationId xmlns:p14="http://schemas.microsoft.com/office/powerpoint/2010/main" val="737476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CF2AB-39D2-4858-87B6-22BF9269B013}"/>
              </a:ext>
            </a:extLst>
          </p:cNvPr>
          <p:cNvSpPr>
            <a:spLocks noGrp="1"/>
          </p:cNvSpPr>
          <p:nvPr>
            <p:ph type="title"/>
          </p:nvPr>
        </p:nvSpPr>
        <p:spPr/>
        <p:txBody>
          <a:bodyPr/>
          <a:lstStyle/>
          <a:p>
            <a:r>
              <a:rPr lang="en-US" dirty="0"/>
              <a:t>One more masking example</a:t>
            </a:r>
          </a:p>
        </p:txBody>
      </p:sp>
      <p:sp>
        <p:nvSpPr>
          <p:cNvPr id="3" name="Content Placeholder 2">
            <a:extLst>
              <a:ext uri="{FF2B5EF4-FFF2-40B4-BE49-F238E27FC236}">
                <a16:creationId xmlns:a16="http://schemas.microsoft.com/office/drawing/2014/main" id="{26803673-A93E-4836-9D32-4D46AC1E2518}"/>
              </a:ext>
            </a:extLst>
          </p:cNvPr>
          <p:cNvSpPr>
            <a:spLocks noGrp="1"/>
          </p:cNvSpPr>
          <p:nvPr>
            <p:ph idx="1"/>
          </p:nvPr>
        </p:nvSpPr>
        <p:spPr/>
        <p:txBody>
          <a:bodyPr>
            <a:normAutofit fontScale="92500" lnSpcReduction="20000"/>
          </a:bodyPr>
          <a:lstStyle/>
          <a:p>
            <a:pPr marL="0" indent="0">
              <a:buNone/>
            </a:pPr>
            <a:r>
              <a:rPr lang="en-US" dirty="0"/>
              <a:t>What if I want to do something like this:</a:t>
            </a:r>
          </a:p>
          <a:p>
            <a:pPr marL="0" indent="0">
              <a:buNone/>
            </a:pPr>
            <a:r>
              <a:rPr lang="en-US" dirty="0">
                <a:latin typeface="Consolas" panose="020B0609020204030204" pitchFamily="49" charset="0"/>
              </a:rPr>
              <a:t>if (a[</a:t>
            </a:r>
            <a:r>
              <a:rPr lang="en-US" dirty="0" err="1">
                <a:latin typeface="Consolas" panose="020B0609020204030204" pitchFamily="49" charset="0"/>
              </a:rPr>
              <a:t>i</a:t>
            </a:r>
            <a:r>
              <a:rPr lang="en-US" dirty="0">
                <a:latin typeface="Consolas" panose="020B0609020204030204" pitchFamily="49" charset="0"/>
              </a:rPr>
              <a:t>] &gt; b[</a:t>
            </a:r>
            <a:r>
              <a:rPr lang="en-US" dirty="0" err="1">
                <a:latin typeface="Consolas" panose="020B0609020204030204" pitchFamily="49" charset="0"/>
              </a:rPr>
              <a:t>i</a:t>
            </a:r>
            <a:r>
              <a:rPr lang="en-US" dirty="0">
                <a:latin typeface="Consolas" panose="020B0609020204030204" pitchFamily="49" charset="0"/>
              </a:rPr>
              <a:t>])</a:t>
            </a:r>
          </a:p>
          <a:p>
            <a:pPr marL="0" indent="0">
              <a:buNone/>
            </a:pPr>
            <a:r>
              <a:rPr lang="en-US" dirty="0">
                <a:latin typeface="Consolas" panose="020B0609020204030204" pitchFamily="49" charset="0"/>
              </a:rPr>
              <a:t>	c[</a:t>
            </a:r>
            <a:r>
              <a:rPr lang="en-US" dirty="0" err="1">
                <a:latin typeface="Consolas" panose="020B0609020204030204" pitchFamily="49" charset="0"/>
              </a:rPr>
              <a:t>i</a:t>
            </a:r>
            <a:r>
              <a:rPr lang="en-US" dirty="0">
                <a:latin typeface="Consolas" panose="020B0609020204030204" pitchFamily="49" charset="0"/>
              </a:rPr>
              <a:t>] = a[</a:t>
            </a:r>
            <a:r>
              <a:rPr lang="en-US" dirty="0" err="1">
                <a:latin typeface="Consolas" panose="020B0609020204030204" pitchFamily="49" charset="0"/>
              </a:rPr>
              <a:t>i</a:t>
            </a:r>
            <a:r>
              <a:rPr lang="en-US" dirty="0">
                <a:latin typeface="Consolas" panose="020B0609020204030204" pitchFamily="49" charset="0"/>
              </a:rPr>
              <a:t>]-b[</a:t>
            </a:r>
            <a:r>
              <a:rPr lang="en-US" dirty="0" err="1">
                <a:latin typeface="Consolas" panose="020B0609020204030204" pitchFamily="49" charset="0"/>
              </a:rPr>
              <a:t>i</a:t>
            </a:r>
            <a:r>
              <a:rPr lang="en-US" dirty="0">
                <a:latin typeface="Consolas" panose="020B0609020204030204" pitchFamily="49" charset="0"/>
              </a:rPr>
              <a:t>];</a:t>
            </a:r>
          </a:p>
          <a:p>
            <a:pPr marL="0" indent="0">
              <a:buNone/>
            </a:pPr>
            <a:r>
              <a:rPr lang="en-US" dirty="0">
                <a:latin typeface="Consolas" panose="020B0609020204030204" pitchFamily="49" charset="0"/>
              </a:rPr>
              <a:t>else</a:t>
            </a:r>
          </a:p>
          <a:p>
            <a:pPr marL="0" indent="0">
              <a:buNone/>
            </a:pPr>
            <a:r>
              <a:rPr lang="en-US" dirty="0">
                <a:latin typeface="Consolas" panose="020B0609020204030204" pitchFamily="49" charset="0"/>
              </a:rPr>
              <a:t>	c[</a:t>
            </a:r>
            <a:r>
              <a:rPr lang="en-US" dirty="0" err="1">
                <a:latin typeface="Consolas" panose="020B0609020204030204" pitchFamily="49" charset="0"/>
              </a:rPr>
              <a:t>i</a:t>
            </a:r>
            <a:r>
              <a:rPr lang="en-US" dirty="0">
                <a:latin typeface="Consolas" panose="020B0609020204030204" pitchFamily="49" charset="0"/>
              </a:rPr>
              <a:t>] = b[</a:t>
            </a:r>
            <a:r>
              <a:rPr lang="en-US" dirty="0" err="1">
                <a:latin typeface="Consolas" panose="020B0609020204030204" pitchFamily="49" charset="0"/>
              </a:rPr>
              <a:t>i</a:t>
            </a:r>
            <a:r>
              <a:rPr lang="en-US" dirty="0">
                <a:latin typeface="Consolas" panose="020B0609020204030204" pitchFamily="49" charset="0"/>
              </a:rPr>
              <a:t>] – a[</a:t>
            </a:r>
            <a:r>
              <a:rPr lang="en-US" dirty="0" err="1">
                <a:latin typeface="Consolas" panose="020B0609020204030204" pitchFamily="49" charset="0"/>
              </a:rPr>
              <a:t>i</a:t>
            </a:r>
            <a:r>
              <a:rPr lang="en-US" dirty="0">
                <a:latin typeface="Consolas" panose="020B0609020204030204" pitchFamily="49" charset="0"/>
              </a:rPr>
              <a:t>];</a:t>
            </a:r>
          </a:p>
          <a:p>
            <a:pPr marL="0" indent="0">
              <a:buNone/>
            </a:pPr>
            <a:r>
              <a:rPr lang="en-US" dirty="0"/>
              <a:t>Becomes:</a:t>
            </a:r>
          </a:p>
          <a:p>
            <a:pPr marL="0" indent="0">
              <a:buNone/>
            </a:pPr>
            <a:r>
              <a:rPr lang="en-US" dirty="0"/>
              <a:t>	</a:t>
            </a:r>
            <a:r>
              <a:rPr lang="en-US" dirty="0">
                <a:latin typeface="Consolas" panose="020B0609020204030204" pitchFamily="49" charset="0"/>
              </a:rPr>
              <a:t>VMASK = A&gt;B</a:t>
            </a:r>
          </a:p>
          <a:p>
            <a:pPr marL="0" indent="0">
              <a:buNone/>
            </a:pPr>
            <a:r>
              <a:rPr lang="en-US" dirty="0">
                <a:latin typeface="Consolas" panose="020B0609020204030204" pitchFamily="49" charset="0"/>
              </a:rPr>
              <a:t>	C = A-B</a:t>
            </a:r>
          </a:p>
          <a:p>
            <a:pPr marL="0" indent="0">
              <a:buNone/>
            </a:pPr>
            <a:r>
              <a:rPr lang="en-US" dirty="0">
                <a:latin typeface="Consolas" panose="020B0609020204030204" pitchFamily="49" charset="0"/>
              </a:rPr>
              <a:t>	VMASK = !VMASK</a:t>
            </a:r>
          </a:p>
          <a:p>
            <a:pPr marL="0" indent="0">
              <a:buNone/>
            </a:pPr>
            <a:r>
              <a:rPr lang="en-US" dirty="0">
                <a:latin typeface="Consolas" panose="020B0609020204030204" pitchFamily="49" charset="0"/>
              </a:rPr>
              <a:t>	C = B-A</a:t>
            </a:r>
          </a:p>
          <a:p>
            <a:pPr marL="0" indent="0">
              <a:buNone/>
            </a:pPr>
            <a:endParaRPr lang="en-US" dirty="0"/>
          </a:p>
        </p:txBody>
      </p:sp>
    </p:spTree>
    <p:extLst>
      <p:ext uri="{BB962C8B-B14F-4D97-AF65-F5344CB8AC3E}">
        <p14:creationId xmlns:p14="http://schemas.microsoft.com/office/powerpoint/2010/main" val="2970455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satellite&#10;&#10;Description automatically generated">
            <a:extLst>
              <a:ext uri="{FF2B5EF4-FFF2-40B4-BE49-F238E27FC236}">
                <a16:creationId xmlns:a16="http://schemas.microsoft.com/office/drawing/2014/main" id="{88EEBDAB-FB45-40E0-9E18-E09DFB5D7BEB}"/>
              </a:ext>
            </a:extLst>
          </p:cNvPr>
          <p:cNvPicPr>
            <a:picLocks noChangeAspect="1"/>
          </p:cNvPicPr>
          <p:nvPr/>
        </p:nvPicPr>
        <p:blipFill rotWithShape="1">
          <a:blip r:embed="rId2">
            <a:extLst>
              <a:ext uri="{28A0092B-C50C-407E-A947-70E740481C1C}">
                <a14:useLocalDpi xmlns:a14="http://schemas.microsoft.com/office/drawing/2010/main" val="0"/>
              </a:ext>
            </a:extLst>
          </a:blip>
          <a:srcRect l="12249" t="9091" r="23115"/>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ADBCB3F-A5C5-4960-86FA-C8FC7BFFC83D}"/>
              </a:ext>
            </a:extLst>
          </p:cNvPr>
          <p:cNvSpPr>
            <a:spLocks noGrp="1"/>
          </p:cNvSpPr>
          <p:nvPr>
            <p:ph type="title"/>
          </p:nvPr>
        </p:nvSpPr>
        <p:spPr>
          <a:xfrm>
            <a:off x="371094" y="1161288"/>
            <a:ext cx="3438144" cy="1124712"/>
          </a:xfrm>
        </p:spPr>
        <p:txBody>
          <a:bodyPr anchor="b">
            <a:normAutofit/>
          </a:bodyPr>
          <a:lstStyle/>
          <a:p>
            <a:r>
              <a:rPr lang="en-US" sz="2800"/>
              <a:t>History of Vector Processors</a:t>
            </a:r>
          </a:p>
        </p:txBody>
      </p:sp>
      <p:sp>
        <p:nvSpPr>
          <p:cNvPr id="14" name="Rectangle 1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9171F6B-C873-4AD9-B526-13A535F1F7DE}"/>
              </a:ext>
            </a:extLst>
          </p:cNvPr>
          <p:cNvSpPr>
            <a:spLocks noGrp="1"/>
          </p:cNvSpPr>
          <p:nvPr>
            <p:ph idx="1"/>
          </p:nvPr>
        </p:nvSpPr>
        <p:spPr>
          <a:xfrm>
            <a:off x="371094" y="2539745"/>
            <a:ext cx="3438906" cy="4162713"/>
          </a:xfrm>
        </p:spPr>
        <p:txBody>
          <a:bodyPr anchor="t">
            <a:noAutofit/>
          </a:bodyPr>
          <a:lstStyle/>
          <a:p>
            <a:pPr marL="0" indent="0">
              <a:buNone/>
            </a:pPr>
            <a:r>
              <a:rPr lang="en-US" sz="2000" dirty="0"/>
              <a:t>Vector processing was popular in the 1960’s-1980’s. </a:t>
            </a:r>
          </a:p>
          <a:p>
            <a:pPr marL="0" indent="0">
              <a:buNone/>
            </a:pPr>
            <a:endParaRPr lang="en-US" sz="2000" dirty="0"/>
          </a:p>
          <a:p>
            <a:pPr marL="0" indent="0">
              <a:buNone/>
            </a:pPr>
            <a:r>
              <a:rPr lang="en-US" sz="2000" dirty="0"/>
              <a:t>At that time, transistors/CPU were very low. Using every functional element (load, store, ALU) every cycle was an important way to improve performance.</a:t>
            </a:r>
          </a:p>
          <a:p>
            <a:pPr marL="0" indent="0">
              <a:buNone/>
            </a:pPr>
            <a:endParaRPr lang="en-US" sz="2000" dirty="0"/>
          </a:p>
          <a:p>
            <a:pPr marL="0" indent="0">
              <a:buNone/>
            </a:pPr>
            <a:r>
              <a:rPr lang="en-US" sz="2000" dirty="0"/>
              <a:t>The most famous vector processors were the Cray-1 and Cray X-MP. </a:t>
            </a:r>
          </a:p>
        </p:txBody>
      </p:sp>
    </p:spTree>
    <p:extLst>
      <p:ext uri="{BB962C8B-B14F-4D97-AF65-F5344CB8AC3E}">
        <p14:creationId xmlns:p14="http://schemas.microsoft.com/office/powerpoint/2010/main" val="3536504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29538B-C8A5-4524-B0EB-E089E457BBE7}"/>
              </a:ext>
            </a:extLst>
          </p:cNvPr>
          <p:cNvSpPr>
            <a:spLocks noGrp="1"/>
          </p:cNvSpPr>
          <p:nvPr>
            <p:ph type="ctrTitle"/>
          </p:nvPr>
        </p:nvSpPr>
        <p:spPr/>
        <p:txBody>
          <a:bodyPr/>
          <a:lstStyle/>
          <a:p>
            <a:r>
              <a:rPr lang="en-US" dirty="0"/>
              <a:t>Array Processing</a:t>
            </a:r>
          </a:p>
        </p:txBody>
      </p:sp>
      <p:sp>
        <p:nvSpPr>
          <p:cNvPr id="5" name="Subtitle 4">
            <a:extLst>
              <a:ext uri="{FF2B5EF4-FFF2-40B4-BE49-F238E27FC236}">
                <a16:creationId xmlns:a16="http://schemas.microsoft.com/office/drawing/2014/main" id="{1F8A2466-5281-4054-A2FB-5B52CF6FCFA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11403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6F959-0E38-444C-A440-9B80B8DC8280}"/>
              </a:ext>
            </a:extLst>
          </p:cNvPr>
          <p:cNvSpPr>
            <a:spLocks noGrp="1"/>
          </p:cNvSpPr>
          <p:nvPr>
            <p:ph type="title"/>
          </p:nvPr>
        </p:nvSpPr>
        <p:spPr/>
        <p:txBody>
          <a:bodyPr/>
          <a:lstStyle/>
          <a:p>
            <a:r>
              <a:rPr lang="en-US" dirty="0"/>
              <a:t>More than one thing at a time…</a:t>
            </a:r>
          </a:p>
        </p:txBody>
      </p:sp>
      <p:sp>
        <p:nvSpPr>
          <p:cNvPr id="3" name="Content Placeholder 2">
            <a:extLst>
              <a:ext uri="{FF2B5EF4-FFF2-40B4-BE49-F238E27FC236}">
                <a16:creationId xmlns:a16="http://schemas.microsoft.com/office/drawing/2014/main" id="{94A0143C-0DDA-4773-8200-EA42F2EA62A8}"/>
              </a:ext>
            </a:extLst>
          </p:cNvPr>
          <p:cNvSpPr>
            <a:spLocks noGrp="1"/>
          </p:cNvSpPr>
          <p:nvPr>
            <p:ph idx="1"/>
          </p:nvPr>
        </p:nvSpPr>
        <p:spPr/>
        <p:txBody>
          <a:bodyPr/>
          <a:lstStyle/>
          <a:p>
            <a:pPr marL="0" indent="0">
              <a:buNone/>
            </a:pPr>
            <a:r>
              <a:rPr lang="en-US" dirty="0"/>
              <a:t>As the manufacturing of chips got better, designers had more transistors to work with. </a:t>
            </a:r>
          </a:p>
          <a:p>
            <a:pPr marL="0" indent="0">
              <a:buNone/>
            </a:pPr>
            <a:endParaRPr lang="en-US" dirty="0"/>
          </a:p>
          <a:p>
            <a:pPr marL="0" indent="0">
              <a:buNone/>
            </a:pPr>
            <a:r>
              <a:rPr lang="en-US" dirty="0"/>
              <a:t>The limit of a single Load/ALU/Store processing element combination was overcome.</a:t>
            </a:r>
          </a:p>
          <a:p>
            <a:pPr marL="0" indent="0">
              <a:buNone/>
            </a:pPr>
            <a:endParaRPr lang="en-US" dirty="0"/>
          </a:p>
          <a:p>
            <a:pPr marL="0" indent="0">
              <a:buNone/>
            </a:pPr>
            <a:r>
              <a:rPr lang="en-US" dirty="0"/>
              <a:t>Array Processors work very much like Vector Processors, but incorporate multiple processors. </a:t>
            </a:r>
          </a:p>
        </p:txBody>
      </p:sp>
    </p:spTree>
    <p:extLst>
      <p:ext uri="{BB962C8B-B14F-4D97-AF65-F5344CB8AC3E}">
        <p14:creationId xmlns:p14="http://schemas.microsoft.com/office/powerpoint/2010/main" val="2619444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A7C6-AEAF-416F-819B-A973A3F61242}"/>
              </a:ext>
            </a:extLst>
          </p:cNvPr>
          <p:cNvSpPr>
            <a:spLocks noGrp="1"/>
          </p:cNvSpPr>
          <p:nvPr>
            <p:ph type="title"/>
          </p:nvPr>
        </p:nvSpPr>
        <p:spPr/>
        <p:txBody>
          <a:bodyPr/>
          <a:lstStyle/>
          <a:p>
            <a:r>
              <a:rPr lang="en-US" dirty="0"/>
              <a:t>Vector Processors      Vs      Array Processors</a:t>
            </a:r>
          </a:p>
        </p:txBody>
      </p:sp>
      <p:sp>
        <p:nvSpPr>
          <p:cNvPr id="4" name="Rectangle 3">
            <a:extLst>
              <a:ext uri="{FF2B5EF4-FFF2-40B4-BE49-F238E27FC236}">
                <a16:creationId xmlns:a16="http://schemas.microsoft.com/office/drawing/2014/main" id="{5210BF6B-537C-465C-A84F-C494125E5C97}"/>
              </a:ext>
            </a:extLst>
          </p:cNvPr>
          <p:cNvSpPr/>
          <p:nvPr/>
        </p:nvSpPr>
        <p:spPr>
          <a:xfrm>
            <a:off x="369116" y="3632433"/>
            <a:ext cx="3640821" cy="15184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Vector Processor</a:t>
            </a:r>
          </a:p>
        </p:txBody>
      </p:sp>
      <p:sp>
        <p:nvSpPr>
          <p:cNvPr id="9" name="Rectangle 8">
            <a:extLst>
              <a:ext uri="{FF2B5EF4-FFF2-40B4-BE49-F238E27FC236}">
                <a16:creationId xmlns:a16="http://schemas.microsoft.com/office/drawing/2014/main" id="{76CFA85F-13D7-4005-90C3-06ACA84ECE56}"/>
              </a:ext>
            </a:extLst>
          </p:cNvPr>
          <p:cNvSpPr/>
          <p:nvPr/>
        </p:nvSpPr>
        <p:spPr>
          <a:xfrm>
            <a:off x="369116" y="3154261"/>
            <a:ext cx="813731"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 0</a:t>
            </a:r>
          </a:p>
        </p:txBody>
      </p:sp>
      <p:sp>
        <p:nvSpPr>
          <p:cNvPr id="11" name="Rectangle 10">
            <a:extLst>
              <a:ext uri="{FF2B5EF4-FFF2-40B4-BE49-F238E27FC236}">
                <a16:creationId xmlns:a16="http://schemas.microsoft.com/office/drawing/2014/main" id="{86C3DE31-045B-4F66-8081-5264E998B37F}"/>
              </a:ext>
            </a:extLst>
          </p:cNvPr>
          <p:cNvSpPr/>
          <p:nvPr/>
        </p:nvSpPr>
        <p:spPr>
          <a:xfrm>
            <a:off x="369116" y="2684478"/>
            <a:ext cx="813731"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 1</a:t>
            </a:r>
          </a:p>
        </p:txBody>
      </p:sp>
      <p:sp>
        <p:nvSpPr>
          <p:cNvPr id="12" name="Rectangle 11">
            <a:extLst>
              <a:ext uri="{FF2B5EF4-FFF2-40B4-BE49-F238E27FC236}">
                <a16:creationId xmlns:a16="http://schemas.microsoft.com/office/drawing/2014/main" id="{71700731-C355-4042-A44E-329096D9A176}"/>
              </a:ext>
            </a:extLst>
          </p:cNvPr>
          <p:cNvSpPr/>
          <p:nvPr/>
        </p:nvSpPr>
        <p:spPr>
          <a:xfrm>
            <a:off x="369116" y="2206306"/>
            <a:ext cx="813731"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 2</a:t>
            </a:r>
          </a:p>
        </p:txBody>
      </p:sp>
      <p:sp>
        <p:nvSpPr>
          <p:cNvPr id="13" name="Rectangle 12">
            <a:extLst>
              <a:ext uri="{FF2B5EF4-FFF2-40B4-BE49-F238E27FC236}">
                <a16:creationId xmlns:a16="http://schemas.microsoft.com/office/drawing/2014/main" id="{41A31118-0CCC-4F5B-A908-C4860D3BF283}"/>
              </a:ext>
            </a:extLst>
          </p:cNvPr>
          <p:cNvSpPr/>
          <p:nvPr/>
        </p:nvSpPr>
        <p:spPr>
          <a:xfrm>
            <a:off x="1375795" y="2684478"/>
            <a:ext cx="922788"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Math 0</a:t>
            </a:r>
          </a:p>
        </p:txBody>
      </p:sp>
      <p:sp>
        <p:nvSpPr>
          <p:cNvPr id="14" name="Rectangle 13">
            <a:extLst>
              <a:ext uri="{FF2B5EF4-FFF2-40B4-BE49-F238E27FC236}">
                <a16:creationId xmlns:a16="http://schemas.microsoft.com/office/drawing/2014/main" id="{0448CF4C-93FB-47FA-B38D-C5266D4E2008}"/>
              </a:ext>
            </a:extLst>
          </p:cNvPr>
          <p:cNvSpPr/>
          <p:nvPr/>
        </p:nvSpPr>
        <p:spPr>
          <a:xfrm>
            <a:off x="1375795" y="2206306"/>
            <a:ext cx="922788"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Math 1</a:t>
            </a:r>
          </a:p>
        </p:txBody>
      </p:sp>
      <p:sp>
        <p:nvSpPr>
          <p:cNvPr id="15" name="Rectangle 14">
            <a:extLst>
              <a:ext uri="{FF2B5EF4-FFF2-40B4-BE49-F238E27FC236}">
                <a16:creationId xmlns:a16="http://schemas.microsoft.com/office/drawing/2014/main" id="{09AC467D-6E20-4530-B340-A16A16A300CA}"/>
              </a:ext>
            </a:extLst>
          </p:cNvPr>
          <p:cNvSpPr/>
          <p:nvPr/>
        </p:nvSpPr>
        <p:spPr>
          <a:xfrm>
            <a:off x="2491531" y="2202004"/>
            <a:ext cx="922788"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 0</a:t>
            </a:r>
          </a:p>
        </p:txBody>
      </p:sp>
      <p:cxnSp>
        <p:nvCxnSpPr>
          <p:cNvPr id="17" name="Straight Arrow Connector 16">
            <a:extLst>
              <a:ext uri="{FF2B5EF4-FFF2-40B4-BE49-F238E27FC236}">
                <a16:creationId xmlns:a16="http://schemas.microsoft.com/office/drawing/2014/main" id="{0BC8BF70-0AB5-4BD4-B591-7951D3CE5940}"/>
              </a:ext>
            </a:extLst>
          </p:cNvPr>
          <p:cNvCxnSpPr/>
          <p:nvPr/>
        </p:nvCxnSpPr>
        <p:spPr>
          <a:xfrm>
            <a:off x="3900881" y="2206306"/>
            <a:ext cx="0" cy="1283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58497FB-470E-4155-B5F2-40F51E6B6395}"/>
              </a:ext>
            </a:extLst>
          </p:cNvPr>
          <p:cNvSpPr txBox="1"/>
          <p:nvPr/>
        </p:nvSpPr>
        <p:spPr>
          <a:xfrm>
            <a:off x="3251344" y="2986265"/>
            <a:ext cx="649537" cy="369332"/>
          </a:xfrm>
          <a:prstGeom prst="rect">
            <a:avLst/>
          </a:prstGeom>
          <a:noFill/>
        </p:spPr>
        <p:txBody>
          <a:bodyPr wrap="none" rtlCol="0">
            <a:spAutoFit/>
          </a:bodyPr>
          <a:lstStyle/>
          <a:p>
            <a:r>
              <a:rPr lang="en-US" dirty="0"/>
              <a:t>Time</a:t>
            </a:r>
          </a:p>
        </p:txBody>
      </p:sp>
      <p:sp>
        <p:nvSpPr>
          <p:cNvPr id="19" name="Rectangle 18">
            <a:extLst>
              <a:ext uri="{FF2B5EF4-FFF2-40B4-BE49-F238E27FC236}">
                <a16:creationId xmlns:a16="http://schemas.microsoft.com/office/drawing/2014/main" id="{7F8EDEE0-AAA6-4459-9A2C-1AD5C88F612F}"/>
              </a:ext>
            </a:extLst>
          </p:cNvPr>
          <p:cNvSpPr/>
          <p:nvPr/>
        </p:nvSpPr>
        <p:spPr>
          <a:xfrm>
            <a:off x="6096000" y="3632433"/>
            <a:ext cx="1328257" cy="879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Array Processor 1</a:t>
            </a:r>
          </a:p>
        </p:txBody>
      </p:sp>
      <p:sp>
        <p:nvSpPr>
          <p:cNvPr id="20" name="Rectangle 19">
            <a:extLst>
              <a:ext uri="{FF2B5EF4-FFF2-40B4-BE49-F238E27FC236}">
                <a16:creationId xmlns:a16="http://schemas.microsoft.com/office/drawing/2014/main" id="{FF021677-BE0C-48A8-908F-AD827EC864D9}"/>
              </a:ext>
            </a:extLst>
          </p:cNvPr>
          <p:cNvSpPr/>
          <p:nvPr/>
        </p:nvSpPr>
        <p:spPr>
          <a:xfrm>
            <a:off x="7424257" y="3632433"/>
            <a:ext cx="1476461" cy="879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Array Processor 2</a:t>
            </a:r>
          </a:p>
        </p:txBody>
      </p:sp>
      <p:sp>
        <p:nvSpPr>
          <p:cNvPr id="21" name="Rectangle 20">
            <a:extLst>
              <a:ext uri="{FF2B5EF4-FFF2-40B4-BE49-F238E27FC236}">
                <a16:creationId xmlns:a16="http://schemas.microsoft.com/office/drawing/2014/main" id="{B3087542-5200-4C64-8D69-240AAE329C49}"/>
              </a:ext>
            </a:extLst>
          </p:cNvPr>
          <p:cNvSpPr/>
          <p:nvPr/>
        </p:nvSpPr>
        <p:spPr>
          <a:xfrm>
            <a:off x="8900718" y="3632433"/>
            <a:ext cx="1476461" cy="879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Array Processor 3</a:t>
            </a:r>
          </a:p>
        </p:txBody>
      </p:sp>
      <p:sp>
        <p:nvSpPr>
          <p:cNvPr id="22" name="Rectangle 21">
            <a:extLst>
              <a:ext uri="{FF2B5EF4-FFF2-40B4-BE49-F238E27FC236}">
                <a16:creationId xmlns:a16="http://schemas.microsoft.com/office/drawing/2014/main" id="{9245030F-7159-473A-B9F7-E3439FDB8A34}"/>
              </a:ext>
            </a:extLst>
          </p:cNvPr>
          <p:cNvSpPr/>
          <p:nvPr/>
        </p:nvSpPr>
        <p:spPr>
          <a:xfrm>
            <a:off x="10377180" y="3632433"/>
            <a:ext cx="1404466" cy="879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Array Processor 4</a:t>
            </a:r>
          </a:p>
        </p:txBody>
      </p:sp>
      <p:sp>
        <p:nvSpPr>
          <p:cNvPr id="23" name="Rectangle 22">
            <a:extLst>
              <a:ext uri="{FF2B5EF4-FFF2-40B4-BE49-F238E27FC236}">
                <a16:creationId xmlns:a16="http://schemas.microsoft.com/office/drawing/2014/main" id="{BF5FA150-5510-4E4C-B512-ECB3EFE6FF6E}"/>
              </a:ext>
            </a:extLst>
          </p:cNvPr>
          <p:cNvSpPr/>
          <p:nvPr/>
        </p:nvSpPr>
        <p:spPr>
          <a:xfrm>
            <a:off x="6278461" y="3154261"/>
            <a:ext cx="813731"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 0</a:t>
            </a:r>
          </a:p>
        </p:txBody>
      </p:sp>
      <p:sp>
        <p:nvSpPr>
          <p:cNvPr id="24" name="Rectangle 23">
            <a:extLst>
              <a:ext uri="{FF2B5EF4-FFF2-40B4-BE49-F238E27FC236}">
                <a16:creationId xmlns:a16="http://schemas.microsoft.com/office/drawing/2014/main" id="{48B29D5F-2BE9-4637-9AF6-73759322C249}"/>
              </a:ext>
            </a:extLst>
          </p:cNvPr>
          <p:cNvSpPr/>
          <p:nvPr/>
        </p:nvSpPr>
        <p:spPr>
          <a:xfrm>
            <a:off x="6223932" y="2676089"/>
            <a:ext cx="922788"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Math 0</a:t>
            </a:r>
          </a:p>
        </p:txBody>
      </p:sp>
      <p:sp>
        <p:nvSpPr>
          <p:cNvPr id="25" name="Rectangle 24">
            <a:extLst>
              <a:ext uri="{FF2B5EF4-FFF2-40B4-BE49-F238E27FC236}">
                <a16:creationId xmlns:a16="http://schemas.microsoft.com/office/drawing/2014/main" id="{0DC4B8BA-F6FE-4C29-A18B-650638DF31EB}"/>
              </a:ext>
            </a:extLst>
          </p:cNvPr>
          <p:cNvSpPr/>
          <p:nvPr/>
        </p:nvSpPr>
        <p:spPr>
          <a:xfrm>
            <a:off x="6223932" y="2197917"/>
            <a:ext cx="922788"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 0</a:t>
            </a:r>
          </a:p>
        </p:txBody>
      </p:sp>
      <p:sp>
        <p:nvSpPr>
          <p:cNvPr id="26" name="Rectangle 25">
            <a:extLst>
              <a:ext uri="{FF2B5EF4-FFF2-40B4-BE49-F238E27FC236}">
                <a16:creationId xmlns:a16="http://schemas.microsoft.com/office/drawing/2014/main" id="{B5D0D40C-D2EB-4042-B3B3-C18EB7245CC1}"/>
              </a:ext>
            </a:extLst>
          </p:cNvPr>
          <p:cNvSpPr/>
          <p:nvPr/>
        </p:nvSpPr>
        <p:spPr>
          <a:xfrm>
            <a:off x="7756322" y="3162650"/>
            <a:ext cx="813731"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 1</a:t>
            </a:r>
          </a:p>
        </p:txBody>
      </p:sp>
      <p:sp>
        <p:nvSpPr>
          <p:cNvPr id="27" name="Rectangle 26">
            <a:extLst>
              <a:ext uri="{FF2B5EF4-FFF2-40B4-BE49-F238E27FC236}">
                <a16:creationId xmlns:a16="http://schemas.microsoft.com/office/drawing/2014/main" id="{7D7EFD06-1689-4AA5-8F57-7B6EF9B7AFFE}"/>
              </a:ext>
            </a:extLst>
          </p:cNvPr>
          <p:cNvSpPr/>
          <p:nvPr/>
        </p:nvSpPr>
        <p:spPr>
          <a:xfrm>
            <a:off x="7701793" y="2684478"/>
            <a:ext cx="922788"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Math 1</a:t>
            </a:r>
          </a:p>
        </p:txBody>
      </p:sp>
      <p:sp>
        <p:nvSpPr>
          <p:cNvPr id="28" name="Rectangle 27">
            <a:extLst>
              <a:ext uri="{FF2B5EF4-FFF2-40B4-BE49-F238E27FC236}">
                <a16:creationId xmlns:a16="http://schemas.microsoft.com/office/drawing/2014/main" id="{74D84735-6D7E-4734-920A-D7491632C71A}"/>
              </a:ext>
            </a:extLst>
          </p:cNvPr>
          <p:cNvSpPr/>
          <p:nvPr/>
        </p:nvSpPr>
        <p:spPr>
          <a:xfrm>
            <a:off x="7701793" y="2206306"/>
            <a:ext cx="922788"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 1</a:t>
            </a:r>
          </a:p>
        </p:txBody>
      </p:sp>
      <p:sp>
        <p:nvSpPr>
          <p:cNvPr id="29" name="Rectangle 28">
            <a:extLst>
              <a:ext uri="{FF2B5EF4-FFF2-40B4-BE49-F238E27FC236}">
                <a16:creationId xmlns:a16="http://schemas.microsoft.com/office/drawing/2014/main" id="{A5F51ACD-645D-424F-BFC1-E5CF39C8DDF6}"/>
              </a:ext>
            </a:extLst>
          </p:cNvPr>
          <p:cNvSpPr/>
          <p:nvPr/>
        </p:nvSpPr>
        <p:spPr>
          <a:xfrm>
            <a:off x="9331706" y="3162650"/>
            <a:ext cx="813731"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 2</a:t>
            </a:r>
          </a:p>
        </p:txBody>
      </p:sp>
      <p:sp>
        <p:nvSpPr>
          <p:cNvPr id="30" name="Rectangle 29">
            <a:extLst>
              <a:ext uri="{FF2B5EF4-FFF2-40B4-BE49-F238E27FC236}">
                <a16:creationId xmlns:a16="http://schemas.microsoft.com/office/drawing/2014/main" id="{AEB5EAEE-30E4-49FE-993F-B91D1995B6F4}"/>
              </a:ext>
            </a:extLst>
          </p:cNvPr>
          <p:cNvSpPr/>
          <p:nvPr/>
        </p:nvSpPr>
        <p:spPr>
          <a:xfrm>
            <a:off x="9277177" y="2684478"/>
            <a:ext cx="922788"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Math 2</a:t>
            </a:r>
          </a:p>
        </p:txBody>
      </p:sp>
      <p:sp>
        <p:nvSpPr>
          <p:cNvPr id="31" name="Rectangle 30">
            <a:extLst>
              <a:ext uri="{FF2B5EF4-FFF2-40B4-BE49-F238E27FC236}">
                <a16:creationId xmlns:a16="http://schemas.microsoft.com/office/drawing/2014/main" id="{03432236-94DA-4DA6-9181-95E92BE963E7}"/>
              </a:ext>
            </a:extLst>
          </p:cNvPr>
          <p:cNvSpPr/>
          <p:nvPr/>
        </p:nvSpPr>
        <p:spPr>
          <a:xfrm>
            <a:off x="9277177" y="2206306"/>
            <a:ext cx="922788"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 2</a:t>
            </a:r>
          </a:p>
        </p:txBody>
      </p:sp>
      <p:sp>
        <p:nvSpPr>
          <p:cNvPr id="32" name="Rectangle 31">
            <a:extLst>
              <a:ext uri="{FF2B5EF4-FFF2-40B4-BE49-F238E27FC236}">
                <a16:creationId xmlns:a16="http://schemas.microsoft.com/office/drawing/2014/main" id="{AE35375F-F6D9-40C3-AC8F-3B560A68E8EB}"/>
              </a:ext>
            </a:extLst>
          </p:cNvPr>
          <p:cNvSpPr/>
          <p:nvPr/>
        </p:nvSpPr>
        <p:spPr>
          <a:xfrm>
            <a:off x="10816205" y="3162650"/>
            <a:ext cx="813731"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 3</a:t>
            </a:r>
          </a:p>
        </p:txBody>
      </p:sp>
      <p:sp>
        <p:nvSpPr>
          <p:cNvPr id="33" name="Rectangle 32">
            <a:extLst>
              <a:ext uri="{FF2B5EF4-FFF2-40B4-BE49-F238E27FC236}">
                <a16:creationId xmlns:a16="http://schemas.microsoft.com/office/drawing/2014/main" id="{98647798-8563-4633-ABC6-C45758E92B22}"/>
              </a:ext>
            </a:extLst>
          </p:cNvPr>
          <p:cNvSpPr/>
          <p:nvPr/>
        </p:nvSpPr>
        <p:spPr>
          <a:xfrm>
            <a:off x="10761676" y="2684478"/>
            <a:ext cx="922788"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Math 3</a:t>
            </a:r>
          </a:p>
        </p:txBody>
      </p:sp>
      <p:sp>
        <p:nvSpPr>
          <p:cNvPr id="34" name="Rectangle 33">
            <a:extLst>
              <a:ext uri="{FF2B5EF4-FFF2-40B4-BE49-F238E27FC236}">
                <a16:creationId xmlns:a16="http://schemas.microsoft.com/office/drawing/2014/main" id="{BB2EDBB1-F94B-4C0D-B20A-C46C358E371B}"/>
              </a:ext>
            </a:extLst>
          </p:cNvPr>
          <p:cNvSpPr/>
          <p:nvPr/>
        </p:nvSpPr>
        <p:spPr>
          <a:xfrm>
            <a:off x="10761676" y="2206306"/>
            <a:ext cx="922788" cy="394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 3</a:t>
            </a:r>
          </a:p>
        </p:txBody>
      </p:sp>
      <p:cxnSp>
        <p:nvCxnSpPr>
          <p:cNvPr id="35" name="Straight Arrow Connector 34">
            <a:extLst>
              <a:ext uri="{FF2B5EF4-FFF2-40B4-BE49-F238E27FC236}">
                <a16:creationId xmlns:a16="http://schemas.microsoft.com/office/drawing/2014/main" id="{97734A22-2F75-4CB7-BFFB-E68D29F20030}"/>
              </a:ext>
            </a:extLst>
          </p:cNvPr>
          <p:cNvCxnSpPr/>
          <p:nvPr/>
        </p:nvCxnSpPr>
        <p:spPr>
          <a:xfrm>
            <a:off x="6032423" y="2237808"/>
            <a:ext cx="0" cy="1283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9F45E9A-0D65-43AA-AF42-5DA2976A5027}"/>
              </a:ext>
            </a:extLst>
          </p:cNvPr>
          <p:cNvSpPr txBox="1"/>
          <p:nvPr/>
        </p:nvSpPr>
        <p:spPr>
          <a:xfrm>
            <a:off x="5382886" y="3017767"/>
            <a:ext cx="649537" cy="369332"/>
          </a:xfrm>
          <a:prstGeom prst="rect">
            <a:avLst/>
          </a:prstGeom>
          <a:noFill/>
        </p:spPr>
        <p:txBody>
          <a:bodyPr wrap="none" rtlCol="0">
            <a:spAutoFit/>
          </a:bodyPr>
          <a:lstStyle/>
          <a:p>
            <a:r>
              <a:rPr lang="en-US" dirty="0"/>
              <a:t>Time</a:t>
            </a:r>
          </a:p>
        </p:txBody>
      </p:sp>
      <p:sp>
        <p:nvSpPr>
          <p:cNvPr id="37" name="TextBox 36">
            <a:extLst>
              <a:ext uri="{FF2B5EF4-FFF2-40B4-BE49-F238E27FC236}">
                <a16:creationId xmlns:a16="http://schemas.microsoft.com/office/drawing/2014/main" id="{71C4FA24-E4BD-4536-A35C-B287671BF0CE}"/>
              </a:ext>
            </a:extLst>
          </p:cNvPr>
          <p:cNvSpPr txBox="1"/>
          <p:nvPr/>
        </p:nvSpPr>
        <p:spPr>
          <a:xfrm>
            <a:off x="1073550" y="5305622"/>
            <a:ext cx="1527278" cy="369332"/>
          </a:xfrm>
          <a:prstGeom prst="rect">
            <a:avLst/>
          </a:prstGeom>
          <a:noFill/>
        </p:spPr>
        <p:txBody>
          <a:bodyPr wrap="none" rtlCol="0">
            <a:spAutoFit/>
          </a:bodyPr>
          <a:lstStyle/>
          <a:p>
            <a:r>
              <a:rPr lang="en-US" dirty="0"/>
              <a:t>Less hardware</a:t>
            </a:r>
          </a:p>
        </p:txBody>
      </p:sp>
      <p:sp>
        <p:nvSpPr>
          <p:cNvPr id="38" name="TextBox 37">
            <a:extLst>
              <a:ext uri="{FF2B5EF4-FFF2-40B4-BE49-F238E27FC236}">
                <a16:creationId xmlns:a16="http://schemas.microsoft.com/office/drawing/2014/main" id="{97C500FE-16D8-4F40-A8FA-E8B49E588536}"/>
              </a:ext>
            </a:extLst>
          </p:cNvPr>
          <p:cNvSpPr txBox="1"/>
          <p:nvPr/>
        </p:nvSpPr>
        <p:spPr>
          <a:xfrm>
            <a:off x="8131730" y="4651173"/>
            <a:ext cx="1646092" cy="369332"/>
          </a:xfrm>
          <a:prstGeom prst="rect">
            <a:avLst/>
          </a:prstGeom>
          <a:noFill/>
        </p:spPr>
        <p:txBody>
          <a:bodyPr wrap="none" rtlCol="0">
            <a:spAutoFit/>
          </a:bodyPr>
          <a:lstStyle/>
          <a:p>
            <a:r>
              <a:rPr lang="en-US" dirty="0"/>
              <a:t>More hardware</a:t>
            </a:r>
          </a:p>
        </p:txBody>
      </p:sp>
    </p:spTree>
    <p:extLst>
      <p:ext uri="{BB962C8B-B14F-4D97-AF65-F5344CB8AC3E}">
        <p14:creationId xmlns:p14="http://schemas.microsoft.com/office/powerpoint/2010/main" val="1620944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83537-BDDB-4CE0-ACFD-057ED7786CB3}"/>
              </a:ext>
            </a:extLst>
          </p:cNvPr>
          <p:cNvSpPr>
            <a:spLocks noGrp="1"/>
          </p:cNvSpPr>
          <p:nvPr>
            <p:ph type="title"/>
          </p:nvPr>
        </p:nvSpPr>
        <p:spPr/>
        <p:txBody>
          <a:bodyPr/>
          <a:lstStyle/>
          <a:p>
            <a:r>
              <a:rPr lang="en-US" dirty="0"/>
              <a:t>Making a array processor</a:t>
            </a:r>
          </a:p>
        </p:txBody>
      </p:sp>
      <p:sp>
        <p:nvSpPr>
          <p:cNvPr id="3" name="Content Placeholder 2">
            <a:extLst>
              <a:ext uri="{FF2B5EF4-FFF2-40B4-BE49-F238E27FC236}">
                <a16:creationId xmlns:a16="http://schemas.microsoft.com/office/drawing/2014/main" id="{F46404A1-E852-44AC-BA39-15E00392B1A3}"/>
              </a:ext>
            </a:extLst>
          </p:cNvPr>
          <p:cNvSpPr>
            <a:spLocks noGrp="1"/>
          </p:cNvSpPr>
          <p:nvPr>
            <p:ph idx="1"/>
          </p:nvPr>
        </p:nvSpPr>
        <p:spPr/>
        <p:txBody>
          <a:bodyPr>
            <a:normAutofit fontScale="92500" lnSpcReduction="20000"/>
          </a:bodyPr>
          <a:lstStyle/>
          <a:p>
            <a:pPr marL="0" indent="0">
              <a:buNone/>
            </a:pPr>
            <a:r>
              <a:rPr lang="en-US" dirty="0"/>
              <a:t>We need N*M registers to work on N items at a time. </a:t>
            </a:r>
          </a:p>
          <a:p>
            <a:pPr marL="0" indent="0">
              <a:buNone/>
            </a:pPr>
            <a:r>
              <a:rPr lang="en-US" dirty="0"/>
              <a:t>	M is the number of operands we can have.</a:t>
            </a:r>
          </a:p>
          <a:p>
            <a:pPr marL="0" indent="0">
              <a:buNone/>
            </a:pPr>
            <a:r>
              <a:rPr lang="en-US" dirty="0"/>
              <a:t>	Consider C[</a:t>
            </a:r>
            <a:r>
              <a:rPr lang="en-US" dirty="0" err="1"/>
              <a:t>i</a:t>
            </a:r>
            <a:r>
              <a:rPr lang="en-US" dirty="0"/>
              <a:t>] = A[</a:t>
            </a:r>
            <a:r>
              <a:rPr lang="en-US" dirty="0" err="1"/>
              <a:t>i</a:t>
            </a:r>
            <a:r>
              <a:rPr lang="en-US" dirty="0"/>
              <a:t>] + B[</a:t>
            </a:r>
            <a:r>
              <a:rPr lang="en-US" dirty="0" err="1"/>
              <a:t>i</a:t>
            </a:r>
            <a:r>
              <a:rPr lang="en-US" dirty="0"/>
              <a:t>]. We need 3 (M) registers for each N.</a:t>
            </a:r>
          </a:p>
          <a:p>
            <a:pPr marL="0" indent="0">
              <a:buNone/>
            </a:pPr>
            <a:endParaRPr lang="en-US" dirty="0"/>
          </a:p>
          <a:p>
            <a:pPr marL="0" indent="0">
              <a:buNone/>
            </a:pPr>
            <a:r>
              <a:rPr lang="en-US" dirty="0"/>
              <a:t>We need more ALUs and more memory bandwidth.</a:t>
            </a:r>
          </a:p>
          <a:p>
            <a:pPr marL="0" indent="0">
              <a:buNone/>
            </a:pPr>
            <a:endParaRPr lang="en-US" dirty="0"/>
          </a:p>
          <a:p>
            <a:pPr marL="0" indent="0">
              <a:buNone/>
            </a:pPr>
            <a:r>
              <a:rPr lang="en-US" dirty="0"/>
              <a:t>We need the same control registers: </a:t>
            </a:r>
          </a:p>
          <a:p>
            <a:pPr marL="0" indent="0">
              <a:buNone/>
            </a:pPr>
            <a:r>
              <a:rPr lang="en-US" dirty="0"/>
              <a:t>VLEN – how many total data items we need to work on</a:t>
            </a:r>
          </a:p>
          <a:p>
            <a:pPr marL="0" indent="0">
              <a:buNone/>
            </a:pPr>
            <a:r>
              <a:rPr lang="en-US" dirty="0"/>
              <a:t>VSTR – how many words between data items (stride)</a:t>
            </a:r>
          </a:p>
          <a:p>
            <a:pPr marL="0" indent="0">
              <a:buNone/>
            </a:pPr>
            <a:r>
              <a:rPr lang="en-US" dirty="0"/>
              <a:t>VMASK – indicates which of the registers (bitwise) to work on.</a:t>
            </a:r>
          </a:p>
        </p:txBody>
      </p:sp>
    </p:spTree>
    <p:extLst>
      <p:ext uri="{BB962C8B-B14F-4D97-AF65-F5344CB8AC3E}">
        <p14:creationId xmlns:p14="http://schemas.microsoft.com/office/powerpoint/2010/main" val="1985541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596F1-B649-4630-876B-FD788FB5F4CC}"/>
              </a:ext>
            </a:extLst>
          </p:cNvPr>
          <p:cNvSpPr>
            <a:spLocks noGrp="1"/>
          </p:cNvSpPr>
          <p:nvPr>
            <p:ph type="title"/>
          </p:nvPr>
        </p:nvSpPr>
        <p:spPr/>
        <p:txBody>
          <a:bodyPr/>
          <a:lstStyle/>
          <a:p>
            <a:r>
              <a:rPr lang="en-US" dirty="0"/>
              <a:t>What happened to Array Processors?</a:t>
            </a:r>
          </a:p>
        </p:txBody>
      </p:sp>
      <p:sp>
        <p:nvSpPr>
          <p:cNvPr id="3" name="Content Placeholder 2">
            <a:extLst>
              <a:ext uri="{FF2B5EF4-FFF2-40B4-BE49-F238E27FC236}">
                <a16:creationId xmlns:a16="http://schemas.microsoft.com/office/drawing/2014/main" id="{6EE442E0-8416-43EA-AEB5-AFB7D1FD96DF}"/>
              </a:ext>
            </a:extLst>
          </p:cNvPr>
          <p:cNvSpPr>
            <a:spLocks noGrp="1"/>
          </p:cNvSpPr>
          <p:nvPr>
            <p:ph idx="1"/>
          </p:nvPr>
        </p:nvSpPr>
        <p:spPr/>
        <p:txBody>
          <a:bodyPr/>
          <a:lstStyle/>
          <a:p>
            <a:pPr marL="0" indent="0">
              <a:buNone/>
            </a:pPr>
            <a:r>
              <a:rPr lang="en-US" dirty="0"/>
              <a:t>In a sense, nothing – they still exist, as we will see next week.</a:t>
            </a:r>
          </a:p>
          <a:p>
            <a:pPr marL="0" indent="0">
              <a:buNone/>
            </a:pPr>
            <a:endParaRPr lang="en-US" dirty="0"/>
          </a:p>
          <a:p>
            <a:pPr marL="0" indent="0">
              <a:buNone/>
            </a:pPr>
            <a:r>
              <a:rPr lang="en-US" dirty="0"/>
              <a:t>You don’t typically see computer systems that are </a:t>
            </a:r>
            <a:r>
              <a:rPr lang="en-US" b="1" dirty="0"/>
              <a:t>just</a:t>
            </a:r>
            <a:r>
              <a:rPr lang="en-US" dirty="0"/>
              <a:t> array processors, though. </a:t>
            </a:r>
          </a:p>
          <a:p>
            <a:pPr marL="0" indent="0">
              <a:buNone/>
            </a:pPr>
            <a:endParaRPr lang="en-US" dirty="0"/>
          </a:p>
          <a:p>
            <a:pPr marL="0" indent="0">
              <a:buNone/>
            </a:pPr>
            <a:r>
              <a:rPr lang="en-US" dirty="0"/>
              <a:t>Illiac4 and the </a:t>
            </a:r>
            <a:r>
              <a:rPr lang="en-US" dirty="0" err="1"/>
              <a:t>Aspex</a:t>
            </a:r>
            <a:r>
              <a:rPr lang="en-US" dirty="0"/>
              <a:t> ASP </a:t>
            </a:r>
            <a:r>
              <a:rPr lang="en-US" dirty="0" err="1"/>
              <a:t>Linedancer</a:t>
            </a:r>
            <a:r>
              <a:rPr lang="en-US" dirty="0"/>
              <a:t> are examples of array processors (both retired).</a:t>
            </a:r>
          </a:p>
          <a:p>
            <a:pPr marL="0" indent="0">
              <a:buNone/>
            </a:pPr>
            <a:endParaRPr lang="en-US" dirty="0"/>
          </a:p>
        </p:txBody>
      </p:sp>
    </p:spTree>
    <p:extLst>
      <p:ext uri="{BB962C8B-B14F-4D97-AF65-F5344CB8AC3E}">
        <p14:creationId xmlns:p14="http://schemas.microsoft.com/office/powerpoint/2010/main" val="1137379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9CF648-6A4E-499C-AA8E-7ED0D7253890}"/>
              </a:ext>
            </a:extLst>
          </p:cNvPr>
          <p:cNvSpPr>
            <a:spLocks noGrp="1"/>
          </p:cNvSpPr>
          <p:nvPr>
            <p:ph type="ctrTitle"/>
          </p:nvPr>
        </p:nvSpPr>
        <p:spPr/>
        <p:txBody>
          <a:bodyPr/>
          <a:lstStyle/>
          <a:p>
            <a:r>
              <a:rPr lang="en-US" dirty="0"/>
              <a:t>Programming Models/Tools</a:t>
            </a:r>
          </a:p>
        </p:txBody>
      </p:sp>
      <p:sp>
        <p:nvSpPr>
          <p:cNvPr id="5" name="Subtitle 4">
            <a:extLst>
              <a:ext uri="{FF2B5EF4-FFF2-40B4-BE49-F238E27FC236}">
                <a16:creationId xmlns:a16="http://schemas.microsoft.com/office/drawing/2014/main" id="{7618B0F3-9B92-469E-A223-2F1CFA082E72}"/>
              </a:ext>
            </a:extLst>
          </p:cNvPr>
          <p:cNvSpPr>
            <a:spLocks noGrp="1"/>
          </p:cNvSpPr>
          <p:nvPr>
            <p:ph type="subTitle" idx="1"/>
          </p:nvPr>
        </p:nvSpPr>
        <p:spPr/>
        <p:txBody>
          <a:bodyPr/>
          <a:lstStyle/>
          <a:p>
            <a:r>
              <a:rPr lang="en-US" dirty="0"/>
              <a:t>How can we write code for these models?</a:t>
            </a:r>
          </a:p>
        </p:txBody>
      </p:sp>
    </p:spTree>
    <p:extLst>
      <p:ext uri="{BB962C8B-B14F-4D97-AF65-F5344CB8AC3E}">
        <p14:creationId xmlns:p14="http://schemas.microsoft.com/office/powerpoint/2010/main" val="3155320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3CDED-59D4-481F-9887-1077A3226FA0}"/>
              </a:ext>
            </a:extLst>
          </p:cNvPr>
          <p:cNvSpPr>
            <a:spLocks noGrp="1"/>
          </p:cNvSpPr>
          <p:nvPr>
            <p:ph type="title"/>
          </p:nvPr>
        </p:nvSpPr>
        <p:spPr>
          <a:xfrm>
            <a:off x="838200" y="365125"/>
            <a:ext cx="10515600" cy="1325563"/>
          </a:xfrm>
        </p:spPr>
        <p:txBody>
          <a:bodyPr/>
          <a:lstStyle/>
          <a:p>
            <a:r>
              <a:rPr lang="en-US" dirty="0"/>
              <a:t>Let’s think about a piece of simple code</a:t>
            </a:r>
          </a:p>
        </p:txBody>
      </p:sp>
      <p:sp>
        <p:nvSpPr>
          <p:cNvPr id="3" name="Content Placeholder 2">
            <a:extLst>
              <a:ext uri="{FF2B5EF4-FFF2-40B4-BE49-F238E27FC236}">
                <a16:creationId xmlns:a16="http://schemas.microsoft.com/office/drawing/2014/main" id="{E409C673-B038-4357-931D-857F0041C857}"/>
              </a:ext>
            </a:extLst>
          </p:cNvPr>
          <p:cNvSpPr>
            <a:spLocks noGrp="1"/>
          </p:cNvSpPr>
          <p:nvPr>
            <p:ph idx="1"/>
          </p:nvPr>
        </p:nvSpPr>
        <p:spPr>
          <a:xfrm>
            <a:off x="838200" y="1825625"/>
            <a:ext cx="4708281" cy="1325563"/>
          </a:xfrm>
        </p:spPr>
        <p:txBody>
          <a:bodyPr>
            <a:normAutofit/>
          </a:bodyPr>
          <a:lstStyle/>
          <a:p>
            <a:pPr marL="0" indent="0">
              <a:buNone/>
            </a:pPr>
            <a:r>
              <a:rPr lang="en-US" dirty="0">
                <a:latin typeface="Consolas" panose="020B0609020204030204" pitchFamily="49" charset="0"/>
              </a:rPr>
              <a:t>for (int </a:t>
            </a:r>
            <a:r>
              <a:rPr lang="en-US" dirty="0" err="1">
                <a:latin typeface="Consolas" panose="020B0609020204030204" pitchFamily="49" charset="0"/>
              </a:rPr>
              <a:t>i</a:t>
            </a:r>
            <a:r>
              <a:rPr lang="en-US" dirty="0">
                <a:latin typeface="Consolas" panose="020B0609020204030204" pitchFamily="49" charset="0"/>
              </a:rPr>
              <a:t>=0;i&lt;</a:t>
            </a:r>
            <a:r>
              <a:rPr lang="en-US" dirty="0" err="1">
                <a:latin typeface="Consolas" panose="020B0609020204030204" pitchFamily="49" charset="0"/>
              </a:rPr>
              <a:t>N;i</a:t>
            </a:r>
            <a:r>
              <a:rPr lang="en-US" dirty="0">
                <a:latin typeface="Consolas" panose="020B0609020204030204" pitchFamily="49" charset="0"/>
              </a:rPr>
              <a:t>++)</a:t>
            </a:r>
          </a:p>
          <a:p>
            <a:pPr marL="0" indent="0">
              <a:buNone/>
            </a:pPr>
            <a:r>
              <a:rPr lang="en-US" dirty="0">
                <a:latin typeface="Consolas" panose="020B0609020204030204" pitchFamily="49" charset="0"/>
              </a:rPr>
              <a:t>    c[</a:t>
            </a:r>
            <a:r>
              <a:rPr lang="en-US" dirty="0" err="1">
                <a:latin typeface="Consolas" panose="020B0609020204030204" pitchFamily="49" charset="0"/>
              </a:rPr>
              <a:t>i</a:t>
            </a:r>
            <a:r>
              <a:rPr lang="en-US" dirty="0">
                <a:latin typeface="Consolas" panose="020B0609020204030204" pitchFamily="49" charset="0"/>
              </a:rPr>
              <a:t>] = a[</a:t>
            </a:r>
            <a:r>
              <a:rPr lang="en-US" dirty="0" err="1">
                <a:latin typeface="Consolas" panose="020B0609020204030204" pitchFamily="49" charset="0"/>
              </a:rPr>
              <a:t>i</a:t>
            </a:r>
            <a:r>
              <a:rPr lang="en-US" dirty="0">
                <a:latin typeface="Consolas" panose="020B0609020204030204" pitchFamily="49" charset="0"/>
              </a:rPr>
              <a:t>] + b[</a:t>
            </a:r>
            <a:r>
              <a:rPr lang="en-US" dirty="0" err="1">
                <a:latin typeface="Consolas" panose="020B0609020204030204" pitchFamily="49" charset="0"/>
              </a:rPr>
              <a:t>i</a:t>
            </a:r>
            <a:r>
              <a:rPr lang="en-US" dirty="0">
                <a:latin typeface="Consolas" panose="020B0609020204030204" pitchFamily="49" charset="0"/>
              </a:rPr>
              <a:t>];</a:t>
            </a:r>
          </a:p>
          <a:p>
            <a:pPr marL="0" indent="0">
              <a:buNone/>
            </a:pPr>
            <a:endParaRPr lang="en-US" dirty="0"/>
          </a:p>
          <a:p>
            <a:pPr marL="0" indent="0">
              <a:buNone/>
            </a:pPr>
            <a:endParaRPr lang="en-US" dirty="0"/>
          </a:p>
        </p:txBody>
      </p:sp>
      <p:sp>
        <p:nvSpPr>
          <p:cNvPr id="4" name="Rectangle: Rounded Corners 3">
            <a:extLst>
              <a:ext uri="{FF2B5EF4-FFF2-40B4-BE49-F238E27FC236}">
                <a16:creationId xmlns:a16="http://schemas.microsoft.com/office/drawing/2014/main" id="{FB3306A7-C634-4BB9-A95B-BD31F65BDA71}"/>
              </a:ext>
            </a:extLst>
          </p:cNvPr>
          <p:cNvSpPr/>
          <p:nvPr/>
        </p:nvSpPr>
        <p:spPr>
          <a:xfrm>
            <a:off x="5864469" y="1943100"/>
            <a:ext cx="2004646" cy="2444262"/>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D139BAC-C0E8-4CDD-8F34-34EA2832AA72}"/>
              </a:ext>
            </a:extLst>
          </p:cNvPr>
          <p:cNvSpPr/>
          <p:nvPr/>
        </p:nvSpPr>
        <p:spPr>
          <a:xfrm>
            <a:off x="6934199" y="2394438"/>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6" name="Rectangle 5">
            <a:extLst>
              <a:ext uri="{FF2B5EF4-FFF2-40B4-BE49-F238E27FC236}">
                <a16:creationId xmlns:a16="http://schemas.microsoft.com/office/drawing/2014/main" id="{DE603DF9-6CD9-4848-B8CA-33E345DDEFF2}"/>
              </a:ext>
            </a:extLst>
          </p:cNvPr>
          <p:cNvSpPr/>
          <p:nvPr/>
        </p:nvSpPr>
        <p:spPr>
          <a:xfrm>
            <a:off x="5999284" y="2148254"/>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7" name="Rectangle 6">
            <a:extLst>
              <a:ext uri="{FF2B5EF4-FFF2-40B4-BE49-F238E27FC236}">
                <a16:creationId xmlns:a16="http://schemas.microsoft.com/office/drawing/2014/main" id="{FD5CE7E6-5CDC-4562-BD9E-61B106867E50}"/>
              </a:ext>
            </a:extLst>
          </p:cNvPr>
          <p:cNvSpPr/>
          <p:nvPr/>
        </p:nvSpPr>
        <p:spPr>
          <a:xfrm>
            <a:off x="6390542" y="3021623"/>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8" name="Rectangle 7">
            <a:extLst>
              <a:ext uri="{FF2B5EF4-FFF2-40B4-BE49-F238E27FC236}">
                <a16:creationId xmlns:a16="http://schemas.microsoft.com/office/drawing/2014/main" id="{ACA96671-AC6D-409B-812D-A271AD3101B1}"/>
              </a:ext>
            </a:extLst>
          </p:cNvPr>
          <p:cNvSpPr/>
          <p:nvPr/>
        </p:nvSpPr>
        <p:spPr>
          <a:xfrm>
            <a:off x="6542941" y="3692769"/>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a:t>
            </a:r>
          </a:p>
        </p:txBody>
      </p:sp>
      <p:sp>
        <p:nvSpPr>
          <p:cNvPr id="9" name="Rectangle: Rounded Corners 8">
            <a:extLst>
              <a:ext uri="{FF2B5EF4-FFF2-40B4-BE49-F238E27FC236}">
                <a16:creationId xmlns:a16="http://schemas.microsoft.com/office/drawing/2014/main" id="{FE67A311-4192-4125-BA06-FC15FB66BD95}"/>
              </a:ext>
            </a:extLst>
          </p:cNvPr>
          <p:cNvSpPr/>
          <p:nvPr/>
        </p:nvSpPr>
        <p:spPr>
          <a:xfrm>
            <a:off x="8030305" y="3906715"/>
            <a:ext cx="2004646" cy="2444262"/>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94B9DCC-C6C5-4E2C-96A3-16F71360F59B}"/>
              </a:ext>
            </a:extLst>
          </p:cNvPr>
          <p:cNvSpPr/>
          <p:nvPr/>
        </p:nvSpPr>
        <p:spPr>
          <a:xfrm>
            <a:off x="9100035" y="4358053"/>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11" name="Rectangle 10">
            <a:extLst>
              <a:ext uri="{FF2B5EF4-FFF2-40B4-BE49-F238E27FC236}">
                <a16:creationId xmlns:a16="http://schemas.microsoft.com/office/drawing/2014/main" id="{2CDE155E-2F1F-4878-B27C-1FF8365D6B6F}"/>
              </a:ext>
            </a:extLst>
          </p:cNvPr>
          <p:cNvSpPr/>
          <p:nvPr/>
        </p:nvSpPr>
        <p:spPr>
          <a:xfrm>
            <a:off x="8165120" y="4111869"/>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12" name="Rectangle 11">
            <a:extLst>
              <a:ext uri="{FF2B5EF4-FFF2-40B4-BE49-F238E27FC236}">
                <a16:creationId xmlns:a16="http://schemas.microsoft.com/office/drawing/2014/main" id="{29CA425F-F0D9-4F95-9105-FDED3D465600}"/>
              </a:ext>
            </a:extLst>
          </p:cNvPr>
          <p:cNvSpPr/>
          <p:nvPr/>
        </p:nvSpPr>
        <p:spPr>
          <a:xfrm>
            <a:off x="8556378" y="4985238"/>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13" name="Rectangle 12">
            <a:extLst>
              <a:ext uri="{FF2B5EF4-FFF2-40B4-BE49-F238E27FC236}">
                <a16:creationId xmlns:a16="http://schemas.microsoft.com/office/drawing/2014/main" id="{57C4EA99-E985-4489-A5F0-73A2FCD504E1}"/>
              </a:ext>
            </a:extLst>
          </p:cNvPr>
          <p:cNvSpPr/>
          <p:nvPr/>
        </p:nvSpPr>
        <p:spPr>
          <a:xfrm>
            <a:off x="8708777" y="5656384"/>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a:t>
            </a:r>
          </a:p>
        </p:txBody>
      </p:sp>
      <p:sp>
        <p:nvSpPr>
          <p:cNvPr id="14" name="TextBox 13">
            <a:extLst>
              <a:ext uri="{FF2B5EF4-FFF2-40B4-BE49-F238E27FC236}">
                <a16:creationId xmlns:a16="http://schemas.microsoft.com/office/drawing/2014/main" id="{CD3E6AFA-CC98-40F6-9852-A5DFFA8961E5}"/>
              </a:ext>
            </a:extLst>
          </p:cNvPr>
          <p:cNvSpPr txBox="1"/>
          <p:nvPr/>
        </p:nvSpPr>
        <p:spPr>
          <a:xfrm>
            <a:off x="6242538" y="1667366"/>
            <a:ext cx="1159548" cy="369332"/>
          </a:xfrm>
          <a:prstGeom prst="rect">
            <a:avLst/>
          </a:prstGeom>
          <a:noFill/>
        </p:spPr>
        <p:txBody>
          <a:bodyPr wrap="none" rtlCol="0">
            <a:spAutoFit/>
          </a:bodyPr>
          <a:lstStyle/>
          <a:p>
            <a:r>
              <a:rPr lang="en-US" dirty="0"/>
              <a:t>Iteration 1</a:t>
            </a:r>
          </a:p>
        </p:txBody>
      </p:sp>
      <p:sp>
        <p:nvSpPr>
          <p:cNvPr id="15" name="TextBox 14">
            <a:extLst>
              <a:ext uri="{FF2B5EF4-FFF2-40B4-BE49-F238E27FC236}">
                <a16:creationId xmlns:a16="http://schemas.microsoft.com/office/drawing/2014/main" id="{6E38EF68-F7FD-486F-9C14-24AD421EEA9C}"/>
              </a:ext>
            </a:extLst>
          </p:cNvPr>
          <p:cNvSpPr txBox="1"/>
          <p:nvPr/>
        </p:nvSpPr>
        <p:spPr>
          <a:xfrm>
            <a:off x="8461130" y="3613397"/>
            <a:ext cx="1159548" cy="369332"/>
          </a:xfrm>
          <a:prstGeom prst="rect">
            <a:avLst/>
          </a:prstGeom>
          <a:noFill/>
        </p:spPr>
        <p:txBody>
          <a:bodyPr wrap="none" rtlCol="0">
            <a:spAutoFit/>
          </a:bodyPr>
          <a:lstStyle/>
          <a:p>
            <a:r>
              <a:rPr lang="en-US" dirty="0"/>
              <a:t>Iteration 2</a:t>
            </a:r>
          </a:p>
        </p:txBody>
      </p:sp>
    </p:spTree>
    <p:extLst>
      <p:ext uri="{BB962C8B-B14F-4D97-AF65-F5344CB8AC3E}">
        <p14:creationId xmlns:p14="http://schemas.microsoft.com/office/powerpoint/2010/main" val="628449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B1391-9EEF-42F2-967C-F0A3E72461E3}"/>
              </a:ext>
            </a:extLst>
          </p:cNvPr>
          <p:cNvSpPr>
            <a:spLocks noGrp="1"/>
          </p:cNvSpPr>
          <p:nvPr>
            <p:ph type="title"/>
          </p:nvPr>
        </p:nvSpPr>
        <p:spPr>
          <a:xfrm>
            <a:off x="0" y="0"/>
            <a:ext cx="5644662" cy="1367207"/>
          </a:xfrm>
        </p:spPr>
        <p:txBody>
          <a:bodyPr>
            <a:normAutofit/>
          </a:bodyPr>
          <a:lstStyle/>
          <a:p>
            <a:r>
              <a:rPr lang="en-US" dirty="0"/>
              <a:t>We can think about </a:t>
            </a:r>
            <a:br>
              <a:rPr lang="en-US" dirty="0"/>
            </a:br>
            <a:r>
              <a:rPr lang="en-US" dirty="0"/>
              <a:t>this as a simple in-order</a:t>
            </a:r>
          </a:p>
        </p:txBody>
      </p:sp>
      <p:sp>
        <p:nvSpPr>
          <p:cNvPr id="5" name="Rectangle 4">
            <a:extLst>
              <a:ext uri="{FF2B5EF4-FFF2-40B4-BE49-F238E27FC236}">
                <a16:creationId xmlns:a16="http://schemas.microsoft.com/office/drawing/2014/main" id="{82B71FCE-4420-4649-873E-5B0C5C6B4A7C}"/>
              </a:ext>
            </a:extLst>
          </p:cNvPr>
          <p:cNvSpPr/>
          <p:nvPr/>
        </p:nvSpPr>
        <p:spPr>
          <a:xfrm>
            <a:off x="2366595" y="2206627"/>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6" name="Rectangle 5">
            <a:extLst>
              <a:ext uri="{FF2B5EF4-FFF2-40B4-BE49-F238E27FC236}">
                <a16:creationId xmlns:a16="http://schemas.microsoft.com/office/drawing/2014/main" id="{430F7CFF-E7E2-4958-8206-7142254B74A7}"/>
              </a:ext>
            </a:extLst>
          </p:cNvPr>
          <p:cNvSpPr/>
          <p:nvPr/>
        </p:nvSpPr>
        <p:spPr>
          <a:xfrm>
            <a:off x="2366595" y="1667366"/>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7" name="Rectangle 6">
            <a:extLst>
              <a:ext uri="{FF2B5EF4-FFF2-40B4-BE49-F238E27FC236}">
                <a16:creationId xmlns:a16="http://schemas.microsoft.com/office/drawing/2014/main" id="{F396DE99-6D8D-4127-AB48-D738CB8C71DC}"/>
              </a:ext>
            </a:extLst>
          </p:cNvPr>
          <p:cNvSpPr/>
          <p:nvPr/>
        </p:nvSpPr>
        <p:spPr>
          <a:xfrm>
            <a:off x="2366595" y="2746744"/>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8" name="Rectangle 7">
            <a:extLst>
              <a:ext uri="{FF2B5EF4-FFF2-40B4-BE49-F238E27FC236}">
                <a16:creationId xmlns:a16="http://schemas.microsoft.com/office/drawing/2014/main" id="{6B37C7EC-6905-43C4-A716-68F801623DCD}"/>
              </a:ext>
            </a:extLst>
          </p:cNvPr>
          <p:cNvSpPr/>
          <p:nvPr/>
        </p:nvSpPr>
        <p:spPr>
          <a:xfrm>
            <a:off x="2366595" y="3286861"/>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a:t>
            </a:r>
          </a:p>
        </p:txBody>
      </p:sp>
      <p:sp>
        <p:nvSpPr>
          <p:cNvPr id="14" name="TextBox 13">
            <a:extLst>
              <a:ext uri="{FF2B5EF4-FFF2-40B4-BE49-F238E27FC236}">
                <a16:creationId xmlns:a16="http://schemas.microsoft.com/office/drawing/2014/main" id="{11A4A5F3-ADDA-4749-9FAF-6530D65EF27F}"/>
              </a:ext>
            </a:extLst>
          </p:cNvPr>
          <p:cNvSpPr txBox="1"/>
          <p:nvPr/>
        </p:nvSpPr>
        <p:spPr>
          <a:xfrm>
            <a:off x="3235568" y="1579325"/>
            <a:ext cx="1159548" cy="369332"/>
          </a:xfrm>
          <a:prstGeom prst="rect">
            <a:avLst/>
          </a:prstGeom>
          <a:noFill/>
        </p:spPr>
        <p:txBody>
          <a:bodyPr wrap="none" rtlCol="0">
            <a:spAutoFit/>
          </a:bodyPr>
          <a:lstStyle/>
          <a:p>
            <a:r>
              <a:rPr lang="en-US" dirty="0"/>
              <a:t>Iteration 1</a:t>
            </a:r>
          </a:p>
        </p:txBody>
      </p:sp>
      <p:sp>
        <p:nvSpPr>
          <p:cNvPr id="16" name="Rectangle 15">
            <a:extLst>
              <a:ext uri="{FF2B5EF4-FFF2-40B4-BE49-F238E27FC236}">
                <a16:creationId xmlns:a16="http://schemas.microsoft.com/office/drawing/2014/main" id="{EAC7D880-172A-4BA2-899C-73A088FF1B11}"/>
              </a:ext>
            </a:extLst>
          </p:cNvPr>
          <p:cNvSpPr/>
          <p:nvPr/>
        </p:nvSpPr>
        <p:spPr>
          <a:xfrm>
            <a:off x="2366595" y="4618650"/>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17" name="Rectangle 16">
            <a:extLst>
              <a:ext uri="{FF2B5EF4-FFF2-40B4-BE49-F238E27FC236}">
                <a16:creationId xmlns:a16="http://schemas.microsoft.com/office/drawing/2014/main" id="{9257CAFE-0E9B-4BF5-A249-C48B1A0AD7C9}"/>
              </a:ext>
            </a:extLst>
          </p:cNvPr>
          <p:cNvSpPr/>
          <p:nvPr/>
        </p:nvSpPr>
        <p:spPr>
          <a:xfrm>
            <a:off x="2366595" y="4079389"/>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18" name="Rectangle 17">
            <a:extLst>
              <a:ext uri="{FF2B5EF4-FFF2-40B4-BE49-F238E27FC236}">
                <a16:creationId xmlns:a16="http://schemas.microsoft.com/office/drawing/2014/main" id="{2F0EA8C9-C661-41EF-9759-840F17E289A9}"/>
              </a:ext>
            </a:extLst>
          </p:cNvPr>
          <p:cNvSpPr/>
          <p:nvPr/>
        </p:nvSpPr>
        <p:spPr>
          <a:xfrm>
            <a:off x="2366595" y="5158767"/>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19" name="Rectangle 18">
            <a:extLst>
              <a:ext uri="{FF2B5EF4-FFF2-40B4-BE49-F238E27FC236}">
                <a16:creationId xmlns:a16="http://schemas.microsoft.com/office/drawing/2014/main" id="{40D3CC69-5666-4BA2-97EE-98AE6F411BA4}"/>
              </a:ext>
            </a:extLst>
          </p:cNvPr>
          <p:cNvSpPr/>
          <p:nvPr/>
        </p:nvSpPr>
        <p:spPr>
          <a:xfrm>
            <a:off x="2366595" y="5698884"/>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a:t>
            </a:r>
          </a:p>
        </p:txBody>
      </p:sp>
      <p:sp>
        <p:nvSpPr>
          <p:cNvPr id="24" name="TextBox 23">
            <a:extLst>
              <a:ext uri="{FF2B5EF4-FFF2-40B4-BE49-F238E27FC236}">
                <a16:creationId xmlns:a16="http://schemas.microsoft.com/office/drawing/2014/main" id="{63862DAA-A81D-4B65-917D-5F8AEC814D4A}"/>
              </a:ext>
            </a:extLst>
          </p:cNvPr>
          <p:cNvSpPr txBox="1"/>
          <p:nvPr/>
        </p:nvSpPr>
        <p:spPr>
          <a:xfrm>
            <a:off x="3308837" y="3956241"/>
            <a:ext cx="1159548" cy="369332"/>
          </a:xfrm>
          <a:prstGeom prst="rect">
            <a:avLst/>
          </a:prstGeom>
          <a:noFill/>
        </p:spPr>
        <p:txBody>
          <a:bodyPr wrap="none" rtlCol="0">
            <a:spAutoFit/>
          </a:bodyPr>
          <a:lstStyle/>
          <a:p>
            <a:r>
              <a:rPr lang="en-US" dirty="0"/>
              <a:t>Iteration 2</a:t>
            </a:r>
          </a:p>
        </p:txBody>
      </p:sp>
      <p:sp>
        <p:nvSpPr>
          <p:cNvPr id="25" name="Title 1">
            <a:extLst>
              <a:ext uri="{FF2B5EF4-FFF2-40B4-BE49-F238E27FC236}">
                <a16:creationId xmlns:a16="http://schemas.microsoft.com/office/drawing/2014/main" id="{F8A1F0B6-A5DA-44C8-ADE8-4C3A02C9AA02}"/>
              </a:ext>
            </a:extLst>
          </p:cNvPr>
          <p:cNvSpPr txBox="1">
            <a:spLocks/>
          </p:cNvSpPr>
          <p:nvPr/>
        </p:nvSpPr>
        <p:spPr>
          <a:xfrm>
            <a:off x="6561993" y="64359"/>
            <a:ext cx="5644662" cy="13672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Or out of order</a:t>
            </a:r>
          </a:p>
        </p:txBody>
      </p:sp>
      <p:sp>
        <p:nvSpPr>
          <p:cNvPr id="26" name="Rectangle 25">
            <a:extLst>
              <a:ext uri="{FF2B5EF4-FFF2-40B4-BE49-F238E27FC236}">
                <a16:creationId xmlns:a16="http://schemas.microsoft.com/office/drawing/2014/main" id="{3E9A912A-0B9C-45D8-9CEA-8403ABC1FB35}"/>
              </a:ext>
            </a:extLst>
          </p:cNvPr>
          <p:cNvSpPr/>
          <p:nvPr/>
        </p:nvSpPr>
        <p:spPr>
          <a:xfrm>
            <a:off x="8928588" y="2359027"/>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27" name="Rectangle 26">
            <a:extLst>
              <a:ext uri="{FF2B5EF4-FFF2-40B4-BE49-F238E27FC236}">
                <a16:creationId xmlns:a16="http://schemas.microsoft.com/office/drawing/2014/main" id="{1C29742A-0D19-4F09-9AA2-6F1C8EB7109F}"/>
              </a:ext>
            </a:extLst>
          </p:cNvPr>
          <p:cNvSpPr/>
          <p:nvPr/>
        </p:nvSpPr>
        <p:spPr>
          <a:xfrm>
            <a:off x="8928588" y="1819766"/>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28" name="Rectangle 27">
            <a:extLst>
              <a:ext uri="{FF2B5EF4-FFF2-40B4-BE49-F238E27FC236}">
                <a16:creationId xmlns:a16="http://schemas.microsoft.com/office/drawing/2014/main" id="{634A7702-872B-4547-A83A-B006B044A485}"/>
              </a:ext>
            </a:extLst>
          </p:cNvPr>
          <p:cNvSpPr/>
          <p:nvPr/>
        </p:nvSpPr>
        <p:spPr>
          <a:xfrm>
            <a:off x="8928588" y="2899144"/>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29" name="Rectangle 28">
            <a:extLst>
              <a:ext uri="{FF2B5EF4-FFF2-40B4-BE49-F238E27FC236}">
                <a16:creationId xmlns:a16="http://schemas.microsoft.com/office/drawing/2014/main" id="{845433FC-C03C-44CA-9915-9A7EC7B2CD4C}"/>
              </a:ext>
            </a:extLst>
          </p:cNvPr>
          <p:cNvSpPr/>
          <p:nvPr/>
        </p:nvSpPr>
        <p:spPr>
          <a:xfrm>
            <a:off x="8928588" y="3439261"/>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a:t>
            </a:r>
          </a:p>
        </p:txBody>
      </p:sp>
      <p:sp>
        <p:nvSpPr>
          <p:cNvPr id="30" name="TextBox 29">
            <a:extLst>
              <a:ext uri="{FF2B5EF4-FFF2-40B4-BE49-F238E27FC236}">
                <a16:creationId xmlns:a16="http://schemas.microsoft.com/office/drawing/2014/main" id="{24082D3A-4EC9-4970-8D86-AC5D4E2F3D7C}"/>
              </a:ext>
            </a:extLst>
          </p:cNvPr>
          <p:cNvSpPr txBox="1"/>
          <p:nvPr/>
        </p:nvSpPr>
        <p:spPr>
          <a:xfrm>
            <a:off x="9797561" y="1731725"/>
            <a:ext cx="1159548" cy="369332"/>
          </a:xfrm>
          <a:prstGeom prst="rect">
            <a:avLst/>
          </a:prstGeom>
          <a:noFill/>
        </p:spPr>
        <p:txBody>
          <a:bodyPr wrap="none" rtlCol="0">
            <a:spAutoFit/>
          </a:bodyPr>
          <a:lstStyle/>
          <a:p>
            <a:r>
              <a:rPr lang="en-US" dirty="0"/>
              <a:t>Iteration 1</a:t>
            </a:r>
          </a:p>
        </p:txBody>
      </p:sp>
      <p:sp>
        <p:nvSpPr>
          <p:cNvPr id="31" name="Rectangle 30">
            <a:extLst>
              <a:ext uri="{FF2B5EF4-FFF2-40B4-BE49-F238E27FC236}">
                <a16:creationId xmlns:a16="http://schemas.microsoft.com/office/drawing/2014/main" id="{4BB9C9F4-B27B-418D-B9D9-8CCCC1BA0CF4}"/>
              </a:ext>
            </a:extLst>
          </p:cNvPr>
          <p:cNvSpPr/>
          <p:nvPr/>
        </p:nvSpPr>
        <p:spPr>
          <a:xfrm>
            <a:off x="9856604" y="3453909"/>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32" name="Rectangle 31">
            <a:extLst>
              <a:ext uri="{FF2B5EF4-FFF2-40B4-BE49-F238E27FC236}">
                <a16:creationId xmlns:a16="http://schemas.microsoft.com/office/drawing/2014/main" id="{12875F8A-3A31-4D98-8B65-05DB3D54FC11}"/>
              </a:ext>
            </a:extLst>
          </p:cNvPr>
          <p:cNvSpPr/>
          <p:nvPr/>
        </p:nvSpPr>
        <p:spPr>
          <a:xfrm>
            <a:off x="9845921" y="2905619"/>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33" name="Rectangle 32">
            <a:extLst>
              <a:ext uri="{FF2B5EF4-FFF2-40B4-BE49-F238E27FC236}">
                <a16:creationId xmlns:a16="http://schemas.microsoft.com/office/drawing/2014/main" id="{B4E654FE-750C-413E-B21F-0621AFD0C9B7}"/>
              </a:ext>
            </a:extLst>
          </p:cNvPr>
          <p:cNvSpPr/>
          <p:nvPr/>
        </p:nvSpPr>
        <p:spPr>
          <a:xfrm>
            <a:off x="9856604" y="4002199"/>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34" name="Rectangle 33">
            <a:extLst>
              <a:ext uri="{FF2B5EF4-FFF2-40B4-BE49-F238E27FC236}">
                <a16:creationId xmlns:a16="http://schemas.microsoft.com/office/drawing/2014/main" id="{105ABE21-5EA0-48E7-853C-61A45AA95DF6}"/>
              </a:ext>
            </a:extLst>
          </p:cNvPr>
          <p:cNvSpPr/>
          <p:nvPr/>
        </p:nvSpPr>
        <p:spPr>
          <a:xfrm>
            <a:off x="9856604" y="4571758"/>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a:t>
            </a:r>
          </a:p>
        </p:txBody>
      </p:sp>
      <p:sp>
        <p:nvSpPr>
          <p:cNvPr id="36" name="TextBox 35">
            <a:extLst>
              <a:ext uri="{FF2B5EF4-FFF2-40B4-BE49-F238E27FC236}">
                <a16:creationId xmlns:a16="http://schemas.microsoft.com/office/drawing/2014/main" id="{5A7E394D-8E92-4852-841F-045932C8A8D0}"/>
              </a:ext>
            </a:extLst>
          </p:cNvPr>
          <p:cNvSpPr txBox="1"/>
          <p:nvPr/>
        </p:nvSpPr>
        <p:spPr>
          <a:xfrm>
            <a:off x="10741268" y="4063717"/>
            <a:ext cx="1159548" cy="369332"/>
          </a:xfrm>
          <a:prstGeom prst="rect">
            <a:avLst/>
          </a:prstGeom>
          <a:noFill/>
        </p:spPr>
        <p:txBody>
          <a:bodyPr wrap="none" rtlCol="0">
            <a:spAutoFit/>
          </a:bodyPr>
          <a:lstStyle/>
          <a:p>
            <a:r>
              <a:rPr lang="en-US" dirty="0"/>
              <a:t>Iteration 2</a:t>
            </a:r>
          </a:p>
        </p:txBody>
      </p:sp>
      <p:sp>
        <p:nvSpPr>
          <p:cNvPr id="37" name="TextBox 36">
            <a:extLst>
              <a:ext uri="{FF2B5EF4-FFF2-40B4-BE49-F238E27FC236}">
                <a16:creationId xmlns:a16="http://schemas.microsoft.com/office/drawing/2014/main" id="{4A742715-D3DD-461D-844A-187D68397718}"/>
              </a:ext>
            </a:extLst>
          </p:cNvPr>
          <p:cNvSpPr txBox="1"/>
          <p:nvPr/>
        </p:nvSpPr>
        <p:spPr>
          <a:xfrm>
            <a:off x="8928588" y="5404951"/>
            <a:ext cx="2561796" cy="1200329"/>
          </a:xfrm>
          <a:prstGeom prst="rect">
            <a:avLst/>
          </a:prstGeom>
          <a:noFill/>
        </p:spPr>
        <p:txBody>
          <a:bodyPr wrap="square" rtlCol="0">
            <a:spAutoFit/>
          </a:bodyPr>
          <a:lstStyle/>
          <a:p>
            <a:r>
              <a:rPr lang="en-US" sz="2400" dirty="0"/>
              <a:t>This is, essentially, the CPU unrolling the loop for us</a:t>
            </a:r>
          </a:p>
        </p:txBody>
      </p:sp>
    </p:spTree>
    <p:extLst>
      <p:ext uri="{BB962C8B-B14F-4D97-AF65-F5344CB8AC3E}">
        <p14:creationId xmlns:p14="http://schemas.microsoft.com/office/powerpoint/2010/main" val="40169857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BA6F7-70E8-458D-B512-1A28BD2F4AA8}"/>
              </a:ext>
            </a:extLst>
          </p:cNvPr>
          <p:cNvSpPr>
            <a:spLocks noGrp="1"/>
          </p:cNvSpPr>
          <p:nvPr>
            <p:ph type="title"/>
          </p:nvPr>
        </p:nvSpPr>
        <p:spPr/>
        <p:txBody>
          <a:bodyPr/>
          <a:lstStyle/>
          <a:p>
            <a:r>
              <a:rPr lang="en-US" dirty="0"/>
              <a:t>Or a vector processor (SIMD)</a:t>
            </a:r>
          </a:p>
        </p:txBody>
      </p:sp>
      <p:sp>
        <p:nvSpPr>
          <p:cNvPr id="3" name="Content Placeholder 2">
            <a:extLst>
              <a:ext uri="{FF2B5EF4-FFF2-40B4-BE49-F238E27FC236}">
                <a16:creationId xmlns:a16="http://schemas.microsoft.com/office/drawing/2014/main" id="{29939F39-044E-4B2F-8A99-0BE524862A5A}"/>
              </a:ext>
            </a:extLst>
          </p:cNvPr>
          <p:cNvSpPr>
            <a:spLocks noGrp="1"/>
          </p:cNvSpPr>
          <p:nvPr>
            <p:ph idx="1"/>
          </p:nvPr>
        </p:nvSpPr>
        <p:spPr/>
        <p:txBody>
          <a:bodyPr/>
          <a:lstStyle/>
          <a:p>
            <a:pPr marL="0" indent="0">
              <a:buNone/>
            </a:pPr>
            <a:r>
              <a:rPr lang="en-US" dirty="0"/>
              <a:t>LOAD A </a:t>
            </a:r>
            <a:r>
              <a:rPr lang="en-US" dirty="0">
                <a:sym typeface="Wingdings" panose="05000000000000000000" pitchFamily="2" charset="2"/>
              </a:rPr>
              <a:t> V1</a:t>
            </a:r>
          </a:p>
          <a:p>
            <a:pPr marL="0" indent="0">
              <a:buNone/>
            </a:pPr>
            <a:r>
              <a:rPr lang="en-US" dirty="0">
                <a:sym typeface="Wingdings" panose="05000000000000000000" pitchFamily="2" charset="2"/>
              </a:rPr>
              <a:t>LOAD B  V2</a:t>
            </a:r>
          </a:p>
          <a:p>
            <a:pPr marL="0" indent="0">
              <a:buNone/>
            </a:pPr>
            <a:r>
              <a:rPr lang="en-US" dirty="0">
                <a:sym typeface="Wingdings" panose="05000000000000000000" pitchFamily="2" charset="2"/>
              </a:rPr>
              <a:t>ADD V1, V2  V3</a:t>
            </a:r>
          </a:p>
          <a:p>
            <a:pPr marL="0" indent="0">
              <a:buNone/>
            </a:pPr>
            <a:r>
              <a:rPr lang="en-US" dirty="0">
                <a:sym typeface="Wingdings" panose="05000000000000000000" pitchFamily="2" charset="2"/>
              </a:rPr>
              <a:t>STORE V3  C</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Ignoring stride, masks, </a:t>
            </a:r>
            <a:r>
              <a:rPr lang="en-US" dirty="0" err="1">
                <a:sym typeface="Wingdings" panose="05000000000000000000" pitchFamily="2" charset="2"/>
              </a:rPr>
              <a:t>etc</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491832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450D0-D244-4EEE-8E0C-9BBC88A69626}"/>
              </a:ext>
            </a:extLst>
          </p:cNvPr>
          <p:cNvSpPr>
            <a:spLocks noGrp="1"/>
          </p:cNvSpPr>
          <p:nvPr>
            <p:ph type="title"/>
          </p:nvPr>
        </p:nvSpPr>
        <p:spPr>
          <a:xfrm>
            <a:off x="73270" y="-4548"/>
            <a:ext cx="10515600" cy="1325563"/>
          </a:xfrm>
        </p:spPr>
        <p:txBody>
          <a:bodyPr/>
          <a:lstStyle/>
          <a:p>
            <a:r>
              <a:rPr lang="en-US" dirty="0"/>
              <a:t>Or a multi-core CPU/Array Processor</a:t>
            </a:r>
          </a:p>
        </p:txBody>
      </p:sp>
      <p:sp>
        <p:nvSpPr>
          <p:cNvPr id="9" name="Rectangle: Rounded Corners 8">
            <a:extLst>
              <a:ext uri="{FF2B5EF4-FFF2-40B4-BE49-F238E27FC236}">
                <a16:creationId xmlns:a16="http://schemas.microsoft.com/office/drawing/2014/main" id="{C69A9850-3648-45B8-A9E3-C33FABCCFC25}"/>
              </a:ext>
            </a:extLst>
          </p:cNvPr>
          <p:cNvSpPr/>
          <p:nvPr/>
        </p:nvSpPr>
        <p:spPr>
          <a:xfrm>
            <a:off x="9147356" y="1685191"/>
            <a:ext cx="2004646" cy="2444262"/>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3B7EE0-0F2A-45A5-AC0B-2F871A0495C8}"/>
              </a:ext>
            </a:extLst>
          </p:cNvPr>
          <p:cNvSpPr/>
          <p:nvPr/>
        </p:nvSpPr>
        <p:spPr>
          <a:xfrm>
            <a:off x="10217086" y="2136529"/>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11" name="Rectangle 10">
            <a:extLst>
              <a:ext uri="{FF2B5EF4-FFF2-40B4-BE49-F238E27FC236}">
                <a16:creationId xmlns:a16="http://schemas.microsoft.com/office/drawing/2014/main" id="{A09366F8-A659-45CB-99FC-CB352460B271}"/>
              </a:ext>
            </a:extLst>
          </p:cNvPr>
          <p:cNvSpPr/>
          <p:nvPr/>
        </p:nvSpPr>
        <p:spPr>
          <a:xfrm>
            <a:off x="9282171" y="1890345"/>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12" name="Rectangle 11">
            <a:extLst>
              <a:ext uri="{FF2B5EF4-FFF2-40B4-BE49-F238E27FC236}">
                <a16:creationId xmlns:a16="http://schemas.microsoft.com/office/drawing/2014/main" id="{F8E727F4-1A5C-4CA7-B145-0027EEAD4FC4}"/>
              </a:ext>
            </a:extLst>
          </p:cNvPr>
          <p:cNvSpPr/>
          <p:nvPr/>
        </p:nvSpPr>
        <p:spPr>
          <a:xfrm>
            <a:off x="9673429" y="2763714"/>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13" name="Rectangle 12">
            <a:extLst>
              <a:ext uri="{FF2B5EF4-FFF2-40B4-BE49-F238E27FC236}">
                <a16:creationId xmlns:a16="http://schemas.microsoft.com/office/drawing/2014/main" id="{4CF7995E-0915-444E-9A5C-4FC645C7C0BA}"/>
              </a:ext>
            </a:extLst>
          </p:cNvPr>
          <p:cNvSpPr/>
          <p:nvPr/>
        </p:nvSpPr>
        <p:spPr>
          <a:xfrm>
            <a:off x="9825828" y="3434860"/>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a:t>
            </a:r>
          </a:p>
        </p:txBody>
      </p:sp>
      <p:grpSp>
        <p:nvGrpSpPr>
          <p:cNvPr id="16" name="Group 15">
            <a:extLst>
              <a:ext uri="{FF2B5EF4-FFF2-40B4-BE49-F238E27FC236}">
                <a16:creationId xmlns:a16="http://schemas.microsoft.com/office/drawing/2014/main" id="{03D16D62-BD7F-4BE5-9063-3E1E06AABA0A}"/>
              </a:ext>
            </a:extLst>
          </p:cNvPr>
          <p:cNvGrpSpPr/>
          <p:nvPr/>
        </p:nvGrpSpPr>
        <p:grpSpPr>
          <a:xfrm>
            <a:off x="1154726" y="1391873"/>
            <a:ext cx="2004646" cy="2719996"/>
            <a:chOff x="5864469" y="1667366"/>
            <a:chExt cx="2004646" cy="2719996"/>
          </a:xfrm>
        </p:grpSpPr>
        <p:sp>
          <p:nvSpPr>
            <p:cNvPr id="4" name="Rectangle: Rounded Corners 3">
              <a:extLst>
                <a:ext uri="{FF2B5EF4-FFF2-40B4-BE49-F238E27FC236}">
                  <a16:creationId xmlns:a16="http://schemas.microsoft.com/office/drawing/2014/main" id="{C9B5E59D-F425-4AAB-96BF-84EAF7F46D82}"/>
                </a:ext>
              </a:extLst>
            </p:cNvPr>
            <p:cNvSpPr/>
            <p:nvPr/>
          </p:nvSpPr>
          <p:spPr>
            <a:xfrm>
              <a:off x="5864469" y="1943100"/>
              <a:ext cx="2004646" cy="2444262"/>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7D15EBF-CFB3-457B-885F-7F08D939874D}"/>
                </a:ext>
              </a:extLst>
            </p:cNvPr>
            <p:cNvSpPr/>
            <p:nvPr/>
          </p:nvSpPr>
          <p:spPr>
            <a:xfrm>
              <a:off x="6934199" y="2394438"/>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6" name="Rectangle 5">
              <a:extLst>
                <a:ext uri="{FF2B5EF4-FFF2-40B4-BE49-F238E27FC236}">
                  <a16:creationId xmlns:a16="http://schemas.microsoft.com/office/drawing/2014/main" id="{2E2247FA-7D1A-4637-830B-B1DC2A8519EC}"/>
                </a:ext>
              </a:extLst>
            </p:cNvPr>
            <p:cNvSpPr/>
            <p:nvPr/>
          </p:nvSpPr>
          <p:spPr>
            <a:xfrm>
              <a:off x="5999284" y="2148254"/>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7" name="Rectangle 6">
              <a:extLst>
                <a:ext uri="{FF2B5EF4-FFF2-40B4-BE49-F238E27FC236}">
                  <a16:creationId xmlns:a16="http://schemas.microsoft.com/office/drawing/2014/main" id="{7340082C-82DE-4493-A328-4D8C4A800DE2}"/>
                </a:ext>
              </a:extLst>
            </p:cNvPr>
            <p:cNvSpPr/>
            <p:nvPr/>
          </p:nvSpPr>
          <p:spPr>
            <a:xfrm>
              <a:off x="6390542" y="3021623"/>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8" name="Rectangle 7">
              <a:extLst>
                <a:ext uri="{FF2B5EF4-FFF2-40B4-BE49-F238E27FC236}">
                  <a16:creationId xmlns:a16="http://schemas.microsoft.com/office/drawing/2014/main" id="{7531DC14-2315-470C-82B5-3DBD34D12D44}"/>
                </a:ext>
              </a:extLst>
            </p:cNvPr>
            <p:cNvSpPr/>
            <p:nvPr/>
          </p:nvSpPr>
          <p:spPr>
            <a:xfrm>
              <a:off x="6542941" y="3692769"/>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a:t>
              </a:r>
            </a:p>
          </p:txBody>
        </p:sp>
        <p:sp>
          <p:nvSpPr>
            <p:cNvPr id="14" name="TextBox 13">
              <a:extLst>
                <a:ext uri="{FF2B5EF4-FFF2-40B4-BE49-F238E27FC236}">
                  <a16:creationId xmlns:a16="http://schemas.microsoft.com/office/drawing/2014/main" id="{79025D32-E444-4AD4-96D9-B80A646D2025}"/>
                </a:ext>
              </a:extLst>
            </p:cNvPr>
            <p:cNvSpPr txBox="1"/>
            <p:nvPr/>
          </p:nvSpPr>
          <p:spPr>
            <a:xfrm>
              <a:off x="6242538" y="1667366"/>
              <a:ext cx="1159548" cy="369332"/>
            </a:xfrm>
            <a:prstGeom prst="rect">
              <a:avLst/>
            </a:prstGeom>
            <a:noFill/>
          </p:spPr>
          <p:txBody>
            <a:bodyPr wrap="none" rtlCol="0">
              <a:spAutoFit/>
            </a:bodyPr>
            <a:lstStyle/>
            <a:p>
              <a:r>
                <a:rPr lang="en-US" dirty="0"/>
                <a:t>Iteration 1</a:t>
              </a:r>
            </a:p>
          </p:txBody>
        </p:sp>
      </p:grpSp>
      <p:sp>
        <p:nvSpPr>
          <p:cNvPr id="15" name="TextBox 14">
            <a:extLst>
              <a:ext uri="{FF2B5EF4-FFF2-40B4-BE49-F238E27FC236}">
                <a16:creationId xmlns:a16="http://schemas.microsoft.com/office/drawing/2014/main" id="{D0C34B1B-F6F3-4B51-A676-A169AB4EB7CE}"/>
              </a:ext>
            </a:extLst>
          </p:cNvPr>
          <p:cNvSpPr txBox="1"/>
          <p:nvPr/>
        </p:nvSpPr>
        <p:spPr>
          <a:xfrm>
            <a:off x="9578181" y="1391873"/>
            <a:ext cx="1515415" cy="369332"/>
          </a:xfrm>
          <a:prstGeom prst="rect">
            <a:avLst/>
          </a:prstGeom>
          <a:noFill/>
        </p:spPr>
        <p:txBody>
          <a:bodyPr wrap="none" rtlCol="0">
            <a:spAutoFit/>
          </a:bodyPr>
          <a:lstStyle/>
          <a:p>
            <a:r>
              <a:rPr lang="en-US" dirty="0"/>
              <a:t>Iteration 3N/4</a:t>
            </a:r>
          </a:p>
        </p:txBody>
      </p:sp>
      <p:sp>
        <p:nvSpPr>
          <p:cNvPr id="17" name="Rectangle: Rounded Corners 16">
            <a:extLst>
              <a:ext uri="{FF2B5EF4-FFF2-40B4-BE49-F238E27FC236}">
                <a16:creationId xmlns:a16="http://schemas.microsoft.com/office/drawing/2014/main" id="{E4A9FD2F-F119-4F68-B281-8A3FF66C87FB}"/>
              </a:ext>
            </a:extLst>
          </p:cNvPr>
          <p:cNvSpPr/>
          <p:nvPr/>
        </p:nvSpPr>
        <p:spPr>
          <a:xfrm>
            <a:off x="3685444" y="1685191"/>
            <a:ext cx="2004646" cy="2444262"/>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54A1A97-36D1-4BB4-94FF-7654DC0CD8E8}"/>
              </a:ext>
            </a:extLst>
          </p:cNvPr>
          <p:cNvSpPr/>
          <p:nvPr/>
        </p:nvSpPr>
        <p:spPr>
          <a:xfrm>
            <a:off x="4755174" y="2136529"/>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19" name="Rectangle 18">
            <a:extLst>
              <a:ext uri="{FF2B5EF4-FFF2-40B4-BE49-F238E27FC236}">
                <a16:creationId xmlns:a16="http://schemas.microsoft.com/office/drawing/2014/main" id="{436D4C8F-E09D-4767-B29B-578B2EC111CE}"/>
              </a:ext>
            </a:extLst>
          </p:cNvPr>
          <p:cNvSpPr/>
          <p:nvPr/>
        </p:nvSpPr>
        <p:spPr>
          <a:xfrm>
            <a:off x="3820259" y="1890345"/>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20" name="Rectangle 19">
            <a:extLst>
              <a:ext uri="{FF2B5EF4-FFF2-40B4-BE49-F238E27FC236}">
                <a16:creationId xmlns:a16="http://schemas.microsoft.com/office/drawing/2014/main" id="{84A474EB-416D-4321-B6EB-D2D2BD76AB42}"/>
              </a:ext>
            </a:extLst>
          </p:cNvPr>
          <p:cNvSpPr/>
          <p:nvPr/>
        </p:nvSpPr>
        <p:spPr>
          <a:xfrm>
            <a:off x="4211517" y="2763714"/>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21" name="Rectangle 20">
            <a:extLst>
              <a:ext uri="{FF2B5EF4-FFF2-40B4-BE49-F238E27FC236}">
                <a16:creationId xmlns:a16="http://schemas.microsoft.com/office/drawing/2014/main" id="{0953D77C-3534-4F68-B1AC-7BB44E9A70C9}"/>
              </a:ext>
            </a:extLst>
          </p:cNvPr>
          <p:cNvSpPr/>
          <p:nvPr/>
        </p:nvSpPr>
        <p:spPr>
          <a:xfrm>
            <a:off x="4363916" y="3434860"/>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a:t>
            </a:r>
          </a:p>
        </p:txBody>
      </p:sp>
      <p:sp>
        <p:nvSpPr>
          <p:cNvPr id="22" name="TextBox 21">
            <a:extLst>
              <a:ext uri="{FF2B5EF4-FFF2-40B4-BE49-F238E27FC236}">
                <a16:creationId xmlns:a16="http://schemas.microsoft.com/office/drawing/2014/main" id="{E5639D4A-A116-4CC0-A339-59FBCDAAA2A1}"/>
              </a:ext>
            </a:extLst>
          </p:cNvPr>
          <p:cNvSpPr txBox="1"/>
          <p:nvPr/>
        </p:nvSpPr>
        <p:spPr>
          <a:xfrm>
            <a:off x="4116269" y="1391873"/>
            <a:ext cx="1398396" cy="369332"/>
          </a:xfrm>
          <a:prstGeom prst="rect">
            <a:avLst/>
          </a:prstGeom>
          <a:noFill/>
        </p:spPr>
        <p:txBody>
          <a:bodyPr wrap="none" rtlCol="0">
            <a:spAutoFit/>
          </a:bodyPr>
          <a:lstStyle/>
          <a:p>
            <a:r>
              <a:rPr lang="en-US" dirty="0"/>
              <a:t>Iteration N/4</a:t>
            </a:r>
          </a:p>
        </p:txBody>
      </p:sp>
      <p:sp>
        <p:nvSpPr>
          <p:cNvPr id="29" name="Rectangle: Rounded Corners 28">
            <a:extLst>
              <a:ext uri="{FF2B5EF4-FFF2-40B4-BE49-F238E27FC236}">
                <a16:creationId xmlns:a16="http://schemas.microsoft.com/office/drawing/2014/main" id="{0758D316-D4B0-48C9-9F1D-0ABFD73A4DCE}"/>
              </a:ext>
            </a:extLst>
          </p:cNvPr>
          <p:cNvSpPr/>
          <p:nvPr/>
        </p:nvSpPr>
        <p:spPr>
          <a:xfrm>
            <a:off x="6288700" y="1685191"/>
            <a:ext cx="2004646" cy="2444262"/>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D9E8174-E97C-4EAF-842F-AED8B250A28D}"/>
              </a:ext>
            </a:extLst>
          </p:cNvPr>
          <p:cNvSpPr/>
          <p:nvPr/>
        </p:nvSpPr>
        <p:spPr>
          <a:xfrm>
            <a:off x="7358430" y="2136529"/>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31" name="Rectangle 30">
            <a:extLst>
              <a:ext uri="{FF2B5EF4-FFF2-40B4-BE49-F238E27FC236}">
                <a16:creationId xmlns:a16="http://schemas.microsoft.com/office/drawing/2014/main" id="{3B01A065-9908-4E28-999D-C3F98F6A6D93}"/>
              </a:ext>
            </a:extLst>
          </p:cNvPr>
          <p:cNvSpPr/>
          <p:nvPr/>
        </p:nvSpPr>
        <p:spPr>
          <a:xfrm>
            <a:off x="6423515" y="1890345"/>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32" name="Rectangle 31">
            <a:extLst>
              <a:ext uri="{FF2B5EF4-FFF2-40B4-BE49-F238E27FC236}">
                <a16:creationId xmlns:a16="http://schemas.microsoft.com/office/drawing/2014/main" id="{A6780BF0-718C-4248-99E8-1EBADA43B4C8}"/>
              </a:ext>
            </a:extLst>
          </p:cNvPr>
          <p:cNvSpPr/>
          <p:nvPr/>
        </p:nvSpPr>
        <p:spPr>
          <a:xfrm>
            <a:off x="6814773" y="2763714"/>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p>
        </p:txBody>
      </p:sp>
      <p:sp>
        <p:nvSpPr>
          <p:cNvPr id="33" name="Rectangle 32">
            <a:extLst>
              <a:ext uri="{FF2B5EF4-FFF2-40B4-BE49-F238E27FC236}">
                <a16:creationId xmlns:a16="http://schemas.microsoft.com/office/drawing/2014/main" id="{AE98E322-611F-46C9-8CFE-37FFBA05DB81}"/>
              </a:ext>
            </a:extLst>
          </p:cNvPr>
          <p:cNvSpPr/>
          <p:nvPr/>
        </p:nvSpPr>
        <p:spPr>
          <a:xfrm>
            <a:off x="6967172" y="3434860"/>
            <a:ext cx="782516" cy="492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Store</a:t>
            </a:r>
          </a:p>
        </p:txBody>
      </p:sp>
      <p:sp>
        <p:nvSpPr>
          <p:cNvPr id="34" name="TextBox 33">
            <a:extLst>
              <a:ext uri="{FF2B5EF4-FFF2-40B4-BE49-F238E27FC236}">
                <a16:creationId xmlns:a16="http://schemas.microsoft.com/office/drawing/2014/main" id="{1689443C-4BE1-43B6-857F-4F5ED3B9F90C}"/>
              </a:ext>
            </a:extLst>
          </p:cNvPr>
          <p:cNvSpPr txBox="1"/>
          <p:nvPr/>
        </p:nvSpPr>
        <p:spPr>
          <a:xfrm>
            <a:off x="6719525" y="1391873"/>
            <a:ext cx="1515415" cy="369332"/>
          </a:xfrm>
          <a:prstGeom prst="rect">
            <a:avLst/>
          </a:prstGeom>
          <a:noFill/>
        </p:spPr>
        <p:txBody>
          <a:bodyPr wrap="none" rtlCol="0">
            <a:spAutoFit/>
          </a:bodyPr>
          <a:lstStyle/>
          <a:p>
            <a:r>
              <a:rPr lang="en-US" dirty="0"/>
              <a:t>Iteration 2N/4</a:t>
            </a:r>
          </a:p>
        </p:txBody>
      </p:sp>
      <p:cxnSp>
        <p:nvCxnSpPr>
          <p:cNvPr id="36" name="Straight Connector 35">
            <a:extLst>
              <a:ext uri="{FF2B5EF4-FFF2-40B4-BE49-F238E27FC236}">
                <a16:creationId xmlns:a16="http://schemas.microsoft.com/office/drawing/2014/main" id="{303E8F93-7168-4E14-ACEB-69DC17F4C510}"/>
              </a:ext>
            </a:extLst>
          </p:cNvPr>
          <p:cNvCxnSpPr/>
          <p:nvPr/>
        </p:nvCxnSpPr>
        <p:spPr>
          <a:xfrm>
            <a:off x="3342234" y="1225738"/>
            <a:ext cx="0" cy="5412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D8E28EF-DBD7-4ABB-97B5-719B2C8052CC}"/>
              </a:ext>
            </a:extLst>
          </p:cNvPr>
          <p:cNvCxnSpPr/>
          <p:nvPr/>
        </p:nvCxnSpPr>
        <p:spPr>
          <a:xfrm>
            <a:off x="5991650" y="1203418"/>
            <a:ext cx="0" cy="5412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BEA50DE-888F-47DA-833A-2A723AC748A8}"/>
              </a:ext>
            </a:extLst>
          </p:cNvPr>
          <p:cNvCxnSpPr/>
          <p:nvPr/>
        </p:nvCxnSpPr>
        <p:spPr>
          <a:xfrm>
            <a:off x="8699680" y="1203418"/>
            <a:ext cx="0" cy="541245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60180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B7791-A4BB-413D-936B-91F83F6B2FFC}"/>
              </a:ext>
            </a:extLst>
          </p:cNvPr>
          <p:cNvSpPr>
            <a:spLocks noGrp="1"/>
          </p:cNvSpPr>
          <p:nvPr>
            <p:ph type="title"/>
          </p:nvPr>
        </p:nvSpPr>
        <p:spPr>
          <a:xfrm>
            <a:off x="838200" y="1059"/>
            <a:ext cx="10515600" cy="1325563"/>
          </a:xfrm>
        </p:spPr>
        <p:txBody>
          <a:bodyPr/>
          <a:lstStyle/>
          <a:p>
            <a:r>
              <a:rPr lang="en-US" dirty="0"/>
              <a:t>Loop Unrolling</a:t>
            </a:r>
          </a:p>
        </p:txBody>
      </p:sp>
      <p:sp>
        <p:nvSpPr>
          <p:cNvPr id="3" name="Content Placeholder 2">
            <a:extLst>
              <a:ext uri="{FF2B5EF4-FFF2-40B4-BE49-F238E27FC236}">
                <a16:creationId xmlns:a16="http://schemas.microsoft.com/office/drawing/2014/main" id="{45EE816A-C410-4338-88EB-3F43598B69BF}"/>
              </a:ext>
            </a:extLst>
          </p:cNvPr>
          <p:cNvSpPr>
            <a:spLocks noGrp="1"/>
          </p:cNvSpPr>
          <p:nvPr>
            <p:ph idx="1"/>
          </p:nvPr>
        </p:nvSpPr>
        <p:spPr>
          <a:xfrm>
            <a:off x="838200" y="1041400"/>
            <a:ext cx="5545667" cy="5135563"/>
          </a:xfrm>
        </p:spPr>
        <p:txBody>
          <a:bodyPr>
            <a:normAutofit fontScale="85000" lnSpcReduction="10000"/>
          </a:bodyPr>
          <a:lstStyle/>
          <a:p>
            <a:pPr marL="0" indent="0">
              <a:buNone/>
            </a:pPr>
            <a:endParaRPr lang="en-US" dirty="0"/>
          </a:p>
          <a:p>
            <a:pPr marL="0" indent="0">
              <a:buNone/>
            </a:pPr>
            <a:r>
              <a:rPr lang="en-US" dirty="0">
                <a:latin typeface="Consolas" panose="020B0609020204030204" pitchFamily="49" charset="0"/>
              </a:rPr>
              <a:t>for (int i=0;i&lt;</a:t>
            </a:r>
            <a:r>
              <a:rPr lang="en-US" dirty="0" err="1">
                <a:latin typeface="Consolas" panose="020B0609020204030204" pitchFamily="49" charset="0"/>
              </a:rPr>
              <a:t>N;i</a:t>
            </a:r>
            <a:r>
              <a:rPr lang="en-US" dirty="0">
                <a:latin typeface="Consolas" panose="020B0609020204030204" pitchFamily="49" charset="0"/>
              </a:rPr>
              <a:t>++)</a:t>
            </a:r>
          </a:p>
          <a:p>
            <a:pPr marL="0" indent="0">
              <a:buNone/>
            </a:pPr>
            <a:r>
              <a:rPr lang="en-US" dirty="0">
                <a:latin typeface="Consolas" panose="020B0609020204030204" pitchFamily="49" charset="0"/>
              </a:rPr>
              <a:t>    c[</a:t>
            </a:r>
            <a:r>
              <a:rPr lang="en-US" dirty="0" err="1">
                <a:latin typeface="Consolas" panose="020B0609020204030204" pitchFamily="49" charset="0"/>
              </a:rPr>
              <a:t>i</a:t>
            </a:r>
            <a:r>
              <a:rPr lang="en-US" dirty="0">
                <a:latin typeface="Consolas" panose="020B0609020204030204" pitchFamily="49" charset="0"/>
              </a:rPr>
              <a:t>] = a[</a:t>
            </a:r>
            <a:r>
              <a:rPr lang="en-US" dirty="0" err="1">
                <a:latin typeface="Consolas" panose="020B0609020204030204" pitchFamily="49" charset="0"/>
              </a:rPr>
              <a:t>i</a:t>
            </a:r>
            <a:r>
              <a:rPr lang="en-US" dirty="0">
                <a:latin typeface="Consolas" panose="020B0609020204030204" pitchFamily="49" charset="0"/>
              </a:rPr>
              <a:t>] + b[</a:t>
            </a:r>
            <a:r>
              <a:rPr lang="en-US" dirty="0" err="1">
                <a:latin typeface="Consolas" panose="020B0609020204030204" pitchFamily="49" charset="0"/>
              </a:rPr>
              <a:t>i</a:t>
            </a:r>
            <a:r>
              <a:rPr lang="en-US" dirty="0">
                <a:latin typeface="Consolas" panose="020B0609020204030204" pitchFamily="49" charset="0"/>
              </a:rPr>
              <a:t>];</a:t>
            </a:r>
          </a:p>
          <a:p>
            <a:pPr marL="0" indent="0">
              <a:buNone/>
            </a:pPr>
            <a:endParaRPr lang="en-US" dirty="0">
              <a:latin typeface="Consolas" panose="020B0609020204030204" pitchFamily="49" charset="0"/>
            </a:endParaRPr>
          </a:p>
          <a:p>
            <a:pPr marL="0" indent="0">
              <a:buNone/>
            </a:pPr>
            <a:r>
              <a:rPr lang="en-US" dirty="0"/>
              <a:t>can become:</a:t>
            </a:r>
          </a:p>
          <a:p>
            <a:pPr marL="0" indent="0">
              <a:buNone/>
            </a:pPr>
            <a:endParaRPr lang="en-US" dirty="0"/>
          </a:p>
          <a:p>
            <a:pPr marL="0" indent="0">
              <a:buNone/>
            </a:pPr>
            <a:r>
              <a:rPr lang="en-US" dirty="0">
                <a:latin typeface="Consolas" panose="020B0609020204030204" pitchFamily="49" charset="0"/>
              </a:rPr>
              <a:t>for (int </a:t>
            </a:r>
            <a:r>
              <a:rPr lang="en-US" dirty="0" err="1">
                <a:latin typeface="Consolas" panose="020B0609020204030204" pitchFamily="49" charset="0"/>
              </a:rPr>
              <a:t>i</a:t>
            </a:r>
            <a:r>
              <a:rPr lang="en-US" dirty="0">
                <a:latin typeface="Consolas" panose="020B0609020204030204" pitchFamily="49" charset="0"/>
              </a:rPr>
              <a:t>=0;i&lt;</a:t>
            </a:r>
            <a:r>
              <a:rPr lang="en-US" dirty="0" err="1">
                <a:latin typeface="Consolas" panose="020B0609020204030204" pitchFamily="49" charset="0"/>
              </a:rPr>
              <a:t>N;i</a:t>
            </a:r>
            <a:r>
              <a:rPr lang="en-US" dirty="0">
                <a:latin typeface="Consolas" panose="020B0609020204030204" pitchFamily="49" charset="0"/>
              </a:rPr>
              <a:t>+=4) {</a:t>
            </a:r>
          </a:p>
          <a:p>
            <a:pPr marL="0" indent="0">
              <a:buNone/>
            </a:pPr>
            <a:r>
              <a:rPr lang="en-US" dirty="0">
                <a:latin typeface="Consolas" panose="020B0609020204030204" pitchFamily="49" charset="0"/>
              </a:rPr>
              <a:t>    	c[</a:t>
            </a:r>
            <a:r>
              <a:rPr lang="en-US" dirty="0" err="1">
                <a:latin typeface="Consolas" panose="020B0609020204030204" pitchFamily="49" charset="0"/>
              </a:rPr>
              <a:t>i</a:t>
            </a:r>
            <a:r>
              <a:rPr lang="en-US" dirty="0">
                <a:latin typeface="Consolas" panose="020B0609020204030204" pitchFamily="49" charset="0"/>
              </a:rPr>
              <a:t>] = a[</a:t>
            </a:r>
            <a:r>
              <a:rPr lang="en-US" dirty="0" err="1">
                <a:latin typeface="Consolas" panose="020B0609020204030204" pitchFamily="49" charset="0"/>
              </a:rPr>
              <a:t>i</a:t>
            </a:r>
            <a:r>
              <a:rPr lang="en-US" dirty="0">
                <a:latin typeface="Consolas" panose="020B0609020204030204" pitchFamily="49" charset="0"/>
              </a:rPr>
              <a:t>] + b[</a:t>
            </a:r>
            <a:r>
              <a:rPr lang="en-US" dirty="0" err="1">
                <a:latin typeface="Consolas" panose="020B0609020204030204" pitchFamily="49" charset="0"/>
              </a:rPr>
              <a:t>i</a:t>
            </a:r>
            <a:r>
              <a:rPr lang="en-US" dirty="0">
                <a:latin typeface="Consolas" panose="020B0609020204030204" pitchFamily="49" charset="0"/>
              </a:rPr>
              <a:t>];</a:t>
            </a:r>
          </a:p>
          <a:p>
            <a:pPr marL="0" indent="0">
              <a:buNone/>
            </a:pPr>
            <a:r>
              <a:rPr lang="en-US" dirty="0">
                <a:latin typeface="Consolas" panose="020B0609020204030204" pitchFamily="49" charset="0"/>
              </a:rPr>
              <a:t> 	c[i+1] = a[i+1] + b[i+1];</a:t>
            </a:r>
          </a:p>
          <a:p>
            <a:pPr marL="0" indent="0">
              <a:buNone/>
            </a:pPr>
            <a:r>
              <a:rPr lang="en-US" dirty="0">
                <a:latin typeface="Consolas" panose="020B0609020204030204" pitchFamily="49" charset="0"/>
              </a:rPr>
              <a:t> 	c[i+2] = a[i+2] + b[i+2];</a:t>
            </a:r>
          </a:p>
          <a:p>
            <a:pPr marL="0" indent="0">
              <a:buNone/>
            </a:pPr>
            <a:r>
              <a:rPr lang="en-US" dirty="0">
                <a:latin typeface="Consolas" panose="020B0609020204030204" pitchFamily="49" charset="0"/>
              </a:rPr>
              <a:t> 	c[i+3] = a[i+3] + b[i+3];</a:t>
            </a:r>
          </a:p>
          <a:p>
            <a:pPr marL="0" indent="0">
              <a:buNone/>
            </a:pPr>
            <a:r>
              <a:rPr lang="en-US" dirty="0">
                <a:latin typeface="Consolas" panose="020B0609020204030204" pitchFamily="49" charset="0"/>
              </a:rPr>
              <a:t>}</a:t>
            </a:r>
          </a:p>
          <a:p>
            <a:pPr marL="0" indent="0">
              <a:buNone/>
            </a:pPr>
            <a:endParaRPr lang="en-US" dirty="0">
              <a:latin typeface="Consolas" panose="020B0609020204030204" pitchFamily="49" charset="0"/>
            </a:endParaRPr>
          </a:p>
        </p:txBody>
      </p:sp>
      <p:sp>
        <p:nvSpPr>
          <p:cNvPr id="4" name="TextBox 3">
            <a:extLst>
              <a:ext uri="{FF2B5EF4-FFF2-40B4-BE49-F238E27FC236}">
                <a16:creationId xmlns:a16="http://schemas.microsoft.com/office/drawing/2014/main" id="{E9882573-D1CE-4E12-8CB6-15DF838B4001}"/>
              </a:ext>
            </a:extLst>
          </p:cNvPr>
          <p:cNvSpPr txBox="1"/>
          <p:nvPr/>
        </p:nvSpPr>
        <p:spPr>
          <a:xfrm>
            <a:off x="6831435" y="797510"/>
            <a:ext cx="5360565" cy="5262979"/>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sz="2800" dirty="0"/>
              <a:t>Why do we (the compiler, really) do this?  Because looping (branches, compares) are overhead – “useful” work is not getting done.</a:t>
            </a:r>
          </a:p>
          <a:p>
            <a:endParaRPr lang="en-US" sz="2800" dirty="0"/>
          </a:p>
          <a:p>
            <a:r>
              <a:rPr lang="en-US" sz="2800" dirty="0"/>
              <a:t>Notice how the unrolled code would be perfect for an array or a vector processor.</a:t>
            </a:r>
          </a:p>
          <a:p>
            <a:endParaRPr lang="en-US" sz="2800" dirty="0"/>
          </a:p>
          <a:p>
            <a:r>
              <a:rPr lang="en-US" sz="2800" dirty="0"/>
              <a:t>Why don’t we unroll the loop completely (i.e. make N copies of the row)?</a:t>
            </a:r>
          </a:p>
        </p:txBody>
      </p:sp>
    </p:spTree>
    <p:extLst>
      <p:ext uri="{BB962C8B-B14F-4D97-AF65-F5344CB8AC3E}">
        <p14:creationId xmlns:p14="http://schemas.microsoft.com/office/powerpoint/2010/main" val="918842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4C94B-553F-4491-9CFB-492FC3E5B7B4}"/>
              </a:ext>
            </a:extLst>
          </p:cNvPr>
          <p:cNvSpPr>
            <a:spLocks noGrp="1"/>
          </p:cNvSpPr>
          <p:nvPr>
            <p:ph type="title"/>
          </p:nvPr>
        </p:nvSpPr>
        <p:spPr/>
        <p:txBody>
          <a:bodyPr/>
          <a:lstStyle/>
          <a:p>
            <a:r>
              <a:rPr lang="en-US" dirty="0"/>
              <a:t>Execution Model</a:t>
            </a:r>
          </a:p>
        </p:txBody>
      </p:sp>
      <p:sp>
        <p:nvSpPr>
          <p:cNvPr id="3" name="Content Placeholder 2">
            <a:extLst>
              <a:ext uri="{FF2B5EF4-FFF2-40B4-BE49-F238E27FC236}">
                <a16:creationId xmlns:a16="http://schemas.microsoft.com/office/drawing/2014/main" id="{156BDBB4-DE5F-4D04-B797-6CDB2C160B4A}"/>
              </a:ext>
            </a:extLst>
          </p:cNvPr>
          <p:cNvSpPr>
            <a:spLocks noGrp="1"/>
          </p:cNvSpPr>
          <p:nvPr>
            <p:ph idx="1"/>
          </p:nvPr>
        </p:nvSpPr>
        <p:spPr/>
        <p:txBody>
          <a:bodyPr>
            <a:normAutofit fontScale="92500"/>
          </a:bodyPr>
          <a:lstStyle/>
          <a:p>
            <a:pPr marL="0" indent="0">
              <a:buNone/>
            </a:pPr>
            <a:r>
              <a:rPr lang="en-US" dirty="0"/>
              <a:t>If we have SPMD (single program, multiple data), where can we execute it?</a:t>
            </a:r>
          </a:p>
          <a:p>
            <a:pPr marL="0" indent="0">
              <a:buNone/>
            </a:pPr>
            <a:endParaRPr lang="en-US" dirty="0"/>
          </a:p>
          <a:p>
            <a:pPr marL="0" indent="0">
              <a:buNone/>
            </a:pPr>
            <a:r>
              <a:rPr lang="en-US" dirty="0"/>
              <a:t>We have the best of all worlds with this case – </a:t>
            </a:r>
          </a:p>
          <a:p>
            <a:pPr marL="0" indent="0">
              <a:buNone/>
            </a:pPr>
            <a:r>
              <a:rPr lang="en-US" dirty="0"/>
              <a:t>We can run it in a loop on an SISD (single core </a:t>
            </a:r>
            <a:r>
              <a:rPr lang="en-US" dirty="0" err="1"/>
              <a:t>cpu</a:t>
            </a:r>
            <a:r>
              <a:rPr lang="en-US" dirty="0"/>
              <a:t>/vector processor)</a:t>
            </a:r>
          </a:p>
          <a:p>
            <a:pPr marL="0" indent="0">
              <a:buNone/>
            </a:pPr>
            <a:r>
              <a:rPr lang="en-US" dirty="0"/>
              <a:t>We can run it on MIMD (multi-core)</a:t>
            </a:r>
          </a:p>
          <a:p>
            <a:pPr marL="0" indent="0">
              <a:buNone/>
            </a:pPr>
            <a:r>
              <a:rPr lang="en-US" dirty="0"/>
              <a:t>We can run it in an array processor (SIMD)  </a:t>
            </a:r>
          </a:p>
          <a:p>
            <a:pPr marL="0" indent="0">
              <a:buNone/>
            </a:pPr>
            <a:endParaRPr lang="en-US" dirty="0"/>
          </a:p>
          <a:p>
            <a:pPr marL="0" indent="0">
              <a:buNone/>
            </a:pPr>
            <a:r>
              <a:rPr lang="en-US" dirty="0"/>
              <a:t>Because it is the same code and we are applying it to many pieces of data, we can run it anywhere. So long as the compiler can unroll the loop for us.</a:t>
            </a:r>
          </a:p>
        </p:txBody>
      </p:sp>
      <p:sp>
        <p:nvSpPr>
          <p:cNvPr id="4" name="TextBox 3">
            <a:extLst>
              <a:ext uri="{FF2B5EF4-FFF2-40B4-BE49-F238E27FC236}">
                <a16:creationId xmlns:a16="http://schemas.microsoft.com/office/drawing/2014/main" id="{1FAB203F-F49D-4AC2-ACFB-2EEE19529401}"/>
              </a:ext>
            </a:extLst>
          </p:cNvPr>
          <p:cNvSpPr txBox="1"/>
          <p:nvPr/>
        </p:nvSpPr>
        <p:spPr>
          <a:xfrm>
            <a:off x="7156113" y="265538"/>
            <a:ext cx="4878002" cy="830997"/>
          </a:xfrm>
          <a:prstGeom prst="rect">
            <a:avLst/>
          </a:prstGeom>
          <a:solidFill>
            <a:schemeClr val="bg1"/>
          </a:solidFill>
        </p:spPr>
        <p:txBody>
          <a:bodyPr wrap="none" rtlCol="0">
            <a:spAutoFit/>
          </a:bodyPr>
          <a:lstStyle/>
          <a:p>
            <a:r>
              <a:rPr lang="en-US" sz="2400" dirty="0"/>
              <a:t>This model has another name:</a:t>
            </a:r>
          </a:p>
          <a:p>
            <a:r>
              <a:rPr lang="en-US" sz="2400" dirty="0"/>
              <a:t>SPMD: Single Program, Multiple Data </a:t>
            </a:r>
          </a:p>
        </p:txBody>
      </p:sp>
    </p:spTree>
    <p:extLst>
      <p:ext uri="{BB962C8B-B14F-4D97-AF65-F5344CB8AC3E}">
        <p14:creationId xmlns:p14="http://schemas.microsoft.com/office/powerpoint/2010/main" val="2928171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D5060A-4E00-4B13-ACB6-FDB83B7AD80E}"/>
              </a:ext>
            </a:extLst>
          </p:cNvPr>
          <p:cNvSpPr>
            <a:spLocks noGrp="1"/>
          </p:cNvSpPr>
          <p:nvPr>
            <p:ph type="ctrTitle"/>
          </p:nvPr>
        </p:nvSpPr>
        <p:spPr>
          <a:xfrm>
            <a:off x="1241571" y="1122363"/>
            <a:ext cx="9764785" cy="2387600"/>
          </a:xfrm>
        </p:spPr>
        <p:txBody>
          <a:bodyPr/>
          <a:lstStyle/>
          <a:p>
            <a:r>
              <a:rPr lang="en-US" dirty="0"/>
              <a:t>Hybrids – SIMD in modern ISAs</a:t>
            </a:r>
          </a:p>
        </p:txBody>
      </p:sp>
      <p:sp>
        <p:nvSpPr>
          <p:cNvPr id="5" name="Subtitle 4">
            <a:extLst>
              <a:ext uri="{FF2B5EF4-FFF2-40B4-BE49-F238E27FC236}">
                <a16:creationId xmlns:a16="http://schemas.microsoft.com/office/drawing/2014/main" id="{B25E1CF8-47FA-4C90-8525-EE7AA89308D6}"/>
              </a:ext>
            </a:extLst>
          </p:cNvPr>
          <p:cNvSpPr>
            <a:spLocks noGrp="1"/>
          </p:cNvSpPr>
          <p:nvPr>
            <p:ph type="subTitle" idx="1"/>
          </p:nvPr>
        </p:nvSpPr>
        <p:spPr/>
        <p:txBody>
          <a:bodyPr/>
          <a:lstStyle/>
          <a:p>
            <a:r>
              <a:rPr lang="en-US" dirty="0"/>
              <a:t>Or “why have I never heard of Array or Vector Processors?”</a:t>
            </a:r>
          </a:p>
        </p:txBody>
      </p:sp>
    </p:spTree>
    <p:extLst>
      <p:ext uri="{BB962C8B-B14F-4D97-AF65-F5344CB8AC3E}">
        <p14:creationId xmlns:p14="http://schemas.microsoft.com/office/powerpoint/2010/main" val="8754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2190F-1422-4467-B548-CFBB465D1699}"/>
              </a:ext>
            </a:extLst>
          </p:cNvPr>
          <p:cNvSpPr>
            <a:spLocks noGrp="1"/>
          </p:cNvSpPr>
          <p:nvPr>
            <p:ph type="title"/>
          </p:nvPr>
        </p:nvSpPr>
        <p:spPr/>
        <p:txBody>
          <a:bodyPr/>
          <a:lstStyle/>
          <a:p>
            <a:r>
              <a:rPr lang="en-US" dirty="0"/>
              <a:t>CPU Extensions</a:t>
            </a:r>
          </a:p>
        </p:txBody>
      </p:sp>
      <p:sp>
        <p:nvSpPr>
          <p:cNvPr id="3" name="Content Placeholder 2">
            <a:extLst>
              <a:ext uri="{FF2B5EF4-FFF2-40B4-BE49-F238E27FC236}">
                <a16:creationId xmlns:a16="http://schemas.microsoft.com/office/drawing/2014/main" id="{22E12FE8-133B-4B57-8F70-8B00B12F4998}"/>
              </a:ext>
            </a:extLst>
          </p:cNvPr>
          <p:cNvSpPr>
            <a:spLocks noGrp="1"/>
          </p:cNvSpPr>
          <p:nvPr>
            <p:ph idx="1"/>
          </p:nvPr>
        </p:nvSpPr>
        <p:spPr/>
        <p:txBody>
          <a:bodyPr/>
          <a:lstStyle/>
          <a:p>
            <a:pPr marL="0" indent="0">
              <a:buNone/>
            </a:pPr>
            <a:r>
              <a:rPr lang="en-US" dirty="0"/>
              <a:t>So far, we have discussed Vector/Array processors as independent entities. In reality, they aren’t made that way anymore. </a:t>
            </a:r>
          </a:p>
          <a:p>
            <a:pPr marL="0" indent="0">
              <a:buNone/>
            </a:pPr>
            <a:endParaRPr lang="en-US" dirty="0"/>
          </a:p>
          <a:p>
            <a:pPr marL="0" indent="0">
              <a:buNone/>
            </a:pPr>
            <a:r>
              <a:rPr lang="en-US" dirty="0"/>
              <a:t>Today, we add these capabilities to more general CPUs like those in your laptop/desktop.</a:t>
            </a:r>
          </a:p>
          <a:p>
            <a:pPr marL="0" indent="0">
              <a:buNone/>
            </a:pPr>
            <a:endParaRPr lang="en-US" dirty="0"/>
          </a:p>
          <a:p>
            <a:pPr marL="0" indent="0">
              <a:buNone/>
            </a:pPr>
            <a:r>
              <a:rPr lang="en-US" dirty="0"/>
              <a:t>This all started with “multimedia” – graphics and sound on PCs.</a:t>
            </a:r>
          </a:p>
        </p:txBody>
      </p:sp>
    </p:spTree>
    <p:extLst>
      <p:ext uri="{BB962C8B-B14F-4D97-AF65-F5344CB8AC3E}">
        <p14:creationId xmlns:p14="http://schemas.microsoft.com/office/powerpoint/2010/main" val="2445540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36828-715C-4DBF-8CB5-EF4EEEB4DF71}"/>
              </a:ext>
            </a:extLst>
          </p:cNvPr>
          <p:cNvSpPr>
            <a:spLocks noGrp="1"/>
          </p:cNvSpPr>
          <p:nvPr>
            <p:ph type="title"/>
          </p:nvPr>
        </p:nvSpPr>
        <p:spPr/>
        <p:txBody>
          <a:bodyPr/>
          <a:lstStyle/>
          <a:p>
            <a:r>
              <a:rPr lang="en-US" dirty="0"/>
              <a:t>Multimedia</a:t>
            </a:r>
          </a:p>
        </p:txBody>
      </p:sp>
      <p:sp>
        <p:nvSpPr>
          <p:cNvPr id="3" name="Content Placeholder 2">
            <a:extLst>
              <a:ext uri="{FF2B5EF4-FFF2-40B4-BE49-F238E27FC236}">
                <a16:creationId xmlns:a16="http://schemas.microsoft.com/office/drawing/2014/main" id="{5F6C2212-0482-4FD3-8CE4-953281C061D1}"/>
              </a:ext>
            </a:extLst>
          </p:cNvPr>
          <p:cNvSpPr>
            <a:spLocks noGrp="1"/>
          </p:cNvSpPr>
          <p:nvPr>
            <p:ph idx="1"/>
          </p:nvPr>
        </p:nvSpPr>
        <p:spPr/>
        <p:txBody>
          <a:bodyPr>
            <a:normAutofit lnSpcReduction="10000"/>
          </a:bodyPr>
          <a:lstStyle/>
          <a:p>
            <a:pPr marL="0" indent="0">
              <a:buNone/>
            </a:pPr>
            <a:r>
              <a:rPr lang="en-US" dirty="0"/>
              <a:t>Multimedia was THE THING in the mid 90’s.</a:t>
            </a:r>
          </a:p>
          <a:p>
            <a:pPr marL="0" indent="0">
              <a:buNone/>
            </a:pPr>
            <a:endParaRPr lang="en-US" dirty="0"/>
          </a:p>
          <a:p>
            <a:pPr marL="0" indent="0">
              <a:buNone/>
            </a:pPr>
            <a:r>
              <a:rPr lang="en-US" dirty="0"/>
              <a:t>Remember, the internet was SLOW. Transferring “big” amounts of data was CDs or sneaker net.</a:t>
            </a:r>
          </a:p>
          <a:p>
            <a:pPr marL="0" indent="0">
              <a:buNone/>
            </a:pPr>
            <a:endParaRPr lang="en-US" dirty="0"/>
          </a:p>
          <a:p>
            <a:pPr marL="0" indent="0">
              <a:buNone/>
            </a:pPr>
            <a:r>
              <a:rPr lang="en-US" dirty="0"/>
              <a:t>CPUs were just becoming superscalar and pipelining was new (on the desktop).</a:t>
            </a:r>
          </a:p>
          <a:p>
            <a:pPr marL="0" indent="0">
              <a:buNone/>
            </a:pPr>
            <a:endParaRPr lang="en-US" dirty="0"/>
          </a:p>
          <a:p>
            <a:pPr marL="0" indent="0">
              <a:buNone/>
            </a:pPr>
            <a:r>
              <a:rPr lang="en-US" dirty="0"/>
              <a:t>DOOM (the first one!) was new and “everyone” wanted videos and games on their PCs. The 100mhz chips of the day couldn’t keep up.</a:t>
            </a:r>
          </a:p>
        </p:txBody>
      </p:sp>
    </p:spTree>
    <p:extLst>
      <p:ext uri="{BB962C8B-B14F-4D97-AF65-F5344CB8AC3E}">
        <p14:creationId xmlns:p14="http://schemas.microsoft.com/office/powerpoint/2010/main" val="1914295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B4528-E4AE-417A-A1E2-4709068C5097}"/>
              </a:ext>
            </a:extLst>
          </p:cNvPr>
          <p:cNvSpPr>
            <a:spLocks noGrp="1"/>
          </p:cNvSpPr>
          <p:nvPr>
            <p:ph type="title"/>
          </p:nvPr>
        </p:nvSpPr>
        <p:spPr/>
        <p:txBody>
          <a:bodyPr/>
          <a:lstStyle/>
          <a:p>
            <a:r>
              <a:rPr lang="en-US" dirty="0"/>
              <a:t>MMX and 3DNow</a:t>
            </a:r>
          </a:p>
        </p:txBody>
      </p:sp>
      <p:sp>
        <p:nvSpPr>
          <p:cNvPr id="3" name="Content Placeholder 2">
            <a:extLst>
              <a:ext uri="{FF2B5EF4-FFF2-40B4-BE49-F238E27FC236}">
                <a16:creationId xmlns:a16="http://schemas.microsoft.com/office/drawing/2014/main" id="{FC48305D-0690-45F8-B490-99959FD06A97}"/>
              </a:ext>
            </a:extLst>
          </p:cNvPr>
          <p:cNvSpPr>
            <a:spLocks noGrp="1"/>
          </p:cNvSpPr>
          <p:nvPr>
            <p:ph idx="1"/>
          </p:nvPr>
        </p:nvSpPr>
        <p:spPr/>
        <p:txBody>
          <a:bodyPr/>
          <a:lstStyle/>
          <a:p>
            <a:pPr marL="0" indent="0">
              <a:buNone/>
            </a:pPr>
            <a:r>
              <a:rPr lang="en-US" dirty="0"/>
              <a:t>Intel (MMX, 1997) and AMD (3DNow, 1998) reacted to this by adding new CPU instructions.</a:t>
            </a:r>
          </a:p>
          <a:p>
            <a:pPr marL="0" indent="0">
              <a:buNone/>
            </a:pPr>
            <a:endParaRPr lang="en-US" dirty="0"/>
          </a:p>
          <a:p>
            <a:pPr marL="0" indent="0">
              <a:buNone/>
            </a:pPr>
            <a:r>
              <a:rPr lang="en-US" dirty="0"/>
              <a:t>The instructions on PCs up until then been SISD – a single instruction working on a single data item.</a:t>
            </a:r>
          </a:p>
          <a:p>
            <a:pPr marL="0" indent="0">
              <a:buNone/>
            </a:pPr>
            <a:endParaRPr lang="en-US" dirty="0"/>
          </a:p>
          <a:p>
            <a:pPr marL="0" indent="0">
              <a:buNone/>
            </a:pPr>
            <a:r>
              <a:rPr lang="en-US" dirty="0"/>
              <a:t>MMX(Intel) &amp; 3DNow (AMD)– single instruction, multiple data</a:t>
            </a:r>
          </a:p>
          <a:p>
            <a:pPr marL="0" indent="0">
              <a:buNone/>
            </a:pPr>
            <a:r>
              <a:rPr lang="en-US" dirty="0"/>
              <a:t>One instructions, can perform the same operation on a range of data</a:t>
            </a:r>
          </a:p>
        </p:txBody>
      </p:sp>
    </p:spTree>
    <p:extLst>
      <p:ext uri="{BB962C8B-B14F-4D97-AF65-F5344CB8AC3E}">
        <p14:creationId xmlns:p14="http://schemas.microsoft.com/office/powerpoint/2010/main" val="34125218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939CA-4F5B-4097-BDD4-AF499A12035B}"/>
              </a:ext>
            </a:extLst>
          </p:cNvPr>
          <p:cNvSpPr>
            <a:spLocks noGrp="1"/>
          </p:cNvSpPr>
          <p:nvPr>
            <p:ph type="title"/>
          </p:nvPr>
        </p:nvSpPr>
        <p:spPr/>
        <p:txBody>
          <a:bodyPr/>
          <a:lstStyle/>
          <a:p>
            <a:r>
              <a:rPr lang="en-US" dirty="0"/>
              <a:t>How does this work? (Control)</a:t>
            </a:r>
          </a:p>
        </p:txBody>
      </p:sp>
      <p:sp>
        <p:nvSpPr>
          <p:cNvPr id="3" name="Content Placeholder 2">
            <a:extLst>
              <a:ext uri="{FF2B5EF4-FFF2-40B4-BE49-F238E27FC236}">
                <a16:creationId xmlns:a16="http://schemas.microsoft.com/office/drawing/2014/main" id="{F15A0971-40AA-4476-9EA5-74C90EA1B67D}"/>
              </a:ext>
            </a:extLst>
          </p:cNvPr>
          <p:cNvSpPr>
            <a:spLocks noGrp="1"/>
          </p:cNvSpPr>
          <p:nvPr>
            <p:ph idx="1"/>
          </p:nvPr>
        </p:nvSpPr>
        <p:spPr/>
        <p:txBody>
          <a:bodyPr>
            <a:normAutofit/>
          </a:bodyPr>
          <a:lstStyle/>
          <a:p>
            <a:pPr marL="0" indent="0">
              <a:buNone/>
            </a:pPr>
            <a:r>
              <a:rPr lang="en-US" dirty="0"/>
              <a:t>The big idea is to create instructions that work on multiple data items at once (like an Array Processor). </a:t>
            </a:r>
          </a:p>
          <a:p>
            <a:pPr marL="0" indent="0">
              <a:buNone/>
            </a:pPr>
            <a:endParaRPr lang="en-US" dirty="0"/>
          </a:p>
          <a:p>
            <a:pPr marL="0" indent="0">
              <a:buNone/>
            </a:pPr>
            <a:r>
              <a:rPr lang="en-US" dirty="0"/>
              <a:t>Instead of VLEN, we let the “general purpose” (non-MMX) part of the processor run a loop. </a:t>
            </a:r>
          </a:p>
          <a:p>
            <a:pPr marL="0" indent="0">
              <a:buNone/>
            </a:pPr>
            <a:endParaRPr lang="en-US" dirty="0"/>
          </a:p>
          <a:p>
            <a:pPr marL="0" indent="0">
              <a:buNone/>
            </a:pPr>
            <a:r>
              <a:rPr lang="en-US" dirty="0"/>
              <a:t>Instead of VSTR (stride), we assume that we will work on contiguous data. </a:t>
            </a:r>
          </a:p>
          <a:p>
            <a:pPr marL="0" indent="0">
              <a:buNone/>
            </a:pPr>
            <a:endParaRPr lang="en-US" dirty="0"/>
          </a:p>
        </p:txBody>
      </p:sp>
    </p:spTree>
    <p:extLst>
      <p:ext uri="{BB962C8B-B14F-4D97-AF65-F5344CB8AC3E}">
        <p14:creationId xmlns:p14="http://schemas.microsoft.com/office/powerpoint/2010/main" val="179736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939CA-4F5B-4097-BDD4-AF499A12035B}"/>
              </a:ext>
            </a:extLst>
          </p:cNvPr>
          <p:cNvSpPr>
            <a:spLocks noGrp="1"/>
          </p:cNvSpPr>
          <p:nvPr>
            <p:ph type="title"/>
          </p:nvPr>
        </p:nvSpPr>
        <p:spPr/>
        <p:txBody>
          <a:bodyPr/>
          <a:lstStyle/>
          <a:p>
            <a:r>
              <a:rPr lang="en-US" dirty="0"/>
              <a:t>How does this work? (Registers)</a:t>
            </a:r>
          </a:p>
        </p:txBody>
      </p:sp>
      <p:sp>
        <p:nvSpPr>
          <p:cNvPr id="3" name="Content Placeholder 2">
            <a:extLst>
              <a:ext uri="{FF2B5EF4-FFF2-40B4-BE49-F238E27FC236}">
                <a16:creationId xmlns:a16="http://schemas.microsoft.com/office/drawing/2014/main" id="{F15A0971-40AA-4476-9EA5-74C90EA1B67D}"/>
              </a:ext>
            </a:extLst>
          </p:cNvPr>
          <p:cNvSpPr>
            <a:spLocks noGrp="1"/>
          </p:cNvSpPr>
          <p:nvPr>
            <p:ph idx="1"/>
          </p:nvPr>
        </p:nvSpPr>
        <p:spPr/>
        <p:txBody>
          <a:bodyPr>
            <a:normAutofit/>
          </a:bodyPr>
          <a:lstStyle/>
          <a:p>
            <a:pPr marL="0" indent="0">
              <a:buNone/>
            </a:pPr>
            <a:r>
              <a:rPr lang="en-US" dirty="0"/>
              <a:t>MMX introduces 8 new </a:t>
            </a:r>
            <a:r>
              <a:rPr lang="en-US" b="1" dirty="0"/>
              <a:t>64-bit</a:t>
            </a:r>
            <a:r>
              <a:rPr lang="en-US" dirty="0"/>
              <a:t> registers. Transistors were still expensive, so MM0-MM7 are the same SRAM as the floating-point registers; there is a mode for FP math and one for MMX.</a:t>
            </a:r>
          </a:p>
          <a:p>
            <a:pPr marL="0" indent="0">
              <a:buNone/>
            </a:pPr>
            <a:endParaRPr lang="en-US" dirty="0"/>
          </a:p>
          <a:p>
            <a:pPr marL="0" indent="0">
              <a:buNone/>
            </a:pPr>
            <a:r>
              <a:rPr lang="en-US" dirty="0"/>
              <a:t>One operation can work on 8 (byte), 4 (word), 2 (longword) or 1 (quadword) data items at a time.</a:t>
            </a:r>
          </a:p>
          <a:p>
            <a:pPr marL="0" indent="0">
              <a:buNone/>
            </a:pPr>
            <a:endParaRPr lang="en-US" dirty="0"/>
          </a:p>
          <a:p>
            <a:pPr marL="0" indent="0">
              <a:buNone/>
            </a:pPr>
            <a:r>
              <a:rPr lang="en-US" dirty="0"/>
              <a:t>The instruction tells the system what to do (operation) and how big the data items are.</a:t>
            </a:r>
          </a:p>
        </p:txBody>
      </p:sp>
    </p:spTree>
    <p:extLst>
      <p:ext uri="{BB962C8B-B14F-4D97-AF65-F5344CB8AC3E}">
        <p14:creationId xmlns:p14="http://schemas.microsoft.com/office/powerpoint/2010/main" val="17465008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752B5-CAD1-4819-AACD-9A892329F685}"/>
              </a:ext>
            </a:extLst>
          </p:cNvPr>
          <p:cNvSpPr>
            <a:spLocks noGrp="1"/>
          </p:cNvSpPr>
          <p:nvPr>
            <p:ph type="title"/>
          </p:nvPr>
        </p:nvSpPr>
        <p:spPr>
          <a:xfrm>
            <a:off x="261256" y="338999"/>
            <a:ext cx="6174378" cy="1367881"/>
          </a:xfrm>
        </p:spPr>
        <p:txBody>
          <a:bodyPr/>
          <a:lstStyle/>
          <a:p>
            <a:r>
              <a:rPr lang="en-US" dirty="0"/>
              <a:t>How well did this work?</a:t>
            </a:r>
          </a:p>
        </p:txBody>
      </p:sp>
      <p:graphicFrame>
        <p:nvGraphicFramePr>
          <p:cNvPr id="4" name="Content Placeholder 3">
            <a:extLst>
              <a:ext uri="{FF2B5EF4-FFF2-40B4-BE49-F238E27FC236}">
                <a16:creationId xmlns:a16="http://schemas.microsoft.com/office/drawing/2014/main" id="{58745541-6270-4DA5-9D0D-D7EAAB326382}"/>
              </a:ext>
            </a:extLst>
          </p:cNvPr>
          <p:cNvGraphicFramePr>
            <a:graphicFrameLocks noGrp="1"/>
          </p:cNvGraphicFramePr>
          <p:nvPr>
            <p:ph idx="1"/>
          </p:nvPr>
        </p:nvGraphicFramePr>
        <p:xfrm>
          <a:off x="7254240" y="0"/>
          <a:ext cx="4099560" cy="6847488"/>
        </p:xfrm>
        <a:graphic>
          <a:graphicData uri="http://schemas.openxmlformats.org/drawingml/2006/table">
            <a:tbl>
              <a:tblPr>
                <a:tableStyleId>{793D81CF-94F2-401A-BA57-92F5A7B2D0C5}</a:tableStyleId>
              </a:tblPr>
              <a:tblGrid>
                <a:gridCol w="3169920">
                  <a:extLst>
                    <a:ext uri="{9D8B030D-6E8A-4147-A177-3AD203B41FA5}">
                      <a16:colId xmlns:a16="http://schemas.microsoft.com/office/drawing/2014/main" val="1231395840"/>
                    </a:ext>
                  </a:extLst>
                </a:gridCol>
                <a:gridCol w="929640">
                  <a:extLst>
                    <a:ext uri="{9D8B030D-6E8A-4147-A177-3AD203B41FA5}">
                      <a16:colId xmlns:a16="http://schemas.microsoft.com/office/drawing/2014/main" val="2995564930"/>
                    </a:ext>
                  </a:extLst>
                </a:gridCol>
              </a:tblGrid>
              <a:tr h="213984">
                <a:tc>
                  <a:txBody>
                    <a:bodyPr/>
                    <a:lstStyle/>
                    <a:p>
                      <a:pPr algn="l" rtl="0" fontAlgn="ctr"/>
                      <a:r>
                        <a:rPr lang="en-US" sz="1300" b="0" i="0" u="none" strike="noStrike">
                          <a:solidFill>
                            <a:srgbClr val="000000"/>
                          </a:solidFill>
                          <a:effectLst/>
                          <a:latin typeface="Calibri" panose="020F0502020204030204" pitchFamily="34" charset="0"/>
                        </a:rPr>
                        <a:t>Title</a:t>
                      </a:r>
                    </a:p>
                  </a:txBody>
                  <a:tcPr marL="15506" marR="15506" marT="15506" marB="0" anchor="ctr">
                    <a:solidFill>
                      <a:schemeClr val="accent4"/>
                    </a:solidFill>
                  </a:tcPr>
                </a:tc>
                <a:tc>
                  <a:txBody>
                    <a:bodyPr/>
                    <a:lstStyle/>
                    <a:p>
                      <a:pPr algn="l" rtl="0" fontAlgn="ctr"/>
                      <a:r>
                        <a:rPr lang="en-US" sz="1300" b="0" i="0" u="none" strike="noStrike" dirty="0">
                          <a:solidFill>
                            <a:srgbClr val="000000"/>
                          </a:solidFill>
                          <a:effectLst/>
                          <a:latin typeface="Calibri" panose="020F0502020204030204" pitchFamily="34" charset="0"/>
                        </a:rPr>
                        <a:t>Speed-up</a:t>
                      </a:r>
                    </a:p>
                  </a:txBody>
                  <a:tcPr marL="15506" marR="15506" marT="15506" marB="0" anchor="ctr">
                    <a:solidFill>
                      <a:schemeClr val="accent4"/>
                    </a:solidFill>
                  </a:tcPr>
                </a:tc>
                <a:extLst>
                  <a:ext uri="{0D108BD9-81ED-4DB2-BD59-A6C34878D82A}">
                    <a16:rowId xmlns:a16="http://schemas.microsoft.com/office/drawing/2014/main" val="1057057430"/>
                  </a:ext>
                </a:extLst>
              </a:tr>
              <a:tr h="213984">
                <a:tc>
                  <a:txBody>
                    <a:bodyPr/>
                    <a:lstStyle/>
                    <a:p>
                      <a:pPr algn="l" rtl="0" fontAlgn="ctr"/>
                      <a:r>
                        <a:rPr lang="en-US" sz="1300" b="0" i="0" u="none" strike="noStrike" dirty="0">
                          <a:solidFill>
                            <a:srgbClr val="000000"/>
                          </a:solidFill>
                          <a:effectLst/>
                          <a:latin typeface="Calibri" panose="020F0502020204030204" pitchFamily="34" charset="0"/>
                        </a:rPr>
                        <a:t>Audio</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2637759590"/>
                  </a:ext>
                </a:extLst>
              </a:tr>
              <a:tr h="213984">
                <a:tc>
                  <a:txBody>
                    <a:bodyPr/>
                    <a:lstStyle/>
                    <a:p>
                      <a:pPr algn="l" rtl="0" fontAlgn="ctr"/>
                      <a:r>
                        <a:rPr lang="en-US" sz="1300" b="0" i="0" u="none" strike="noStrike">
                          <a:solidFill>
                            <a:srgbClr val="000000"/>
                          </a:solidFill>
                          <a:effectLst/>
                          <a:latin typeface="Calibri" panose="020F0502020204030204" pitchFamily="34" charset="0"/>
                        </a:rPr>
                        <a:t>Audio Echo Effects</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5.9x</a:t>
                      </a:r>
                    </a:p>
                  </a:txBody>
                  <a:tcPr marL="15506" marR="15506" marT="15506" marB="0" anchor="ctr"/>
                </a:tc>
                <a:extLst>
                  <a:ext uri="{0D108BD9-81ED-4DB2-BD59-A6C34878D82A}">
                    <a16:rowId xmlns:a16="http://schemas.microsoft.com/office/drawing/2014/main" val="2985236826"/>
                  </a:ext>
                </a:extLst>
              </a:tr>
              <a:tr h="213984">
                <a:tc>
                  <a:txBody>
                    <a:bodyPr/>
                    <a:lstStyle/>
                    <a:p>
                      <a:pPr algn="l" rtl="0" fontAlgn="ctr"/>
                      <a:r>
                        <a:rPr lang="en-US" sz="1300" b="0" i="0" u="none" strike="noStrike">
                          <a:solidFill>
                            <a:srgbClr val="000000"/>
                          </a:solidFill>
                          <a:effectLst/>
                          <a:latin typeface="Calibri" panose="020F0502020204030204" pitchFamily="34" charset="0"/>
                        </a:rPr>
                        <a:t>G.728 Code Book Search</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2.7x</a:t>
                      </a:r>
                    </a:p>
                  </a:txBody>
                  <a:tcPr marL="15506" marR="15506" marT="15506" marB="0" anchor="ctr"/>
                </a:tc>
                <a:extLst>
                  <a:ext uri="{0D108BD9-81ED-4DB2-BD59-A6C34878D82A}">
                    <a16:rowId xmlns:a16="http://schemas.microsoft.com/office/drawing/2014/main" val="2726693639"/>
                  </a:ext>
                </a:extLst>
              </a:tr>
              <a:tr h="213984">
                <a:tc>
                  <a:txBody>
                    <a:bodyPr/>
                    <a:lstStyle/>
                    <a:p>
                      <a:pPr algn="l" rtl="0" fontAlgn="ctr"/>
                      <a:r>
                        <a:rPr lang="en-US" sz="1300" b="0" i="0" u="none" strike="noStrike">
                          <a:solidFill>
                            <a:srgbClr val="000000"/>
                          </a:solidFill>
                          <a:effectLst/>
                          <a:latin typeface="Calibri" panose="020F0502020204030204" pitchFamily="34" charset="0"/>
                        </a:rPr>
                        <a:t>DSP Kernels</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3506913885"/>
                  </a:ext>
                </a:extLst>
              </a:tr>
              <a:tr h="213984">
                <a:tc>
                  <a:txBody>
                    <a:bodyPr/>
                    <a:lstStyle/>
                    <a:p>
                      <a:pPr algn="l" rtl="0" fontAlgn="ctr"/>
                      <a:r>
                        <a:rPr lang="fr-FR" sz="1300" b="0" i="0" u="none" strike="noStrike">
                          <a:solidFill>
                            <a:srgbClr val="000000"/>
                          </a:solidFill>
                          <a:effectLst/>
                          <a:latin typeface="Calibri" panose="020F0502020204030204" pitchFamily="34" charset="0"/>
                        </a:rPr>
                        <a:t>Efficient Vector/Matrix Multiply Routine</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14.6x</a:t>
                      </a:r>
                    </a:p>
                  </a:txBody>
                  <a:tcPr marL="15506" marR="15506" marT="15506" marB="0" anchor="ctr"/>
                </a:tc>
                <a:extLst>
                  <a:ext uri="{0D108BD9-81ED-4DB2-BD59-A6C34878D82A}">
                    <a16:rowId xmlns:a16="http://schemas.microsoft.com/office/drawing/2014/main" val="322494799"/>
                  </a:ext>
                </a:extLst>
              </a:tr>
              <a:tr h="213984">
                <a:tc>
                  <a:txBody>
                    <a:bodyPr/>
                    <a:lstStyle/>
                    <a:p>
                      <a:pPr algn="l" rtl="0" fontAlgn="ctr"/>
                      <a:r>
                        <a:rPr lang="en-US" sz="1300" b="0" i="0" u="none" strike="noStrike">
                          <a:solidFill>
                            <a:srgbClr val="000000"/>
                          </a:solidFill>
                          <a:effectLst/>
                          <a:latin typeface="Calibri" panose="020F0502020204030204" pitchFamily="34" charset="0"/>
                        </a:rPr>
                        <a:t>Matrix Transpose</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2x</a:t>
                      </a:r>
                    </a:p>
                  </a:txBody>
                  <a:tcPr marL="15506" marR="15506" marT="15506" marB="0" anchor="ctr"/>
                </a:tc>
                <a:extLst>
                  <a:ext uri="{0D108BD9-81ED-4DB2-BD59-A6C34878D82A}">
                    <a16:rowId xmlns:a16="http://schemas.microsoft.com/office/drawing/2014/main" val="578429156"/>
                  </a:ext>
                </a:extLst>
              </a:tr>
              <a:tr h="213984">
                <a:tc>
                  <a:txBody>
                    <a:bodyPr/>
                    <a:lstStyle/>
                    <a:p>
                      <a:pPr algn="l" rtl="0" fontAlgn="ctr"/>
                      <a:r>
                        <a:rPr lang="en-US" sz="1300" b="0" i="0" u="none" strike="noStrike">
                          <a:solidFill>
                            <a:srgbClr val="000000"/>
                          </a:solidFill>
                          <a:effectLst/>
                          <a:latin typeface="Calibri" panose="020F0502020204030204" pitchFamily="34" charset="0"/>
                        </a:rPr>
                        <a:t>Dot Product - 16x16 -&gt; 32</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5x</a:t>
                      </a:r>
                    </a:p>
                  </a:txBody>
                  <a:tcPr marL="15506" marR="15506" marT="15506" marB="0" anchor="ctr"/>
                </a:tc>
                <a:extLst>
                  <a:ext uri="{0D108BD9-81ED-4DB2-BD59-A6C34878D82A}">
                    <a16:rowId xmlns:a16="http://schemas.microsoft.com/office/drawing/2014/main" val="74158758"/>
                  </a:ext>
                </a:extLst>
              </a:tr>
              <a:tr h="213984">
                <a:tc>
                  <a:txBody>
                    <a:bodyPr/>
                    <a:lstStyle/>
                    <a:p>
                      <a:pPr algn="l" rtl="0" fontAlgn="ctr"/>
                      <a:r>
                        <a:rPr lang="en-US" sz="1300" b="0" i="0" u="none" strike="noStrike">
                          <a:solidFill>
                            <a:srgbClr val="000000"/>
                          </a:solidFill>
                          <a:effectLst/>
                          <a:latin typeface="Calibri" panose="020F0502020204030204" pitchFamily="34" charset="0"/>
                        </a:rPr>
                        <a:t>Real FIR - 16 bit</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5x</a:t>
                      </a:r>
                    </a:p>
                  </a:txBody>
                  <a:tcPr marL="15506" marR="15506" marT="15506" marB="0" anchor="ctr"/>
                </a:tc>
                <a:extLst>
                  <a:ext uri="{0D108BD9-81ED-4DB2-BD59-A6C34878D82A}">
                    <a16:rowId xmlns:a16="http://schemas.microsoft.com/office/drawing/2014/main" val="2068576285"/>
                  </a:ext>
                </a:extLst>
              </a:tr>
              <a:tr h="213984">
                <a:tc>
                  <a:txBody>
                    <a:bodyPr/>
                    <a:lstStyle/>
                    <a:p>
                      <a:pPr algn="l" rtl="0" fontAlgn="ctr"/>
                      <a:r>
                        <a:rPr lang="en-US" sz="1300" b="0" i="0" u="none" strike="noStrike">
                          <a:solidFill>
                            <a:srgbClr val="000000"/>
                          </a:solidFill>
                          <a:effectLst/>
                          <a:latin typeface="Calibri" panose="020F0502020204030204" pitchFamily="34" charset="0"/>
                        </a:rPr>
                        <a:t>Vector Arithmetic and Logic Operations</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6x</a:t>
                      </a:r>
                    </a:p>
                  </a:txBody>
                  <a:tcPr marL="15506" marR="15506" marT="15506" marB="0" anchor="ctr"/>
                </a:tc>
                <a:extLst>
                  <a:ext uri="{0D108BD9-81ED-4DB2-BD59-A6C34878D82A}">
                    <a16:rowId xmlns:a16="http://schemas.microsoft.com/office/drawing/2014/main" val="2611134299"/>
                  </a:ext>
                </a:extLst>
              </a:tr>
              <a:tr h="213984">
                <a:tc>
                  <a:txBody>
                    <a:bodyPr/>
                    <a:lstStyle/>
                    <a:p>
                      <a:pPr algn="l" rtl="0" fontAlgn="ctr"/>
                      <a:r>
                        <a:rPr lang="en-US" sz="1300" b="0" i="0" u="none" strike="noStrike">
                          <a:solidFill>
                            <a:srgbClr val="000000"/>
                          </a:solidFill>
                          <a:effectLst/>
                          <a:latin typeface="Calibri" panose="020F0502020204030204" pitchFamily="34" charset="0"/>
                        </a:rPr>
                        <a:t>Graphics (2D)</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3326374804"/>
                  </a:ext>
                </a:extLst>
              </a:tr>
              <a:tr h="213984">
                <a:tc>
                  <a:txBody>
                    <a:bodyPr/>
                    <a:lstStyle/>
                    <a:p>
                      <a:pPr algn="l" rtl="0" fontAlgn="ctr"/>
                      <a:r>
                        <a:rPr lang="en-US" sz="1300" b="0" i="0" u="none" strike="noStrike">
                          <a:solidFill>
                            <a:srgbClr val="000000"/>
                          </a:solidFill>
                          <a:effectLst/>
                          <a:latin typeface="Calibri" panose="020F0502020204030204" pitchFamily="34" charset="0"/>
                        </a:rPr>
                        <a:t>Fractals with MMX Technology</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1.5x</a:t>
                      </a:r>
                    </a:p>
                  </a:txBody>
                  <a:tcPr marL="15506" marR="15506" marT="15506" marB="0" anchor="ctr"/>
                </a:tc>
                <a:extLst>
                  <a:ext uri="{0D108BD9-81ED-4DB2-BD59-A6C34878D82A}">
                    <a16:rowId xmlns:a16="http://schemas.microsoft.com/office/drawing/2014/main" val="1944854962"/>
                  </a:ext>
                </a:extLst>
              </a:tr>
              <a:tr h="213984">
                <a:tc>
                  <a:txBody>
                    <a:bodyPr/>
                    <a:lstStyle/>
                    <a:p>
                      <a:pPr algn="l" rtl="0" fontAlgn="ctr"/>
                      <a:r>
                        <a:rPr lang="en-US" sz="1300" b="0" i="0" u="none" strike="noStrike">
                          <a:solidFill>
                            <a:srgbClr val="000000"/>
                          </a:solidFill>
                          <a:effectLst/>
                          <a:latin typeface="Calibri" panose="020F0502020204030204" pitchFamily="34" charset="0"/>
                        </a:rPr>
                        <a:t>Graphics (3D)</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931301246"/>
                  </a:ext>
                </a:extLst>
              </a:tr>
              <a:tr h="213984">
                <a:tc>
                  <a:txBody>
                    <a:bodyPr/>
                    <a:lstStyle/>
                    <a:p>
                      <a:pPr algn="l" rtl="0" fontAlgn="ctr"/>
                      <a:r>
                        <a:rPr lang="en-US" sz="1300" b="0" i="0" u="none" strike="noStrike">
                          <a:solidFill>
                            <a:srgbClr val="000000"/>
                          </a:solidFill>
                          <a:effectLst/>
                          <a:latin typeface="Calibri" panose="020F0502020204030204" pitchFamily="34" charset="0"/>
                        </a:rPr>
                        <a:t>Advanced Procedural Texturing</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10x</a:t>
                      </a:r>
                    </a:p>
                  </a:txBody>
                  <a:tcPr marL="15506" marR="15506" marT="15506" marB="0" anchor="ctr"/>
                </a:tc>
                <a:extLst>
                  <a:ext uri="{0D108BD9-81ED-4DB2-BD59-A6C34878D82A}">
                    <a16:rowId xmlns:a16="http://schemas.microsoft.com/office/drawing/2014/main" val="3377515314"/>
                  </a:ext>
                </a:extLst>
              </a:tr>
              <a:tr h="213984">
                <a:tc>
                  <a:txBody>
                    <a:bodyPr/>
                    <a:lstStyle/>
                    <a:p>
                      <a:pPr algn="l" rtl="0" fontAlgn="ctr"/>
                      <a:r>
                        <a:rPr lang="en-US" sz="1300" b="0" i="0" u="none" strike="noStrike">
                          <a:solidFill>
                            <a:srgbClr val="000000"/>
                          </a:solidFill>
                          <a:effectLst/>
                          <a:latin typeface="Calibri" panose="020F0502020204030204" pitchFamily="34" charset="0"/>
                        </a:rPr>
                        <a:t>3D Bilinear Texture Mapping</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7x</a:t>
                      </a:r>
                    </a:p>
                  </a:txBody>
                  <a:tcPr marL="15506" marR="15506" marT="15506" marB="0" anchor="ctr"/>
                </a:tc>
                <a:extLst>
                  <a:ext uri="{0D108BD9-81ED-4DB2-BD59-A6C34878D82A}">
                    <a16:rowId xmlns:a16="http://schemas.microsoft.com/office/drawing/2014/main" val="1794725491"/>
                  </a:ext>
                </a:extLst>
              </a:tr>
              <a:tr h="213984">
                <a:tc>
                  <a:txBody>
                    <a:bodyPr/>
                    <a:lstStyle/>
                    <a:p>
                      <a:pPr algn="l" rtl="0" fontAlgn="ctr"/>
                      <a:r>
                        <a:rPr lang="en-US" sz="1300" b="0" i="0" u="none" strike="noStrike">
                          <a:solidFill>
                            <a:srgbClr val="000000"/>
                          </a:solidFill>
                          <a:effectLst/>
                          <a:latin typeface="Calibri" panose="020F0502020204030204" pitchFamily="34" charset="0"/>
                        </a:rPr>
                        <a:t>3D Transform</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3.1x</a:t>
                      </a:r>
                    </a:p>
                  </a:txBody>
                  <a:tcPr marL="15506" marR="15506" marT="15506" marB="0" anchor="ctr"/>
                </a:tc>
                <a:extLst>
                  <a:ext uri="{0D108BD9-81ED-4DB2-BD59-A6C34878D82A}">
                    <a16:rowId xmlns:a16="http://schemas.microsoft.com/office/drawing/2014/main" val="2369299010"/>
                  </a:ext>
                </a:extLst>
              </a:tr>
              <a:tr h="213984">
                <a:tc>
                  <a:txBody>
                    <a:bodyPr/>
                    <a:lstStyle/>
                    <a:p>
                      <a:pPr algn="l" rtl="0" fontAlgn="ctr"/>
                      <a:r>
                        <a:rPr lang="en-US" sz="1300" b="0" i="0" u="none" strike="noStrike">
                          <a:solidFill>
                            <a:srgbClr val="000000"/>
                          </a:solidFill>
                          <a:effectLst/>
                          <a:latin typeface="Calibri" panose="020F0502020204030204" pitchFamily="34" charset="0"/>
                        </a:rPr>
                        <a:t>Image Processing</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3361618907"/>
                  </a:ext>
                </a:extLst>
              </a:tr>
              <a:tr h="213984">
                <a:tc>
                  <a:txBody>
                    <a:bodyPr/>
                    <a:lstStyle/>
                    <a:p>
                      <a:pPr algn="l" rtl="0" fontAlgn="ctr"/>
                      <a:r>
                        <a:rPr lang="en-US" sz="1300" b="0" i="0" u="none" strike="noStrike">
                          <a:solidFill>
                            <a:srgbClr val="000000"/>
                          </a:solidFill>
                          <a:effectLst/>
                          <a:latin typeface="Calibri" panose="020F0502020204030204" pitchFamily="34" charset="0"/>
                        </a:rPr>
                        <a:t>2X 8-bit Image Scaling</a:t>
                      </a:r>
                    </a:p>
                  </a:txBody>
                  <a:tcPr marL="15506" marR="15506" marT="15506" marB="0" anchor="ctr"/>
                </a:tc>
                <a:tc>
                  <a:txBody>
                    <a:bodyPr/>
                    <a:lstStyle/>
                    <a:p>
                      <a:pPr algn="l" rtl="0" fontAlgn="ctr"/>
                      <a:r>
                        <a:rPr lang="en-US" sz="1300" b="0" i="0" u="none" strike="noStrike" dirty="0">
                          <a:solidFill>
                            <a:srgbClr val="000000"/>
                          </a:solidFill>
                          <a:effectLst/>
                          <a:latin typeface="Calibri" panose="020F0502020204030204" pitchFamily="34" charset="0"/>
                        </a:rPr>
                        <a:t>13.5x</a:t>
                      </a:r>
                    </a:p>
                  </a:txBody>
                  <a:tcPr marL="15506" marR="15506" marT="15506" marB="0" anchor="ctr"/>
                </a:tc>
                <a:extLst>
                  <a:ext uri="{0D108BD9-81ED-4DB2-BD59-A6C34878D82A}">
                    <a16:rowId xmlns:a16="http://schemas.microsoft.com/office/drawing/2014/main" val="2492785955"/>
                  </a:ext>
                </a:extLst>
              </a:tr>
              <a:tr h="213984">
                <a:tc>
                  <a:txBody>
                    <a:bodyPr/>
                    <a:lstStyle/>
                    <a:p>
                      <a:pPr algn="l" rtl="0" fontAlgn="ctr"/>
                      <a:r>
                        <a:rPr lang="en-US" sz="1300" b="0" i="0" u="none" strike="noStrike">
                          <a:solidFill>
                            <a:srgbClr val="000000"/>
                          </a:solidFill>
                          <a:effectLst/>
                          <a:latin typeface="Calibri" panose="020F0502020204030204" pitchFamily="34" charset="0"/>
                        </a:rPr>
                        <a:t>Bilinear Interpolation</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3.9x</a:t>
                      </a:r>
                    </a:p>
                  </a:txBody>
                  <a:tcPr marL="15506" marR="15506" marT="15506" marB="0" anchor="ctr"/>
                </a:tc>
                <a:extLst>
                  <a:ext uri="{0D108BD9-81ED-4DB2-BD59-A6C34878D82A}">
                    <a16:rowId xmlns:a16="http://schemas.microsoft.com/office/drawing/2014/main" val="669412664"/>
                  </a:ext>
                </a:extLst>
              </a:tr>
              <a:tr h="213984">
                <a:tc>
                  <a:txBody>
                    <a:bodyPr/>
                    <a:lstStyle/>
                    <a:p>
                      <a:pPr algn="l" rtl="0" fontAlgn="ctr"/>
                      <a:r>
                        <a:rPr lang="en-US" sz="1300" b="0" i="0" u="none" strike="noStrike">
                          <a:solidFill>
                            <a:srgbClr val="000000"/>
                          </a:solidFill>
                          <a:effectLst/>
                          <a:latin typeface="Calibri" panose="020F0502020204030204" pitchFamily="34" charset="0"/>
                        </a:rPr>
                        <a:t>Median Filter</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3.8x</a:t>
                      </a:r>
                    </a:p>
                  </a:txBody>
                  <a:tcPr marL="15506" marR="15506" marT="15506" marB="0" anchor="ctr"/>
                </a:tc>
                <a:extLst>
                  <a:ext uri="{0D108BD9-81ED-4DB2-BD59-A6C34878D82A}">
                    <a16:rowId xmlns:a16="http://schemas.microsoft.com/office/drawing/2014/main" val="236255696"/>
                  </a:ext>
                </a:extLst>
              </a:tr>
              <a:tr h="213984">
                <a:tc>
                  <a:txBody>
                    <a:bodyPr/>
                    <a:lstStyle/>
                    <a:p>
                      <a:pPr algn="l" rtl="0" fontAlgn="ctr"/>
                      <a:r>
                        <a:rPr lang="en-US" sz="1300" b="0" i="0" u="none" strike="noStrike">
                          <a:solidFill>
                            <a:srgbClr val="000000"/>
                          </a:solidFill>
                          <a:effectLst/>
                          <a:latin typeface="Calibri" panose="020F0502020204030204" pitchFamily="34" charset="0"/>
                        </a:rPr>
                        <a:t>Alpha Blending</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8x</a:t>
                      </a:r>
                    </a:p>
                  </a:txBody>
                  <a:tcPr marL="15506" marR="15506" marT="15506" marB="0" anchor="ctr"/>
                </a:tc>
                <a:extLst>
                  <a:ext uri="{0D108BD9-81ED-4DB2-BD59-A6C34878D82A}">
                    <a16:rowId xmlns:a16="http://schemas.microsoft.com/office/drawing/2014/main" val="3361471326"/>
                  </a:ext>
                </a:extLst>
              </a:tr>
              <a:tr h="213984">
                <a:tc>
                  <a:txBody>
                    <a:bodyPr/>
                    <a:lstStyle/>
                    <a:p>
                      <a:pPr algn="l" rtl="0" fontAlgn="ctr"/>
                      <a:r>
                        <a:rPr lang="en-US" sz="1300" b="0" i="0" u="none" strike="noStrike">
                          <a:solidFill>
                            <a:srgbClr val="000000"/>
                          </a:solidFill>
                          <a:effectLst/>
                          <a:latin typeface="Calibri" panose="020F0502020204030204" pitchFamily="34" charset="0"/>
                        </a:rPr>
                        <a:t>RGB -&gt; YUV</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&gt; 10x</a:t>
                      </a:r>
                    </a:p>
                  </a:txBody>
                  <a:tcPr marL="15506" marR="15506" marT="15506" marB="0" anchor="ctr"/>
                </a:tc>
                <a:extLst>
                  <a:ext uri="{0D108BD9-81ED-4DB2-BD59-A6C34878D82A}">
                    <a16:rowId xmlns:a16="http://schemas.microsoft.com/office/drawing/2014/main" val="581577418"/>
                  </a:ext>
                </a:extLst>
              </a:tr>
              <a:tr h="213984">
                <a:tc>
                  <a:txBody>
                    <a:bodyPr/>
                    <a:lstStyle/>
                    <a:p>
                      <a:pPr algn="l" rtl="0" fontAlgn="ctr"/>
                      <a:r>
                        <a:rPr lang="en-US" sz="1300" b="0" i="0" u="none" strike="noStrike">
                          <a:solidFill>
                            <a:srgbClr val="000000"/>
                          </a:solidFill>
                          <a:effectLst/>
                          <a:latin typeface="Calibri" panose="020F0502020204030204" pitchFamily="34" charset="0"/>
                        </a:rPr>
                        <a:t>Speech Recognition</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3312864055"/>
                  </a:ext>
                </a:extLst>
              </a:tr>
              <a:tr h="213984">
                <a:tc>
                  <a:txBody>
                    <a:bodyPr/>
                    <a:lstStyle/>
                    <a:p>
                      <a:pPr algn="l" rtl="0" fontAlgn="ctr"/>
                      <a:r>
                        <a:rPr lang="en-US" sz="1300" b="0" i="0" u="none" strike="noStrike">
                          <a:solidFill>
                            <a:srgbClr val="000000"/>
                          </a:solidFill>
                          <a:effectLst/>
                          <a:latin typeface="Calibri" panose="020F0502020204030204" pitchFamily="34" charset="0"/>
                        </a:rPr>
                        <a:t>Viterbi Decoding</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2x</a:t>
                      </a:r>
                    </a:p>
                  </a:txBody>
                  <a:tcPr marL="15506" marR="15506" marT="15506" marB="0" anchor="ctr"/>
                </a:tc>
                <a:extLst>
                  <a:ext uri="{0D108BD9-81ED-4DB2-BD59-A6C34878D82A}">
                    <a16:rowId xmlns:a16="http://schemas.microsoft.com/office/drawing/2014/main" val="759224673"/>
                  </a:ext>
                </a:extLst>
              </a:tr>
              <a:tr h="213984">
                <a:tc>
                  <a:txBody>
                    <a:bodyPr/>
                    <a:lstStyle/>
                    <a:p>
                      <a:pPr algn="l" rtl="0" fontAlgn="ctr"/>
                      <a:r>
                        <a:rPr lang="en-US" sz="1300" b="0" i="0" u="none" strike="noStrike">
                          <a:solidFill>
                            <a:srgbClr val="000000"/>
                          </a:solidFill>
                          <a:effectLst/>
                          <a:latin typeface="Calibri" panose="020F0502020204030204" pitchFamily="34" charset="0"/>
                        </a:rPr>
                        <a:t>L1 Distance Measure</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3.3x</a:t>
                      </a:r>
                    </a:p>
                  </a:txBody>
                  <a:tcPr marL="15506" marR="15506" marT="15506" marB="0" anchor="ctr"/>
                </a:tc>
                <a:extLst>
                  <a:ext uri="{0D108BD9-81ED-4DB2-BD59-A6C34878D82A}">
                    <a16:rowId xmlns:a16="http://schemas.microsoft.com/office/drawing/2014/main" val="588190323"/>
                  </a:ext>
                </a:extLst>
              </a:tr>
              <a:tr h="213984">
                <a:tc>
                  <a:txBody>
                    <a:bodyPr/>
                    <a:lstStyle/>
                    <a:p>
                      <a:pPr algn="l" rtl="0" fontAlgn="ctr"/>
                      <a:r>
                        <a:rPr lang="en-US" sz="1300" b="0" i="0" u="none" strike="noStrike">
                          <a:solidFill>
                            <a:srgbClr val="000000"/>
                          </a:solidFill>
                          <a:effectLst/>
                          <a:latin typeface="Calibri" panose="020F0502020204030204" pitchFamily="34" charset="0"/>
                        </a:rPr>
                        <a:t>L2 Norm Distance Measure</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7.3x</a:t>
                      </a:r>
                    </a:p>
                  </a:txBody>
                  <a:tcPr marL="15506" marR="15506" marT="15506" marB="0" anchor="ctr"/>
                </a:tc>
                <a:extLst>
                  <a:ext uri="{0D108BD9-81ED-4DB2-BD59-A6C34878D82A}">
                    <a16:rowId xmlns:a16="http://schemas.microsoft.com/office/drawing/2014/main" val="54731213"/>
                  </a:ext>
                </a:extLst>
              </a:tr>
              <a:tr h="213984">
                <a:tc>
                  <a:txBody>
                    <a:bodyPr/>
                    <a:lstStyle/>
                    <a:p>
                      <a:pPr algn="l" rtl="0" fontAlgn="ctr"/>
                      <a:r>
                        <a:rPr lang="en-US" sz="1300" b="0" i="0" u="none" strike="noStrike">
                          <a:solidFill>
                            <a:srgbClr val="000000"/>
                          </a:solidFill>
                          <a:effectLst/>
                          <a:latin typeface="Calibri" panose="020F0502020204030204" pitchFamily="34" charset="0"/>
                        </a:rPr>
                        <a:t>Video</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2352996381"/>
                  </a:ext>
                </a:extLst>
              </a:tr>
              <a:tr h="213984">
                <a:tc>
                  <a:txBody>
                    <a:bodyPr/>
                    <a:lstStyle/>
                    <a:p>
                      <a:pPr algn="l" rtl="0" fontAlgn="ctr"/>
                      <a:r>
                        <a:rPr lang="en-US" sz="1300" b="0" i="0" u="none" strike="noStrike">
                          <a:solidFill>
                            <a:srgbClr val="000000"/>
                          </a:solidFill>
                          <a:effectLst/>
                          <a:latin typeface="Calibri" panose="020F0502020204030204" pitchFamily="34" charset="0"/>
                        </a:rPr>
                        <a:t>IDCT 2D 8x8</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3.5x</a:t>
                      </a:r>
                    </a:p>
                  </a:txBody>
                  <a:tcPr marL="15506" marR="15506" marT="15506" marB="0" anchor="ctr"/>
                </a:tc>
                <a:extLst>
                  <a:ext uri="{0D108BD9-81ED-4DB2-BD59-A6C34878D82A}">
                    <a16:rowId xmlns:a16="http://schemas.microsoft.com/office/drawing/2014/main" val="124362127"/>
                  </a:ext>
                </a:extLst>
              </a:tr>
              <a:tr h="213984">
                <a:tc>
                  <a:txBody>
                    <a:bodyPr/>
                    <a:lstStyle/>
                    <a:p>
                      <a:pPr algn="l" rtl="0" fontAlgn="ctr"/>
                      <a:r>
                        <a:rPr lang="en-US" sz="1300" b="0" i="0" u="none" strike="noStrike">
                          <a:solidFill>
                            <a:srgbClr val="000000"/>
                          </a:solidFill>
                          <a:effectLst/>
                          <a:latin typeface="Calibri" panose="020F0502020204030204" pitchFamily="34" charset="0"/>
                        </a:rPr>
                        <a:t>Absolute Difference</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5x</a:t>
                      </a:r>
                    </a:p>
                  </a:txBody>
                  <a:tcPr marL="15506" marR="15506" marT="15506" marB="0" anchor="ctr"/>
                </a:tc>
                <a:extLst>
                  <a:ext uri="{0D108BD9-81ED-4DB2-BD59-A6C34878D82A}">
                    <a16:rowId xmlns:a16="http://schemas.microsoft.com/office/drawing/2014/main" val="2749772623"/>
                  </a:ext>
                </a:extLst>
              </a:tr>
              <a:tr h="213984">
                <a:tc>
                  <a:txBody>
                    <a:bodyPr/>
                    <a:lstStyle/>
                    <a:p>
                      <a:pPr algn="l" rtl="0" fontAlgn="ctr"/>
                      <a:r>
                        <a:rPr lang="en-US" sz="1300" b="0" i="0" u="none" strike="noStrike">
                          <a:solidFill>
                            <a:srgbClr val="000000"/>
                          </a:solidFill>
                          <a:effectLst/>
                          <a:latin typeface="Calibri" panose="020F0502020204030204" pitchFamily="34" charset="0"/>
                        </a:rPr>
                        <a:t>Haar Transform - 2x2</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2.2x</a:t>
                      </a:r>
                    </a:p>
                  </a:txBody>
                  <a:tcPr marL="15506" marR="15506" marT="15506" marB="0" anchor="ctr"/>
                </a:tc>
                <a:extLst>
                  <a:ext uri="{0D108BD9-81ED-4DB2-BD59-A6C34878D82A}">
                    <a16:rowId xmlns:a16="http://schemas.microsoft.com/office/drawing/2014/main" val="15273378"/>
                  </a:ext>
                </a:extLst>
              </a:tr>
              <a:tr h="213984">
                <a:tc>
                  <a:txBody>
                    <a:bodyPr/>
                    <a:lstStyle/>
                    <a:p>
                      <a:pPr algn="l" rtl="0" fontAlgn="ctr"/>
                      <a:r>
                        <a:rPr lang="en-US" sz="1300" b="0" i="0" u="none" strike="noStrike">
                          <a:solidFill>
                            <a:srgbClr val="000000"/>
                          </a:solidFill>
                          <a:effectLst/>
                          <a:latin typeface="Calibri" panose="020F0502020204030204" pitchFamily="34" charset="0"/>
                        </a:rPr>
                        <a:t>Get Bits</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2.4x</a:t>
                      </a:r>
                    </a:p>
                  </a:txBody>
                  <a:tcPr marL="15506" marR="15506" marT="15506" marB="0" anchor="ctr"/>
                </a:tc>
                <a:extLst>
                  <a:ext uri="{0D108BD9-81ED-4DB2-BD59-A6C34878D82A}">
                    <a16:rowId xmlns:a16="http://schemas.microsoft.com/office/drawing/2014/main" val="4182972529"/>
                  </a:ext>
                </a:extLst>
              </a:tr>
              <a:tr h="213984">
                <a:tc>
                  <a:txBody>
                    <a:bodyPr/>
                    <a:lstStyle/>
                    <a:p>
                      <a:pPr algn="l" rtl="0" fontAlgn="ctr"/>
                      <a:r>
                        <a:rPr lang="en-US" sz="1300" b="0" i="0" u="none" strike="noStrike">
                          <a:solidFill>
                            <a:srgbClr val="000000"/>
                          </a:solidFill>
                          <a:effectLst/>
                          <a:latin typeface="Calibri" panose="020F0502020204030204" pitchFamily="34" charset="0"/>
                        </a:rPr>
                        <a:t>Video Loop Filter</a:t>
                      </a:r>
                    </a:p>
                  </a:txBody>
                  <a:tcPr marL="15506" marR="15506" marT="15506" marB="0" anchor="ctr"/>
                </a:tc>
                <a:tc>
                  <a:txBody>
                    <a:bodyPr/>
                    <a:lstStyle/>
                    <a:p>
                      <a:pPr algn="l" rtl="0" fontAlgn="ctr"/>
                      <a:r>
                        <a:rPr lang="en-US" sz="1300" b="0" i="0" u="none" strike="noStrike" dirty="0">
                          <a:solidFill>
                            <a:srgbClr val="000000"/>
                          </a:solidFill>
                          <a:effectLst/>
                          <a:latin typeface="Calibri" panose="020F0502020204030204" pitchFamily="34" charset="0"/>
                        </a:rPr>
                        <a:t>1.9</a:t>
                      </a:r>
                    </a:p>
                  </a:txBody>
                  <a:tcPr marL="15506" marR="15506" marT="15506" marB="0" anchor="ctr"/>
                </a:tc>
                <a:extLst>
                  <a:ext uri="{0D108BD9-81ED-4DB2-BD59-A6C34878D82A}">
                    <a16:rowId xmlns:a16="http://schemas.microsoft.com/office/drawing/2014/main" val="1761760492"/>
                  </a:ext>
                </a:extLst>
              </a:tr>
            </a:tbl>
          </a:graphicData>
        </a:graphic>
      </p:graphicFrame>
      <p:sp>
        <p:nvSpPr>
          <p:cNvPr id="5" name="TextBox 4">
            <a:extLst>
              <a:ext uri="{FF2B5EF4-FFF2-40B4-BE49-F238E27FC236}">
                <a16:creationId xmlns:a16="http://schemas.microsoft.com/office/drawing/2014/main" id="{BA150D41-783F-47D2-BB90-78B78BB26FFE}"/>
              </a:ext>
            </a:extLst>
          </p:cNvPr>
          <p:cNvSpPr txBox="1"/>
          <p:nvPr/>
        </p:nvSpPr>
        <p:spPr>
          <a:xfrm>
            <a:off x="461554" y="2394857"/>
            <a:ext cx="3239589" cy="646331"/>
          </a:xfrm>
          <a:prstGeom prst="rect">
            <a:avLst/>
          </a:prstGeom>
          <a:noFill/>
        </p:spPr>
        <p:txBody>
          <a:bodyPr wrap="square" rtlCol="0">
            <a:spAutoFit/>
          </a:bodyPr>
          <a:lstStyle/>
          <a:p>
            <a:r>
              <a:rPr lang="en-US" dirty="0"/>
              <a:t>These are Intel’s numbers – your mileage may vary…</a:t>
            </a:r>
          </a:p>
        </p:txBody>
      </p:sp>
    </p:spTree>
    <p:extLst>
      <p:ext uri="{BB962C8B-B14F-4D97-AF65-F5344CB8AC3E}">
        <p14:creationId xmlns:p14="http://schemas.microsoft.com/office/powerpoint/2010/main" val="3459637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BDD3A-FA7B-490F-91D3-CE378ED1E182}"/>
              </a:ext>
            </a:extLst>
          </p:cNvPr>
          <p:cNvSpPr>
            <a:spLocks noGrp="1"/>
          </p:cNvSpPr>
          <p:nvPr>
            <p:ph type="title"/>
          </p:nvPr>
        </p:nvSpPr>
        <p:spPr/>
        <p:txBody>
          <a:bodyPr/>
          <a:lstStyle/>
          <a:p>
            <a:r>
              <a:rPr lang="en-US" dirty="0"/>
              <a:t>SSE (Streaming SIMD </a:t>
            </a:r>
            <a:r>
              <a:rPr lang="en-US" dirty="0" err="1"/>
              <a:t>Extenstions</a:t>
            </a:r>
            <a:r>
              <a:rPr lang="en-US" dirty="0"/>
              <a:t>)</a:t>
            </a:r>
          </a:p>
        </p:txBody>
      </p:sp>
      <p:sp>
        <p:nvSpPr>
          <p:cNvPr id="3" name="Content Placeholder 2">
            <a:extLst>
              <a:ext uri="{FF2B5EF4-FFF2-40B4-BE49-F238E27FC236}">
                <a16:creationId xmlns:a16="http://schemas.microsoft.com/office/drawing/2014/main" id="{840CA9D1-F224-48A6-9688-0E03C8A3C493}"/>
              </a:ext>
            </a:extLst>
          </p:cNvPr>
          <p:cNvSpPr>
            <a:spLocks noGrp="1"/>
          </p:cNvSpPr>
          <p:nvPr>
            <p:ph idx="1"/>
          </p:nvPr>
        </p:nvSpPr>
        <p:spPr>
          <a:xfrm>
            <a:off x="838200" y="1593908"/>
            <a:ext cx="10515600" cy="4898967"/>
          </a:xfrm>
        </p:spPr>
        <p:txBody>
          <a:bodyPr>
            <a:normAutofit/>
          </a:bodyPr>
          <a:lstStyle/>
          <a:p>
            <a:pPr marL="0" indent="0">
              <a:buNone/>
            </a:pPr>
            <a:r>
              <a:rPr lang="en-US" dirty="0"/>
              <a:t>MMX was a good idea. SSE was the next generation (1999).</a:t>
            </a:r>
          </a:p>
          <a:p>
            <a:pPr marL="0" indent="0">
              <a:buNone/>
            </a:pPr>
            <a:r>
              <a:rPr lang="en-US" dirty="0"/>
              <a:t>MM0 – MM7 were extended to 128 bit XMM0 – XMM7</a:t>
            </a:r>
          </a:p>
          <a:p>
            <a:pPr marL="0" indent="0">
              <a:buNone/>
            </a:pPr>
            <a:endParaRPr lang="en-US" dirty="0"/>
          </a:p>
          <a:p>
            <a:pPr marL="0" indent="0">
              <a:buNone/>
            </a:pPr>
            <a:r>
              <a:rPr lang="en-US" dirty="0"/>
              <a:t>Same idea – 16 bytes, 8 words, 4 long words, 2 quadwords</a:t>
            </a:r>
          </a:p>
          <a:p>
            <a:pPr marL="0" indent="0">
              <a:buNone/>
            </a:pPr>
            <a:endParaRPr lang="en-US" dirty="0"/>
          </a:p>
          <a:p>
            <a:pPr marL="0" indent="0">
              <a:buNone/>
            </a:pPr>
            <a:r>
              <a:rPr lang="en-US" dirty="0"/>
              <a:t>These registers are </a:t>
            </a:r>
            <a:r>
              <a:rPr lang="en-US" b="1" dirty="0"/>
              <a:t>different</a:t>
            </a:r>
            <a:r>
              <a:rPr lang="en-US" dirty="0"/>
              <a:t> from the FP registers. </a:t>
            </a:r>
          </a:p>
          <a:p>
            <a:pPr marL="0" indent="0">
              <a:buNone/>
            </a:pPr>
            <a:endParaRPr lang="en-US" dirty="0"/>
          </a:p>
          <a:p>
            <a:pPr marL="0" indent="0">
              <a:buNone/>
            </a:pPr>
            <a:r>
              <a:rPr lang="en-US" dirty="0"/>
              <a:t>New instructions were added to control caching – looping over a lot of data typically pollutes the cache. </a:t>
            </a:r>
          </a:p>
        </p:txBody>
      </p:sp>
    </p:spTree>
    <p:extLst>
      <p:ext uri="{BB962C8B-B14F-4D97-AF65-F5344CB8AC3E}">
        <p14:creationId xmlns:p14="http://schemas.microsoft.com/office/powerpoint/2010/main" val="15504569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F625-07CB-4B6D-AEA8-8FE2C2E72749}"/>
              </a:ext>
            </a:extLst>
          </p:cNvPr>
          <p:cNvSpPr>
            <a:spLocks noGrp="1"/>
          </p:cNvSpPr>
          <p:nvPr>
            <p:ph type="title"/>
          </p:nvPr>
        </p:nvSpPr>
        <p:spPr/>
        <p:txBody>
          <a:bodyPr/>
          <a:lstStyle/>
          <a:p>
            <a:r>
              <a:rPr lang="en-US" dirty="0"/>
              <a:t>SSE2, SSE3, SSE4</a:t>
            </a:r>
          </a:p>
        </p:txBody>
      </p:sp>
      <p:sp>
        <p:nvSpPr>
          <p:cNvPr id="3" name="Content Placeholder 2">
            <a:extLst>
              <a:ext uri="{FF2B5EF4-FFF2-40B4-BE49-F238E27FC236}">
                <a16:creationId xmlns:a16="http://schemas.microsoft.com/office/drawing/2014/main" id="{99E623AA-C5C7-40DA-8678-E3D5FE746E1B}"/>
              </a:ext>
            </a:extLst>
          </p:cNvPr>
          <p:cNvSpPr>
            <a:spLocks noGrp="1"/>
          </p:cNvSpPr>
          <p:nvPr>
            <p:ph idx="1"/>
          </p:nvPr>
        </p:nvSpPr>
        <p:spPr/>
        <p:txBody>
          <a:bodyPr/>
          <a:lstStyle/>
          <a:p>
            <a:r>
              <a:rPr lang="en-US" dirty="0"/>
              <a:t>SSE2 (2000) added the instructions from MMX to SSE. This frees the FP registers to be “just” FP registers, since developers should no longer write MMX instructions, but their SSE counterparts.</a:t>
            </a:r>
          </a:p>
          <a:p>
            <a:endParaRPr lang="en-US" dirty="0"/>
          </a:p>
          <a:p>
            <a:r>
              <a:rPr lang="en-US" dirty="0"/>
              <a:t>SSE3 (2004) adds the ability to add within a “package”</a:t>
            </a:r>
          </a:p>
          <a:p>
            <a:pPr marL="457200" lvl="1" indent="0">
              <a:buNone/>
            </a:pPr>
            <a:r>
              <a:rPr lang="en-US" dirty="0"/>
              <a:t>In MMX, SSE, SSE2, you might have a1=a1+b1, a2=a2+b2</a:t>
            </a:r>
          </a:p>
          <a:p>
            <a:pPr marL="457200" lvl="1" indent="0">
              <a:buNone/>
            </a:pPr>
            <a:r>
              <a:rPr lang="en-US" dirty="0"/>
              <a:t>In SSE3, you can now do: a1=a1+a2, a2=b1+b2</a:t>
            </a:r>
          </a:p>
          <a:p>
            <a:pPr marL="457200" lvl="1" indent="0">
              <a:buNone/>
            </a:pPr>
            <a:endParaRPr lang="en-US" dirty="0"/>
          </a:p>
          <a:p>
            <a:r>
              <a:rPr lang="en-US" dirty="0"/>
              <a:t>SSE4 (2006) adds several instructions requested by developers. No significant architectural change.</a:t>
            </a:r>
          </a:p>
          <a:p>
            <a:pPr marL="457200" lvl="1" indent="0">
              <a:buNone/>
            </a:pPr>
            <a:endParaRPr lang="en-US" dirty="0"/>
          </a:p>
          <a:p>
            <a:endParaRPr lang="en-US" dirty="0"/>
          </a:p>
        </p:txBody>
      </p:sp>
    </p:spTree>
    <p:extLst>
      <p:ext uri="{BB962C8B-B14F-4D97-AF65-F5344CB8AC3E}">
        <p14:creationId xmlns:p14="http://schemas.microsoft.com/office/powerpoint/2010/main" val="40993708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F736-5900-45D3-BB57-64CDCA5E4BF2}"/>
              </a:ext>
            </a:extLst>
          </p:cNvPr>
          <p:cNvSpPr>
            <a:spLocks noGrp="1"/>
          </p:cNvSpPr>
          <p:nvPr>
            <p:ph type="title"/>
          </p:nvPr>
        </p:nvSpPr>
        <p:spPr/>
        <p:txBody>
          <a:bodyPr/>
          <a:lstStyle/>
          <a:p>
            <a:r>
              <a:rPr lang="en-US" dirty="0"/>
              <a:t>AVX – 2011 (Advanced Vector </a:t>
            </a:r>
            <a:r>
              <a:rPr lang="en-US" dirty="0" err="1"/>
              <a:t>eXtensions</a:t>
            </a:r>
            <a:r>
              <a:rPr lang="en-US" dirty="0"/>
              <a:t>)</a:t>
            </a:r>
          </a:p>
        </p:txBody>
      </p:sp>
      <p:sp>
        <p:nvSpPr>
          <p:cNvPr id="3" name="Content Placeholder 2">
            <a:extLst>
              <a:ext uri="{FF2B5EF4-FFF2-40B4-BE49-F238E27FC236}">
                <a16:creationId xmlns:a16="http://schemas.microsoft.com/office/drawing/2014/main" id="{98C8969C-73AD-4011-A7BF-6554BFEF4982}"/>
              </a:ext>
            </a:extLst>
          </p:cNvPr>
          <p:cNvSpPr>
            <a:spLocks noGrp="1"/>
          </p:cNvSpPr>
          <p:nvPr>
            <p:ph idx="1"/>
          </p:nvPr>
        </p:nvSpPr>
        <p:spPr>
          <a:xfrm>
            <a:off x="531224" y="1851751"/>
            <a:ext cx="11146970" cy="4351338"/>
          </a:xfrm>
        </p:spPr>
        <p:txBody>
          <a:bodyPr/>
          <a:lstStyle/>
          <a:p>
            <a:pPr marL="0" indent="0">
              <a:buNone/>
            </a:pPr>
            <a:r>
              <a:rPr lang="en-US" dirty="0"/>
              <a:t>The 128bit SSE registers (XMM0-XMM15) are extended: YMM0-YMM15 are 256-bit registers; each one shares 128 bits with an XMM instruction. </a:t>
            </a:r>
          </a:p>
          <a:p>
            <a:pPr marL="0" indent="0">
              <a:buNone/>
            </a:pPr>
            <a:endParaRPr lang="en-US" dirty="0"/>
          </a:p>
          <a:p>
            <a:pPr marL="0" indent="0">
              <a:buNone/>
            </a:pPr>
            <a:r>
              <a:rPr lang="en-US" dirty="0"/>
              <a:t>MMX and SSE instructions were all two operand (A=A op B). </a:t>
            </a:r>
          </a:p>
          <a:p>
            <a:pPr marL="0" indent="0">
              <a:buNone/>
            </a:pPr>
            <a:endParaRPr lang="en-US" dirty="0"/>
          </a:p>
          <a:p>
            <a:pPr marL="0" indent="0">
              <a:buNone/>
            </a:pPr>
            <a:r>
              <a:rPr lang="en-US" dirty="0"/>
              <a:t>AVX introduces three operand (A=B op C) instructions; new opcodes “clone” SSE instructions to make a 3-operand version.</a:t>
            </a:r>
          </a:p>
          <a:p>
            <a:pPr marL="0" indent="0">
              <a:buNone/>
            </a:pPr>
            <a:endParaRPr lang="en-US" dirty="0"/>
          </a:p>
          <a:p>
            <a:pPr marL="0" indent="0">
              <a:buNone/>
            </a:pPr>
            <a:r>
              <a:rPr lang="en-US" dirty="0"/>
              <a:t>AVX instructions may reduce CPU clock rate to prevent overheating.</a:t>
            </a:r>
          </a:p>
        </p:txBody>
      </p:sp>
    </p:spTree>
    <p:extLst>
      <p:ext uri="{BB962C8B-B14F-4D97-AF65-F5344CB8AC3E}">
        <p14:creationId xmlns:p14="http://schemas.microsoft.com/office/powerpoint/2010/main" val="12834238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F736-5900-45D3-BB57-64CDCA5E4BF2}"/>
              </a:ext>
            </a:extLst>
          </p:cNvPr>
          <p:cNvSpPr>
            <a:spLocks noGrp="1"/>
          </p:cNvSpPr>
          <p:nvPr>
            <p:ph type="title"/>
          </p:nvPr>
        </p:nvSpPr>
        <p:spPr/>
        <p:txBody>
          <a:bodyPr/>
          <a:lstStyle/>
          <a:p>
            <a:r>
              <a:rPr lang="en-US" dirty="0"/>
              <a:t>AVX2 - 2013</a:t>
            </a:r>
          </a:p>
        </p:txBody>
      </p:sp>
      <p:sp>
        <p:nvSpPr>
          <p:cNvPr id="3" name="Content Placeholder 2">
            <a:extLst>
              <a:ext uri="{FF2B5EF4-FFF2-40B4-BE49-F238E27FC236}">
                <a16:creationId xmlns:a16="http://schemas.microsoft.com/office/drawing/2014/main" id="{98C8969C-73AD-4011-A7BF-6554BFEF4982}"/>
              </a:ext>
            </a:extLst>
          </p:cNvPr>
          <p:cNvSpPr>
            <a:spLocks noGrp="1"/>
          </p:cNvSpPr>
          <p:nvPr>
            <p:ph idx="1"/>
          </p:nvPr>
        </p:nvSpPr>
        <p:spPr>
          <a:xfrm>
            <a:off x="531224" y="1851751"/>
            <a:ext cx="11146970" cy="4351338"/>
          </a:xfrm>
        </p:spPr>
        <p:txBody>
          <a:bodyPr/>
          <a:lstStyle/>
          <a:p>
            <a:pPr marL="0" indent="0">
              <a:buNone/>
            </a:pPr>
            <a:r>
              <a:rPr lang="en-US" dirty="0"/>
              <a:t>Brings YMM support to most SSE and AVX instructions.</a:t>
            </a:r>
          </a:p>
          <a:p>
            <a:pPr marL="0" indent="0">
              <a:buNone/>
            </a:pPr>
            <a:endParaRPr lang="en-US" dirty="0"/>
          </a:p>
          <a:p>
            <a:pPr marL="0" indent="0">
              <a:buNone/>
            </a:pPr>
            <a:r>
              <a:rPr lang="en-US" dirty="0"/>
              <a:t>Adds more instructions. </a:t>
            </a:r>
          </a:p>
          <a:p>
            <a:pPr marL="0" indent="0">
              <a:buNone/>
            </a:pPr>
            <a:endParaRPr lang="en-US" dirty="0"/>
          </a:p>
          <a:p>
            <a:pPr marL="0" indent="0">
              <a:buNone/>
            </a:pPr>
            <a:r>
              <a:rPr lang="en-US" dirty="0"/>
              <a:t>Added gather (scatter-gather) support. </a:t>
            </a:r>
          </a:p>
          <a:p>
            <a:pPr marL="0" indent="0">
              <a:buNone/>
            </a:pPr>
            <a:endParaRPr lang="en-US" dirty="0"/>
          </a:p>
        </p:txBody>
      </p:sp>
    </p:spTree>
    <p:extLst>
      <p:ext uri="{BB962C8B-B14F-4D97-AF65-F5344CB8AC3E}">
        <p14:creationId xmlns:p14="http://schemas.microsoft.com/office/powerpoint/2010/main" val="27881557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F736-5900-45D3-BB57-64CDCA5E4BF2}"/>
              </a:ext>
            </a:extLst>
          </p:cNvPr>
          <p:cNvSpPr>
            <a:spLocks noGrp="1"/>
          </p:cNvSpPr>
          <p:nvPr>
            <p:ph type="title"/>
          </p:nvPr>
        </p:nvSpPr>
        <p:spPr/>
        <p:txBody>
          <a:bodyPr/>
          <a:lstStyle/>
          <a:p>
            <a:r>
              <a:rPr lang="en-US" dirty="0"/>
              <a:t>AVX512 - 2016</a:t>
            </a:r>
          </a:p>
        </p:txBody>
      </p:sp>
      <p:sp>
        <p:nvSpPr>
          <p:cNvPr id="3" name="Content Placeholder 2">
            <a:extLst>
              <a:ext uri="{FF2B5EF4-FFF2-40B4-BE49-F238E27FC236}">
                <a16:creationId xmlns:a16="http://schemas.microsoft.com/office/drawing/2014/main" id="{98C8969C-73AD-4011-A7BF-6554BFEF4982}"/>
              </a:ext>
            </a:extLst>
          </p:cNvPr>
          <p:cNvSpPr>
            <a:spLocks noGrp="1"/>
          </p:cNvSpPr>
          <p:nvPr>
            <p:ph idx="1"/>
          </p:nvPr>
        </p:nvSpPr>
        <p:spPr>
          <a:xfrm>
            <a:off x="531224" y="1851751"/>
            <a:ext cx="11146970" cy="4351338"/>
          </a:xfrm>
        </p:spPr>
        <p:txBody>
          <a:bodyPr/>
          <a:lstStyle/>
          <a:p>
            <a:pPr marL="0" indent="0">
              <a:buNone/>
            </a:pPr>
            <a:r>
              <a:rPr lang="en-US" dirty="0"/>
              <a:t>Extends XMM0-7 (128-bit registers) and YMM0-YMM7 (256-bit versions) to ZMM0-7 (512-bit registers). </a:t>
            </a:r>
            <a:r>
              <a:rPr lang="en-US" dirty="0" err="1"/>
              <a:t>ZMMx</a:t>
            </a:r>
            <a:r>
              <a:rPr lang="en-US" dirty="0"/>
              <a:t> still shares bits with </a:t>
            </a:r>
            <a:r>
              <a:rPr lang="en-US" dirty="0" err="1"/>
              <a:t>YMMx</a:t>
            </a:r>
            <a:r>
              <a:rPr lang="en-US" dirty="0"/>
              <a:t> and </a:t>
            </a:r>
            <a:r>
              <a:rPr lang="en-US" dirty="0" err="1"/>
              <a:t>XMMx</a:t>
            </a:r>
            <a:r>
              <a:rPr lang="en-US" dirty="0"/>
              <a:t>.</a:t>
            </a:r>
          </a:p>
          <a:p>
            <a:pPr marL="0" indent="0">
              <a:buNone/>
            </a:pPr>
            <a:endParaRPr lang="en-US" dirty="0"/>
          </a:p>
          <a:p>
            <a:pPr marL="0" indent="0">
              <a:buNone/>
            </a:pPr>
            <a:r>
              <a:rPr lang="en-US" dirty="0"/>
              <a:t> Includes neural network and cryptography instructions! Adds prefetch for the scatter and gather instructions.</a:t>
            </a:r>
          </a:p>
          <a:p>
            <a:pPr marL="0" indent="0">
              <a:buNone/>
            </a:pPr>
            <a:endParaRPr lang="en-US" dirty="0"/>
          </a:p>
          <a:p>
            <a:pPr marL="0" indent="0">
              <a:buNone/>
            </a:pPr>
            <a:r>
              <a:rPr lang="en-US" dirty="0"/>
              <a:t>Not widely/completely supported. Newer CPUs (like Alder Lake) have even turned off AVX-512; this is an unusual design decision.</a:t>
            </a:r>
          </a:p>
        </p:txBody>
      </p:sp>
    </p:spTree>
    <p:extLst>
      <p:ext uri="{BB962C8B-B14F-4D97-AF65-F5344CB8AC3E}">
        <p14:creationId xmlns:p14="http://schemas.microsoft.com/office/powerpoint/2010/main" val="13728496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335BA-A7E1-4F3F-803F-A0FFC83AD328}"/>
              </a:ext>
            </a:extLst>
          </p:cNvPr>
          <p:cNvSpPr>
            <a:spLocks noGrp="1"/>
          </p:cNvSpPr>
          <p:nvPr>
            <p:ph type="title"/>
          </p:nvPr>
        </p:nvSpPr>
        <p:spPr/>
        <p:txBody>
          <a:bodyPr/>
          <a:lstStyle/>
          <a:p>
            <a:r>
              <a:rPr lang="en-US" dirty="0"/>
              <a:t>Example – Chromakey (aka “green screen”)</a:t>
            </a:r>
          </a:p>
        </p:txBody>
      </p:sp>
      <p:sp>
        <p:nvSpPr>
          <p:cNvPr id="3" name="Content Placeholder 2">
            <a:extLst>
              <a:ext uri="{FF2B5EF4-FFF2-40B4-BE49-F238E27FC236}">
                <a16:creationId xmlns:a16="http://schemas.microsoft.com/office/drawing/2014/main" id="{8CE1E144-4332-4F82-AF47-481CD878922F}"/>
              </a:ext>
            </a:extLst>
          </p:cNvPr>
          <p:cNvSpPr>
            <a:spLocks noGrp="1"/>
          </p:cNvSpPr>
          <p:nvPr>
            <p:ph idx="1"/>
          </p:nvPr>
        </p:nvSpPr>
        <p:spPr/>
        <p:txBody>
          <a:bodyPr/>
          <a:lstStyle/>
          <a:p>
            <a:pPr marL="0" indent="0">
              <a:buNone/>
            </a:pPr>
            <a:r>
              <a:rPr lang="en-US" dirty="0"/>
              <a:t>When you watch a weather report and see a meteorologist in front of a map, it isn’t recorded that way. The person stands in front of a green (for example) screen. That image is recorded. Let’s call it Person.</a:t>
            </a:r>
          </a:p>
          <a:p>
            <a:pPr marL="0" indent="0">
              <a:buNone/>
            </a:pPr>
            <a:endParaRPr lang="en-US" dirty="0"/>
          </a:p>
          <a:p>
            <a:pPr marL="0" indent="0">
              <a:buNone/>
            </a:pPr>
            <a:r>
              <a:rPr lang="en-US" dirty="0"/>
              <a:t>A weather map is generated by some computer system. Let’s call it “Map”.</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278939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34F7D-1181-44DC-B31E-F0EE5D685533}"/>
              </a:ext>
            </a:extLst>
          </p:cNvPr>
          <p:cNvSpPr>
            <a:spLocks noGrp="1"/>
          </p:cNvSpPr>
          <p:nvPr>
            <p:ph type="title"/>
          </p:nvPr>
        </p:nvSpPr>
        <p:spPr/>
        <p:txBody>
          <a:bodyPr/>
          <a:lstStyle/>
          <a:p>
            <a:r>
              <a:rPr lang="en-US" dirty="0"/>
              <a:t>Getting the Bitmask</a:t>
            </a:r>
          </a:p>
        </p:txBody>
      </p:sp>
      <p:sp>
        <p:nvSpPr>
          <p:cNvPr id="3" name="Content Placeholder 2">
            <a:extLst>
              <a:ext uri="{FF2B5EF4-FFF2-40B4-BE49-F238E27FC236}">
                <a16:creationId xmlns:a16="http://schemas.microsoft.com/office/drawing/2014/main" id="{11CB733F-62CC-4724-87AA-28D736028046}"/>
              </a:ext>
            </a:extLst>
          </p:cNvPr>
          <p:cNvSpPr>
            <a:spLocks noGrp="1"/>
          </p:cNvSpPr>
          <p:nvPr>
            <p:ph idx="1"/>
          </p:nvPr>
        </p:nvSpPr>
        <p:spPr/>
        <p:txBody>
          <a:bodyPr>
            <a:normAutofit lnSpcReduction="10000"/>
          </a:bodyPr>
          <a:lstStyle/>
          <a:p>
            <a:pPr marL="0" indent="0">
              <a:buNone/>
            </a:pPr>
            <a:r>
              <a:rPr lang="en-US" dirty="0"/>
              <a:t>We start by filling one register (XMM1, for example) with the color of the green screen in person 1.</a:t>
            </a:r>
          </a:p>
          <a:p>
            <a:pPr marL="0" indent="0">
              <a:buNone/>
            </a:pPr>
            <a:endParaRPr lang="en-US" dirty="0"/>
          </a:p>
          <a:p>
            <a:pPr marL="0" indent="0">
              <a:buNone/>
            </a:pPr>
            <a:r>
              <a:rPr lang="en-US" dirty="0"/>
              <a:t>We then loop over Person, loading each batch of pixels into a register (say, XMM3). We execute an instruction (PCMPEQB : Compare packed data for equal) – when XMM1’s value matches XMM3’s value, XMM1 becomes FFFF else it becomes 0000.</a:t>
            </a:r>
          </a:p>
          <a:p>
            <a:pPr marL="0" indent="0">
              <a:buNone/>
            </a:pPr>
            <a:endParaRPr lang="en-US" dirty="0"/>
          </a:p>
          <a:p>
            <a:pPr marL="0" indent="0">
              <a:buNone/>
            </a:pPr>
            <a:r>
              <a:rPr lang="en-US" dirty="0"/>
              <a:t>We now have a mask – a black and white silhouette of the meteorologist.</a:t>
            </a:r>
          </a:p>
        </p:txBody>
      </p:sp>
    </p:spTree>
    <p:extLst>
      <p:ext uri="{BB962C8B-B14F-4D97-AF65-F5344CB8AC3E}">
        <p14:creationId xmlns:p14="http://schemas.microsoft.com/office/powerpoint/2010/main" val="25083415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6CF12-4AA8-4F3C-94A4-4A9AF0EC4C17}"/>
              </a:ext>
            </a:extLst>
          </p:cNvPr>
          <p:cNvSpPr>
            <a:spLocks noGrp="1"/>
          </p:cNvSpPr>
          <p:nvPr>
            <p:ph type="title"/>
          </p:nvPr>
        </p:nvSpPr>
        <p:spPr/>
        <p:txBody>
          <a:bodyPr/>
          <a:lstStyle/>
          <a:p>
            <a:r>
              <a:rPr lang="en-US" dirty="0"/>
              <a:t>Before and after</a:t>
            </a:r>
          </a:p>
        </p:txBody>
      </p:sp>
      <p:pic>
        <p:nvPicPr>
          <p:cNvPr id="5" name="Content Placeholder 4" descr="A person standing in front of a green screen&#10;&#10;Description automatically generated">
            <a:extLst>
              <a:ext uri="{FF2B5EF4-FFF2-40B4-BE49-F238E27FC236}">
                <a16:creationId xmlns:a16="http://schemas.microsoft.com/office/drawing/2014/main" id="{65AC6CC8-7C7B-4BE5-85DA-A3F06D51EF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988" y="2286205"/>
            <a:ext cx="5515937" cy="3102715"/>
          </a:xfrm>
        </p:spPr>
      </p:pic>
      <p:pic>
        <p:nvPicPr>
          <p:cNvPr id="7" name="Picture 6">
            <a:extLst>
              <a:ext uri="{FF2B5EF4-FFF2-40B4-BE49-F238E27FC236}">
                <a16:creationId xmlns:a16="http://schemas.microsoft.com/office/drawing/2014/main" id="{6A6F2055-4127-4D5E-B72A-BD3DA327AA98}"/>
              </a:ext>
            </a:extLst>
          </p:cNvPr>
          <p:cNvPicPr>
            <a:picLocks noChangeAspect="1"/>
          </p:cNvPicPr>
          <p:nvPr/>
        </p:nvPicPr>
        <p:blipFill>
          <a:blip r:embed="rId3"/>
          <a:stretch>
            <a:fillRect/>
          </a:stretch>
        </p:blipFill>
        <p:spPr>
          <a:xfrm>
            <a:off x="6535493" y="2286205"/>
            <a:ext cx="5515938" cy="3102715"/>
          </a:xfrm>
          <a:prstGeom prst="rect">
            <a:avLst/>
          </a:prstGeom>
        </p:spPr>
      </p:pic>
    </p:spTree>
    <p:extLst>
      <p:ext uri="{BB962C8B-B14F-4D97-AF65-F5344CB8AC3E}">
        <p14:creationId xmlns:p14="http://schemas.microsoft.com/office/powerpoint/2010/main" val="17304263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0C5C-1880-48C0-9865-A6C745F744AA}"/>
              </a:ext>
            </a:extLst>
          </p:cNvPr>
          <p:cNvSpPr>
            <a:spLocks noGrp="1"/>
          </p:cNvSpPr>
          <p:nvPr>
            <p:ph type="title"/>
          </p:nvPr>
        </p:nvSpPr>
        <p:spPr>
          <a:xfrm>
            <a:off x="838200" y="129455"/>
            <a:ext cx="10515600" cy="766091"/>
          </a:xfrm>
        </p:spPr>
        <p:txBody>
          <a:bodyPr/>
          <a:lstStyle/>
          <a:p>
            <a:r>
              <a:rPr lang="en-US" dirty="0"/>
              <a:t>Composing the Final Image</a:t>
            </a:r>
          </a:p>
        </p:txBody>
      </p:sp>
      <p:sp>
        <p:nvSpPr>
          <p:cNvPr id="3" name="Content Placeholder 2">
            <a:extLst>
              <a:ext uri="{FF2B5EF4-FFF2-40B4-BE49-F238E27FC236}">
                <a16:creationId xmlns:a16="http://schemas.microsoft.com/office/drawing/2014/main" id="{DA83315D-0EE5-4CA1-9D11-E4C9A60BCB7B}"/>
              </a:ext>
            </a:extLst>
          </p:cNvPr>
          <p:cNvSpPr>
            <a:spLocks noGrp="1"/>
          </p:cNvSpPr>
          <p:nvPr>
            <p:ph idx="1"/>
          </p:nvPr>
        </p:nvSpPr>
        <p:spPr>
          <a:xfrm>
            <a:off x="838200" y="895546"/>
            <a:ext cx="7985289" cy="5759778"/>
          </a:xfrm>
        </p:spPr>
        <p:txBody>
          <a:bodyPr/>
          <a:lstStyle/>
          <a:p>
            <a:pPr marL="0" indent="0">
              <a:buNone/>
            </a:pPr>
            <a:r>
              <a:rPr lang="en-US" dirty="0"/>
              <a:t>We now (re-load) Person. We execute PAND (and) between the mask and the person. That gives us either nothing (black) or the meteorologist. </a:t>
            </a:r>
          </a:p>
          <a:p>
            <a:pPr marL="0" indent="0">
              <a:buNone/>
            </a:pPr>
            <a:endParaRPr lang="en-US" dirty="0"/>
          </a:p>
          <a:p>
            <a:pPr marL="0" indent="0">
              <a:buNone/>
            </a:pPr>
            <a:r>
              <a:rPr lang="en-US" dirty="0"/>
              <a:t>We then load Map. We execute PANDN (not and) between the mask and Map to give us the map where the person is </a:t>
            </a:r>
            <a:r>
              <a:rPr lang="en-US" b="1" dirty="0"/>
              <a:t>not</a:t>
            </a:r>
            <a:r>
              <a:rPr lang="en-US" dirty="0"/>
              <a:t> or black (where the person is). </a:t>
            </a:r>
          </a:p>
          <a:p>
            <a:pPr marL="0" indent="0">
              <a:buNone/>
            </a:pPr>
            <a:endParaRPr lang="en-US" dirty="0"/>
          </a:p>
          <a:p>
            <a:pPr marL="0" indent="0">
              <a:buNone/>
            </a:pPr>
            <a:r>
              <a:rPr lang="en-US" dirty="0"/>
              <a:t>Finally, we POR the masked-Person with masked-Map.</a:t>
            </a:r>
          </a:p>
        </p:txBody>
      </p:sp>
      <p:pic>
        <p:nvPicPr>
          <p:cNvPr id="5" name="Picture 4">
            <a:extLst>
              <a:ext uri="{FF2B5EF4-FFF2-40B4-BE49-F238E27FC236}">
                <a16:creationId xmlns:a16="http://schemas.microsoft.com/office/drawing/2014/main" id="{855E6AA7-B401-44A1-BAF5-D6C933F2FC17}"/>
              </a:ext>
            </a:extLst>
          </p:cNvPr>
          <p:cNvPicPr>
            <a:picLocks noChangeAspect="1"/>
          </p:cNvPicPr>
          <p:nvPr/>
        </p:nvPicPr>
        <p:blipFill>
          <a:blip r:embed="rId2"/>
          <a:stretch>
            <a:fillRect/>
          </a:stretch>
        </p:blipFill>
        <p:spPr>
          <a:xfrm>
            <a:off x="9013695" y="512500"/>
            <a:ext cx="3178305" cy="1787797"/>
          </a:xfrm>
          <a:prstGeom prst="rect">
            <a:avLst/>
          </a:prstGeom>
        </p:spPr>
      </p:pic>
      <p:pic>
        <p:nvPicPr>
          <p:cNvPr id="7" name="Picture 6">
            <a:extLst>
              <a:ext uri="{FF2B5EF4-FFF2-40B4-BE49-F238E27FC236}">
                <a16:creationId xmlns:a16="http://schemas.microsoft.com/office/drawing/2014/main" id="{C62C823E-73C7-4F21-AA19-6107E7E27468}"/>
              </a:ext>
            </a:extLst>
          </p:cNvPr>
          <p:cNvPicPr>
            <a:picLocks noChangeAspect="1"/>
          </p:cNvPicPr>
          <p:nvPr/>
        </p:nvPicPr>
        <p:blipFill>
          <a:blip r:embed="rId3"/>
          <a:stretch>
            <a:fillRect/>
          </a:stretch>
        </p:blipFill>
        <p:spPr>
          <a:xfrm>
            <a:off x="9013694" y="2438707"/>
            <a:ext cx="3178305" cy="1787797"/>
          </a:xfrm>
          <a:prstGeom prst="rect">
            <a:avLst/>
          </a:prstGeom>
        </p:spPr>
      </p:pic>
      <p:pic>
        <p:nvPicPr>
          <p:cNvPr id="9" name="Picture 8">
            <a:extLst>
              <a:ext uri="{FF2B5EF4-FFF2-40B4-BE49-F238E27FC236}">
                <a16:creationId xmlns:a16="http://schemas.microsoft.com/office/drawing/2014/main" id="{63F37645-9D53-480C-9542-B305064C7671}"/>
              </a:ext>
            </a:extLst>
          </p:cNvPr>
          <p:cNvPicPr>
            <a:picLocks noChangeAspect="1"/>
          </p:cNvPicPr>
          <p:nvPr/>
        </p:nvPicPr>
        <p:blipFill>
          <a:blip r:embed="rId4"/>
          <a:stretch>
            <a:fillRect/>
          </a:stretch>
        </p:blipFill>
        <p:spPr>
          <a:xfrm>
            <a:off x="9013694" y="4396652"/>
            <a:ext cx="3178305" cy="1787797"/>
          </a:xfrm>
          <a:prstGeom prst="rect">
            <a:avLst/>
          </a:prstGeom>
        </p:spPr>
      </p:pic>
    </p:spTree>
    <p:extLst>
      <p:ext uri="{BB962C8B-B14F-4D97-AF65-F5344CB8AC3E}">
        <p14:creationId xmlns:p14="http://schemas.microsoft.com/office/powerpoint/2010/main" val="11828855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05426-E12D-447A-9DB4-8241C7B97EA8}"/>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760BAF66-6656-4DBA-A593-A67F2393A684}"/>
              </a:ext>
            </a:extLst>
          </p:cNvPr>
          <p:cNvSpPr>
            <a:spLocks noGrp="1"/>
          </p:cNvSpPr>
          <p:nvPr>
            <p:ph idx="1"/>
          </p:nvPr>
        </p:nvSpPr>
        <p:spPr/>
        <p:txBody>
          <a:bodyPr/>
          <a:lstStyle/>
          <a:p>
            <a:pPr marL="0" indent="0">
              <a:buNone/>
            </a:pPr>
            <a:r>
              <a:rPr lang="en-US" dirty="0"/>
              <a:t>Of course, we could do this one pixel at a time.</a:t>
            </a:r>
          </a:p>
          <a:p>
            <a:pPr marL="0" indent="0">
              <a:buNone/>
            </a:pPr>
            <a:endParaRPr lang="en-US" dirty="0"/>
          </a:p>
          <a:p>
            <a:pPr marL="0" indent="0">
              <a:buNone/>
            </a:pPr>
            <a:r>
              <a:rPr lang="en-US" dirty="0"/>
              <a:t>But the overhead of the loop would make it far too slow to be done live.</a:t>
            </a:r>
          </a:p>
          <a:p>
            <a:pPr marL="0" indent="0">
              <a:buNone/>
            </a:pPr>
            <a:endParaRPr lang="en-US" dirty="0"/>
          </a:p>
          <a:p>
            <a:pPr marL="0" indent="0">
              <a:buNone/>
            </a:pPr>
            <a:r>
              <a:rPr lang="en-US" dirty="0"/>
              <a:t>By using long registers, we can get array processing speed and work in </a:t>
            </a:r>
            <a:r>
              <a:rPr lang="en-US" dirty="0" err="1"/>
              <a:t>realtime</a:t>
            </a:r>
            <a:r>
              <a:rPr lang="en-US" dirty="0"/>
              <a:t>. </a:t>
            </a:r>
          </a:p>
        </p:txBody>
      </p:sp>
    </p:spTree>
    <p:extLst>
      <p:ext uri="{BB962C8B-B14F-4D97-AF65-F5344CB8AC3E}">
        <p14:creationId xmlns:p14="http://schemas.microsoft.com/office/powerpoint/2010/main" val="17112255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A2DE8-FA76-44DA-8A04-10B41DACC901}"/>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D30DFD0-8F6F-4D92-8A4E-D004B7852AB6}"/>
              </a:ext>
            </a:extLst>
          </p:cNvPr>
          <p:cNvSpPr>
            <a:spLocks noGrp="1"/>
          </p:cNvSpPr>
          <p:nvPr>
            <p:ph idx="1"/>
          </p:nvPr>
        </p:nvSpPr>
        <p:spPr/>
        <p:txBody>
          <a:bodyPr/>
          <a:lstStyle/>
          <a:p>
            <a:pPr marL="0" indent="0">
              <a:buNone/>
            </a:pPr>
            <a:r>
              <a:rPr lang="en-US" dirty="0"/>
              <a:t>Vector processors were an early attempt to optimize certain problems – repeated operations on the same data.</a:t>
            </a:r>
          </a:p>
          <a:p>
            <a:pPr marL="0" indent="0">
              <a:buNone/>
            </a:pPr>
            <a:r>
              <a:rPr lang="en-US" dirty="0"/>
              <a:t>	ALUs were too expensive to replicate</a:t>
            </a:r>
          </a:p>
          <a:p>
            <a:pPr marL="0" indent="0">
              <a:buNone/>
            </a:pPr>
            <a:endParaRPr lang="en-US" dirty="0"/>
          </a:p>
          <a:p>
            <a:pPr marL="0" indent="0">
              <a:buNone/>
            </a:pPr>
            <a:r>
              <a:rPr lang="en-US" dirty="0"/>
              <a:t>Array processors improved on vector processors by adding ALUs</a:t>
            </a:r>
          </a:p>
          <a:p>
            <a:pPr marL="0" indent="0">
              <a:buNone/>
            </a:pPr>
            <a:r>
              <a:rPr lang="en-US" dirty="0"/>
              <a:t>	Special purpose processors were not worth building, until recently.</a:t>
            </a:r>
          </a:p>
          <a:p>
            <a:pPr marL="0" indent="0">
              <a:buNone/>
            </a:pPr>
            <a:endParaRPr lang="en-US" dirty="0"/>
          </a:p>
          <a:p>
            <a:pPr marL="0" indent="0">
              <a:buNone/>
            </a:pPr>
            <a:r>
              <a:rPr lang="en-US" dirty="0"/>
              <a:t>Hybrid approaches have been in use for many years.</a:t>
            </a:r>
          </a:p>
          <a:p>
            <a:pPr marL="0" indent="0">
              <a:buNone/>
            </a:pPr>
            <a:endParaRPr lang="en-US" dirty="0"/>
          </a:p>
        </p:txBody>
      </p:sp>
    </p:spTree>
    <p:extLst>
      <p:ext uri="{BB962C8B-B14F-4D97-AF65-F5344CB8AC3E}">
        <p14:creationId xmlns:p14="http://schemas.microsoft.com/office/powerpoint/2010/main" val="773033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1460</TotalTime>
  <Words>3383</Words>
  <Application>Microsoft Office PowerPoint</Application>
  <PresentationFormat>Widescreen</PresentationFormat>
  <Paragraphs>481</Paragraphs>
  <Slides>52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Calibri Light</vt:lpstr>
      <vt:lpstr>Consolas</vt:lpstr>
      <vt:lpstr>Office Theme</vt:lpstr>
      <vt:lpstr>Vector &amp; Array Processors</vt:lpstr>
      <vt:lpstr>Some Taxonomy (Flynn’s)</vt:lpstr>
      <vt:lpstr>Flynn’s Taxonomy</vt:lpstr>
      <vt:lpstr>Key Concept</vt:lpstr>
      <vt:lpstr>Data Parallelism</vt:lpstr>
      <vt:lpstr>Data Parallelism</vt:lpstr>
      <vt:lpstr>Two Options</vt:lpstr>
      <vt:lpstr>Does it matter?</vt:lpstr>
      <vt:lpstr>Vector Processing</vt:lpstr>
      <vt:lpstr>Vector processors sound like CPUs!</vt:lpstr>
      <vt:lpstr>Making a vector processor</vt:lpstr>
      <vt:lpstr>Implicit Loop</vt:lpstr>
      <vt:lpstr>Imaginary example: C=A+B</vt:lpstr>
      <vt:lpstr>A note about memory</vt:lpstr>
      <vt:lpstr>If only everything were quite this simple…</vt:lpstr>
      <vt:lpstr>Does the diagram help?</vt:lpstr>
      <vt:lpstr>Memory can’t serve two (or three) masters</vt:lpstr>
      <vt:lpstr>Chaining</vt:lpstr>
      <vt:lpstr>More “fun” with memory</vt:lpstr>
      <vt:lpstr>A little more…</vt:lpstr>
      <vt:lpstr>One more masking example</vt:lpstr>
      <vt:lpstr>History of Vector Processors</vt:lpstr>
      <vt:lpstr>Array Processing</vt:lpstr>
      <vt:lpstr>More than one thing at a time…</vt:lpstr>
      <vt:lpstr>Vector Processors      Vs      Array Processors</vt:lpstr>
      <vt:lpstr>Making a array processor</vt:lpstr>
      <vt:lpstr>What happened to Array Processors?</vt:lpstr>
      <vt:lpstr>Programming Models/Tools</vt:lpstr>
      <vt:lpstr>Let’s think about a piece of simple code</vt:lpstr>
      <vt:lpstr>We can think about  this as a simple in-order</vt:lpstr>
      <vt:lpstr>Or a vector processor (SIMD)</vt:lpstr>
      <vt:lpstr>Or a multi-core CPU/Array Processor</vt:lpstr>
      <vt:lpstr>Loop Unrolling</vt:lpstr>
      <vt:lpstr>Execution Model</vt:lpstr>
      <vt:lpstr>Hybrids – SIMD in modern ISAs</vt:lpstr>
      <vt:lpstr>CPU Extensions</vt:lpstr>
      <vt:lpstr>Multimedia</vt:lpstr>
      <vt:lpstr>MMX and 3DNow</vt:lpstr>
      <vt:lpstr>How does this work? (Control)</vt:lpstr>
      <vt:lpstr>How does this work? (Registers)</vt:lpstr>
      <vt:lpstr>How well did this work?</vt:lpstr>
      <vt:lpstr>SSE (Streaming SIMD Extenstions)</vt:lpstr>
      <vt:lpstr>SSE2, SSE3, SSE4</vt:lpstr>
      <vt:lpstr>AVX – 2011 (Advanced Vector eXtensions)</vt:lpstr>
      <vt:lpstr>AVX2 - 2013</vt:lpstr>
      <vt:lpstr>AVX512 - 2016</vt:lpstr>
      <vt:lpstr>Example – Chromakey (aka “green screen”)</vt:lpstr>
      <vt:lpstr>Getting the Bitmask</vt:lpstr>
      <vt:lpstr>Before and after</vt:lpstr>
      <vt:lpstr>Composing the Final Image</vt:lpstr>
      <vt:lpstr>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Vector &amp; Array Processors</dc:title>
  <dc:creator>Phipps, Michael</dc:creator>
  <cp:lastModifiedBy>Phipps, Michael</cp:lastModifiedBy>
  <cp:revision>1</cp:revision>
  <dcterms:created xsi:type="dcterms:W3CDTF">2021-11-16T18:53:46Z</dcterms:created>
  <dcterms:modified xsi:type="dcterms:W3CDTF">2021-11-17T19:14:38Z</dcterms:modified>
</cp:coreProperties>
</file>