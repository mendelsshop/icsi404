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4" r:id="rId3"/>
    <p:sldId id="339" r:id="rId4"/>
    <p:sldId id="340" r:id="rId5"/>
    <p:sldId id="341" r:id="rId6"/>
    <p:sldId id="329" r:id="rId7"/>
    <p:sldId id="320" r:id="rId8"/>
    <p:sldId id="342" r:id="rId9"/>
    <p:sldId id="343" r:id="rId10"/>
    <p:sldId id="344" r:id="rId11"/>
    <p:sldId id="345" r:id="rId12"/>
    <p:sldId id="346" r:id="rId13"/>
    <p:sldId id="321" r:id="rId14"/>
    <p:sldId id="338" r:id="rId15"/>
    <p:sldId id="322" r:id="rId16"/>
    <p:sldId id="347" r:id="rId17"/>
    <p:sldId id="326" r:id="rId18"/>
    <p:sldId id="325" r:id="rId19"/>
    <p:sldId id="328" r:id="rId20"/>
    <p:sldId id="323" r:id="rId21"/>
    <p:sldId id="324" r:id="rId22"/>
    <p:sldId id="349" r:id="rId23"/>
    <p:sldId id="330" r:id="rId24"/>
    <p:sldId id="332" r:id="rId25"/>
    <p:sldId id="352" r:id="rId26"/>
    <p:sldId id="348" r:id="rId27"/>
    <p:sldId id="350" r:id="rId28"/>
    <p:sldId id="351" r:id="rId29"/>
    <p:sldId id="355" r:id="rId30"/>
    <p:sldId id="353" r:id="rId31"/>
    <p:sldId id="354" r:id="rId32"/>
    <p:sldId id="35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4A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0F7D1D-446D-4272-9E4B-BCD34F069D41}" v="28" dt="2021-11-24T19:14:43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pps, Michael" userId="22b19e64-ae93-4d74-aed7-bbb364ca0772" providerId="ADAL" clId="{9D0F7D1D-446D-4272-9E4B-BCD34F069D41}"/>
    <pc:docChg chg="undo custSel addSld delSld modSld sldOrd">
      <pc:chgData name="Phipps, Michael" userId="22b19e64-ae93-4d74-aed7-bbb364ca0772" providerId="ADAL" clId="{9D0F7D1D-446D-4272-9E4B-BCD34F069D41}" dt="2021-11-25T20:05:21.757" v="7558" actId="20577"/>
      <pc:docMkLst>
        <pc:docMk/>
      </pc:docMkLst>
      <pc:sldChg chg="modSp mod">
        <pc:chgData name="Phipps, Michael" userId="22b19e64-ae93-4d74-aed7-bbb364ca0772" providerId="ADAL" clId="{9D0F7D1D-446D-4272-9E4B-BCD34F069D41}" dt="2021-11-23T19:10:46.623" v="38" actId="20577"/>
        <pc:sldMkLst>
          <pc:docMk/>
          <pc:sldMk cId="1166584795" sldId="256"/>
        </pc:sldMkLst>
        <pc:spChg chg="mod">
          <ac:chgData name="Phipps, Michael" userId="22b19e64-ae93-4d74-aed7-bbb364ca0772" providerId="ADAL" clId="{9D0F7D1D-446D-4272-9E4B-BCD34F069D41}" dt="2021-11-23T19:10:41.006" v="13" actId="20577"/>
          <ac:spMkLst>
            <pc:docMk/>
            <pc:sldMk cId="1166584795" sldId="256"/>
            <ac:spMk id="2" creationId="{AC159F70-9BB5-4FC1-93DC-6C62416FDA9C}"/>
          </ac:spMkLst>
        </pc:spChg>
        <pc:spChg chg="mod">
          <ac:chgData name="Phipps, Michael" userId="22b19e64-ae93-4d74-aed7-bbb364ca0772" providerId="ADAL" clId="{9D0F7D1D-446D-4272-9E4B-BCD34F069D41}" dt="2021-11-23T19:10:46.623" v="38" actId="20577"/>
          <ac:spMkLst>
            <pc:docMk/>
            <pc:sldMk cId="1166584795" sldId="256"/>
            <ac:spMk id="3" creationId="{3F18614B-1FB4-4BA6-9245-7DEF2D68CB22}"/>
          </ac:spMkLst>
        </pc:spChg>
      </pc:sldChg>
      <pc:sldChg chg="modSp add mod">
        <pc:chgData name="Phipps, Michael" userId="22b19e64-ae93-4d74-aed7-bbb364ca0772" providerId="ADAL" clId="{9D0F7D1D-446D-4272-9E4B-BCD34F069D41}" dt="2021-11-24T17:29:39.961" v="300" actId="20577"/>
        <pc:sldMkLst>
          <pc:docMk/>
          <pc:sldMk cId="3402857681" sldId="314"/>
        </pc:sldMkLst>
        <pc:spChg chg="mod">
          <ac:chgData name="Phipps, Michael" userId="22b19e64-ae93-4d74-aed7-bbb364ca0772" providerId="ADAL" clId="{9D0F7D1D-446D-4272-9E4B-BCD34F069D41}" dt="2021-11-24T16:14:16.806" v="43" actId="20577"/>
          <ac:spMkLst>
            <pc:docMk/>
            <pc:sldMk cId="3402857681" sldId="314"/>
            <ac:spMk id="2" creationId="{B4804386-2816-4211-B394-78B71E87098F}"/>
          </ac:spMkLst>
        </pc:spChg>
        <pc:spChg chg="mod">
          <ac:chgData name="Phipps, Michael" userId="22b19e64-ae93-4d74-aed7-bbb364ca0772" providerId="ADAL" clId="{9D0F7D1D-446D-4272-9E4B-BCD34F069D41}" dt="2021-11-24T17:29:39.961" v="300" actId="20577"/>
          <ac:spMkLst>
            <pc:docMk/>
            <pc:sldMk cId="3402857681" sldId="314"/>
            <ac:spMk id="3" creationId="{6B4D3C12-7ECD-415A-AE19-D2B73BE68E2A}"/>
          </ac:spMkLst>
        </pc:spChg>
      </pc:sldChg>
      <pc:sldChg chg="modSp add mod">
        <pc:chgData name="Phipps, Michael" userId="22b19e64-ae93-4d74-aed7-bbb364ca0772" providerId="ADAL" clId="{9D0F7D1D-446D-4272-9E4B-BCD34F069D41}" dt="2021-11-24T17:50:44.287" v="683" actId="2711"/>
        <pc:sldMkLst>
          <pc:docMk/>
          <pc:sldMk cId="3544726417" sldId="320"/>
        </pc:sldMkLst>
        <pc:spChg chg="mod">
          <ac:chgData name="Phipps, Michael" userId="22b19e64-ae93-4d74-aed7-bbb364ca0772" providerId="ADAL" clId="{9D0F7D1D-446D-4272-9E4B-BCD34F069D41}" dt="2021-11-24T17:50:44.287" v="683" actId="2711"/>
          <ac:spMkLst>
            <pc:docMk/>
            <pc:sldMk cId="3544726417" sldId="320"/>
            <ac:spMk id="3" creationId="{EE70075B-4151-4176-8B18-D6AC0139363B}"/>
          </ac:spMkLst>
        </pc:spChg>
      </pc:sldChg>
      <pc:sldChg chg="addSp modSp add mod">
        <pc:chgData name="Phipps, Michael" userId="22b19e64-ae93-4d74-aed7-bbb364ca0772" providerId="ADAL" clId="{9D0F7D1D-446D-4272-9E4B-BCD34F069D41}" dt="2021-11-24T18:37:41.039" v="3154" actId="1076"/>
        <pc:sldMkLst>
          <pc:docMk/>
          <pc:sldMk cId="4196460194" sldId="321"/>
        </pc:sldMkLst>
        <pc:spChg chg="mod">
          <ac:chgData name="Phipps, Michael" userId="22b19e64-ae93-4d74-aed7-bbb364ca0772" providerId="ADAL" clId="{9D0F7D1D-446D-4272-9E4B-BCD34F069D41}" dt="2021-11-24T18:37:24.607" v="3144"/>
          <ac:spMkLst>
            <pc:docMk/>
            <pc:sldMk cId="4196460194" sldId="321"/>
            <ac:spMk id="3" creationId="{8D34478A-0D4A-4A85-9193-A19AEA1A176A}"/>
          </ac:spMkLst>
        </pc:spChg>
        <pc:spChg chg="add mod">
          <ac:chgData name="Phipps, Michael" userId="22b19e64-ae93-4d74-aed7-bbb364ca0772" providerId="ADAL" clId="{9D0F7D1D-446D-4272-9E4B-BCD34F069D41}" dt="2021-11-24T18:37:41.039" v="3154" actId="1076"/>
          <ac:spMkLst>
            <pc:docMk/>
            <pc:sldMk cId="4196460194" sldId="321"/>
            <ac:spMk id="4" creationId="{C30D54D5-366A-47CF-84AE-35262E24EE11}"/>
          </ac:spMkLst>
        </pc:spChg>
      </pc:sldChg>
      <pc:sldChg chg="modSp add mod">
        <pc:chgData name="Phipps, Michael" userId="22b19e64-ae93-4d74-aed7-bbb364ca0772" providerId="ADAL" clId="{9D0F7D1D-446D-4272-9E4B-BCD34F069D41}" dt="2021-11-24T18:58:53.954" v="3164" actId="20577"/>
        <pc:sldMkLst>
          <pc:docMk/>
          <pc:sldMk cId="3578017903" sldId="322"/>
        </pc:sldMkLst>
        <pc:spChg chg="mod">
          <ac:chgData name="Phipps, Michael" userId="22b19e64-ae93-4d74-aed7-bbb364ca0772" providerId="ADAL" clId="{9D0F7D1D-446D-4272-9E4B-BCD34F069D41}" dt="2021-11-24T18:58:53.954" v="3164" actId="20577"/>
          <ac:spMkLst>
            <pc:docMk/>
            <pc:sldMk cId="3578017903" sldId="322"/>
            <ac:spMk id="2" creationId="{F4813713-B0BF-4FAC-86F9-40D2003AD3CC}"/>
          </ac:spMkLst>
        </pc:spChg>
        <pc:spChg chg="mod">
          <ac:chgData name="Phipps, Michael" userId="22b19e64-ae93-4d74-aed7-bbb364ca0772" providerId="ADAL" clId="{9D0F7D1D-446D-4272-9E4B-BCD34F069D41}" dt="2021-11-24T17:51:32.592" v="691" actId="14100"/>
          <ac:spMkLst>
            <pc:docMk/>
            <pc:sldMk cId="3578017903" sldId="322"/>
            <ac:spMk id="3" creationId="{2EE2A086-0D77-4157-9CFE-8D81E7196E91}"/>
          </ac:spMkLst>
        </pc:spChg>
      </pc:sldChg>
      <pc:sldChg chg="add ord">
        <pc:chgData name="Phipps, Michael" userId="22b19e64-ae93-4d74-aed7-bbb364ca0772" providerId="ADAL" clId="{9D0F7D1D-446D-4272-9E4B-BCD34F069D41}" dt="2021-11-24T18:38:29.875" v="3156"/>
        <pc:sldMkLst>
          <pc:docMk/>
          <pc:sldMk cId="1956526491" sldId="323"/>
        </pc:sldMkLst>
      </pc:sldChg>
      <pc:sldChg chg="add ord">
        <pc:chgData name="Phipps, Michael" userId="22b19e64-ae93-4d74-aed7-bbb364ca0772" providerId="ADAL" clId="{9D0F7D1D-446D-4272-9E4B-BCD34F069D41}" dt="2021-11-24T18:38:29.875" v="3156"/>
        <pc:sldMkLst>
          <pc:docMk/>
          <pc:sldMk cId="4249120630" sldId="324"/>
        </pc:sldMkLst>
      </pc:sldChg>
      <pc:sldChg chg="modSp add mod">
        <pc:chgData name="Phipps, Michael" userId="22b19e64-ae93-4d74-aed7-bbb364ca0772" providerId="ADAL" clId="{9D0F7D1D-446D-4272-9E4B-BCD34F069D41}" dt="2021-11-24T19:05:15.163" v="3747" actId="20577"/>
        <pc:sldMkLst>
          <pc:docMk/>
          <pc:sldMk cId="589041383" sldId="325"/>
        </pc:sldMkLst>
        <pc:spChg chg="mod">
          <ac:chgData name="Phipps, Michael" userId="22b19e64-ae93-4d74-aed7-bbb364ca0772" providerId="ADAL" clId="{9D0F7D1D-446D-4272-9E4B-BCD34F069D41}" dt="2021-11-24T19:05:15.163" v="3747" actId="20577"/>
          <ac:spMkLst>
            <pc:docMk/>
            <pc:sldMk cId="589041383" sldId="325"/>
            <ac:spMk id="3" creationId="{52A94773-4763-4AE8-A1DB-CA5C04750866}"/>
          </ac:spMkLst>
        </pc:spChg>
      </pc:sldChg>
      <pc:sldChg chg="add">
        <pc:chgData name="Phipps, Michael" userId="22b19e64-ae93-4d74-aed7-bbb364ca0772" providerId="ADAL" clId="{9D0F7D1D-446D-4272-9E4B-BCD34F069D41}" dt="2021-11-23T19:10:33.659" v="0"/>
        <pc:sldMkLst>
          <pc:docMk/>
          <pc:sldMk cId="3637054772" sldId="326"/>
        </pc:sldMkLst>
      </pc:sldChg>
      <pc:sldChg chg="add del">
        <pc:chgData name="Phipps, Michael" userId="22b19e64-ae93-4d74-aed7-bbb364ca0772" providerId="ADAL" clId="{9D0F7D1D-446D-4272-9E4B-BCD34F069D41}" dt="2021-11-24T18:39:23.944" v="3157" actId="2696"/>
        <pc:sldMkLst>
          <pc:docMk/>
          <pc:sldMk cId="3245796144" sldId="327"/>
        </pc:sldMkLst>
      </pc:sldChg>
      <pc:sldChg chg="add">
        <pc:chgData name="Phipps, Michael" userId="22b19e64-ae93-4d74-aed7-bbb364ca0772" providerId="ADAL" clId="{9D0F7D1D-446D-4272-9E4B-BCD34F069D41}" dt="2021-11-23T19:10:33.659" v="0"/>
        <pc:sldMkLst>
          <pc:docMk/>
          <pc:sldMk cId="1013119263" sldId="328"/>
        </pc:sldMkLst>
      </pc:sldChg>
      <pc:sldChg chg="modSp add mod">
        <pc:chgData name="Phipps, Michael" userId="22b19e64-ae93-4d74-aed7-bbb364ca0772" providerId="ADAL" clId="{9D0F7D1D-446D-4272-9E4B-BCD34F069D41}" dt="2021-11-24T16:26:47.402" v="207" actId="20577"/>
        <pc:sldMkLst>
          <pc:docMk/>
          <pc:sldMk cId="2359711458" sldId="329"/>
        </pc:sldMkLst>
        <pc:spChg chg="mod">
          <ac:chgData name="Phipps, Michael" userId="22b19e64-ae93-4d74-aed7-bbb364ca0772" providerId="ADAL" clId="{9D0F7D1D-446D-4272-9E4B-BCD34F069D41}" dt="2021-11-24T16:26:47.402" v="207" actId="20577"/>
          <ac:spMkLst>
            <pc:docMk/>
            <pc:sldMk cId="2359711458" sldId="329"/>
            <ac:spMk id="3" creationId="{D9BAAF67-82F7-4ED2-85D6-681BE1C4C3AE}"/>
          </ac:spMkLst>
        </pc:spChg>
      </pc:sldChg>
      <pc:sldChg chg="add ord">
        <pc:chgData name="Phipps, Michael" userId="22b19e64-ae93-4d74-aed7-bbb364ca0772" providerId="ADAL" clId="{9D0F7D1D-446D-4272-9E4B-BCD34F069D41}" dt="2021-11-24T19:06:13.165" v="3749"/>
        <pc:sldMkLst>
          <pc:docMk/>
          <pc:sldMk cId="3281873766" sldId="330"/>
        </pc:sldMkLst>
      </pc:sldChg>
      <pc:sldChg chg="add del">
        <pc:chgData name="Phipps, Michael" userId="22b19e64-ae93-4d74-aed7-bbb364ca0772" providerId="ADAL" clId="{9D0F7D1D-446D-4272-9E4B-BCD34F069D41}" dt="2021-11-24T19:06:19.890" v="3750" actId="47"/>
        <pc:sldMkLst>
          <pc:docMk/>
          <pc:sldMk cId="1585823034" sldId="331"/>
        </pc:sldMkLst>
      </pc:sldChg>
      <pc:sldChg chg="modSp add mod ord">
        <pc:chgData name="Phipps, Michael" userId="22b19e64-ae93-4d74-aed7-bbb364ca0772" providerId="ADAL" clId="{9D0F7D1D-446D-4272-9E4B-BCD34F069D41}" dt="2021-11-24T19:07:17.050" v="3751" actId="33524"/>
        <pc:sldMkLst>
          <pc:docMk/>
          <pc:sldMk cId="3299024847" sldId="332"/>
        </pc:sldMkLst>
        <pc:spChg chg="mod">
          <ac:chgData name="Phipps, Michael" userId="22b19e64-ae93-4d74-aed7-bbb364ca0772" providerId="ADAL" clId="{9D0F7D1D-446D-4272-9E4B-BCD34F069D41}" dt="2021-11-24T19:07:17.050" v="3751" actId="33524"/>
          <ac:spMkLst>
            <pc:docMk/>
            <pc:sldMk cId="3299024847" sldId="332"/>
            <ac:spMk id="3" creationId="{8363A2C8-68F6-4713-AFC8-E7975EF23D0C}"/>
          </ac:spMkLst>
        </pc:spChg>
      </pc:sldChg>
      <pc:sldChg chg="add del">
        <pc:chgData name="Phipps, Michael" userId="22b19e64-ae93-4d74-aed7-bbb364ca0772" providerId="ADAL" clId="{9D0F7D1D-446D-4272-9E4B-BCD34F069D41}" dt="2021-11-24T19:06:19.890" v="3750" actId="47"/>
        <pc:sldMkLst>
          <pc:docMk/>
          <pc:sldMk cId="3276257332" sldId="333"/>
        </pc:sldMkLst>
      </pc:sldChg>
      <pc:sldChg chg="add del">
        <pc:chgData name="Phipps, Michael" userId="22b19e64-ae93-4d74-aed7-bbb364ca0772" providerId="ADAL" clId="{9D0F7D1D-446D-4272-9E4B-BCD34F069D41}" dt="2021-11-24T19:06:19.890" v="3750" actId="47"/>
        <pc:sldMkLst>
          <pc:docMk/>
          <pc:sldMk cId="3680596290" sldId="334"/>
        </pc:sldMkLst>
      </pc:sldChg>
      <pc:sldChg chg="add del">
        <pc:chgData name="Phipps, Michael" userId="22b19e64-ae93-4d74-aed7-bbb364ca0772" providerId="ADAL" clId="{9D0F7D1D-446D-4272-9E4B-BCD34F069D41}" dt="2021-11-24T19:06:19.890" v="3750" actId="47"/>
        <pc:sldMkLst>
          <pc:docMk/>
          <pc:sldMk cId="1053040831" sldId="335"/>
        </pc:sldMkLst>
      </pc:sldChg>
      <pc:sldChg chg="add del">
        <pc:chgData name="Phipps, Michael" userId="22b19e64-ae93-4d74-aed7-bbb364ca0772" providerId="ADAL" clId="{9D0F7D1D-446D-4272-9E4B-BCD34F069D41}" dt="2021-11-24T19:06:19.890" v="3750" actId="47"/>
        <pc:sldMkLst>
          <pc:docMk/>
          <pc:sldMk cId="2339500688" sldId="336"/>
        </pc:sldMkLst>
      </pc:sldChg>
      <pc:sldChg chg="add del">
        <pc:chgData name="Phipps, Michael" userId="22b19e64-ae93-4d74-aed7-bbb364ca0772" providerId="ADAL" clId="{9D0F7D1D-446D-4272-9E4B-BCD34F069D41}" dt="2021-11-24T19:06:19.890" v="3750" actId="47"/>
        <pc:sldMkLst>
          <pc:docMk/>
          <pc:sldMk cId="141947882" sldId="337"/>
        </pc:sldMkLst>
      </pc:sldChg>
      <pc:sldChg chg="addSp delSp modSp new mod">
        <pc:chgData name="Phipps, Michael" userId="22b19e64-ae93-4d74-aed7-bbb364ca0772" providerId="ADAL" clId="{9D0F7D1D-446D-4272-9E4B-BCD34F069D41}" dt="2021-11-24T17:27:28.009" v="274" actId="1076"/>
        <pc:sldMkLst>
          <pc:docMk/>
          <pc:sldMk cId="2904588250" sldId="338"/>
        </pc:sldMkLst>
        <pc:spChg chg="mod">
          <ac:chgData name="Phipps, Michael" userId="22b19e64-ae93-4d74-aed7-bbb364ca0772" providerId="ADAL" clId="{9D0F7D1D-446D-4272-9E4B-BCD34F069D41}" dt="2021-11-24T17:26:46.041" v="271" actId="20577"/>
          <ac:spMkLst>
            <pc:docMk/>
            <pc:sldMk cId="2904588250" sldId="338"/>
            <ac:spMk id="2" creationId="{40668895-60CA-4BE1-A201-2C0EF5666A14}"/>
          </ac:spMkLst>
        </pc:spChg>
        <pc:spChg chg="del">
          <ac:chgData name="Phipps, Michael" userId="22b19e64-ae93-4d74-aed7-bbb364ca0772" providerId="ADAL" clId="{9D0F7D1D-446D-4272-9E4B-BCD34F069D41}" dt="2021-11-24T17:26:49.040" v="272" actId="478"/>
          <ac:spMkLst>
            <pc:docMk/>
            <pc:sldMk cId="2904588250" sldId="338"/>
            <ac:spMk id="3" creationId="{4894BDD4-AF26-435E-ADF7-AC5581ED665E}"/>
          </ac:spMkLst>
        </pc:spChg>
        <pc:picChg chg="add mod">
          <ac:chgData name="Phipps, Michael" userId="22b19e64-ae93-4d74-aed7-bbb364ca0772" providerId="ADAL" clId="{9D0F7D1D-446D-4272-9E4B-BCD34F069D41}" dt="2021-11-24T17:27:28.009" v="274" actId="1076"/>
          <ac:picMkLst>
            <pc:docMk/>
            <pc:sldMk cId="2904588250" sldId="338"/>
            <ac:picMk id="5" creationId="{C66B88F8-B061-4DB3-8F90-A499C131BFC2}"/>
          </ac:picMkLst>
        </pc:picChg>
      </pc:sldChg>
      <pc:sldChg chg="addSp delSp modSp new mod">
        <pc:chgData name="Phipps, Michael" userId="22b19e64-ae93-4d74-aed7-bbb364ca0772" providerId="ADAL" clId="{9D0F7D1D-446D-4272-9E4B-BCD34F069D41}" dt="2021-11-24T17:44:29.720" v="573" actId="20577"/>
        <pc:sldMkLst>
          <pc:docMk/>
          <pc:sldMk cId="3231939103" sldId="339"/>
        </pc:sldMkLst>
        <pc:spChg chg="del">
          <ac:chgData name="Phipps, Michael" userId="22b19e64-ae93-4d74-aed7-bbb364ca0772" providerId="ADAL" clId="{9D0F7D1D-446D-4272-9E4B-BCD34F069D41}" dt="2021-11-24T17:29:52.783" v="302" actId="478"/>
          <ac:spMkLst>
            <pc:docMk/>
            <pc:sldMk cId="3231939103" sldId="339"/>
            <ac:spMk id="2" creationId="{959A04AA-B9F8-4F8B-B861-75FC2ECE36CF}"/>
          </ac:spMkLst>
        </pc:spChg>
        <pc:spChg chg="del">
          <ac:chgData name="Phipps, Michael" userId="22b19e64-ae93-4d74-aed7-bbb364ca0772" providerId="ADAL" clId="{9D0F7D1D-446D-4272-9E4B-BCD34F069D41}" dt="2021-11-24T17:29:52.783" v="302" actId="478"/>
          <ac:spMkLst>
            <pc:docMk/>
            <pc:sldMk cId="3231939103" sldId="339"/>
            <ac:spMk id="3" creationId="{7584625C-4A0E-4457-A2F2-4D4664AA0FBD}"/>
          </ac:spMkLst>
        </pc:spChg>
        <pc:spChg chg="add mod">
          <ac:chgData name="Phipps, Michael" userId="22b19e64-ae93-4d74-aed7-bbb364ca0772" providerId="ADAL" clId="{9D0F7D1D-446D-4272-9E4B-BCD34F069D41}" dt="2021-11-24T17:37:37.798" v="474" actId="1076"/>
          <ac:spMkLst>
            <pc:docMk/>
            <pc:sldMk cId="3231939103" sldId="339"/>
            <ac:spMk id="4" creationId="{C0D8578F-28E9-4F84-8E1B-A9C64CF83B34}"/>
          </ac:spMkLst>
        </pc:spChg>
        <pc:spChg chg="add mod">
          <ac:chgData name="Phipps, Michael" userId="22b19e64-ae93-4d74-aed7-bbb364ca0772" providerId="ADAL" clId="{9D0F7D1D-446D-4272-9E4B-BCD34F069D41}" dt="2021-11-24T17:32:28.505" v="421" actId="164"/>
          <ac:spMkLst>
            <pc:docMk/>
            <pc:sldMk cId="3231939103" sldId="339"/>
            <ac:spMk id="5" creationId="{0229FFE7-6462-4F35-A2A7-C8EF47EF6BB5}"/>
          </ac:spMkLst>
        </pc:spChg>
        <pc:spChg chg="add mod">
          <ac:chgData name="Phipps, Michael" userId="22b19e64-ae93-4d74-aed7-bbb364ca0772" providerId="ADAL" clId="{9D0F7D1D-446D-4272-9E4B-BCD34F069D41}" dt="2021-11-24T17:32:28.505" v="421" actId="164"/>
          <ac:spMkLst>
            <pc:docMk/>
            <pc:sldMk cId="3231939103" sldId="339"/>
            <ac:spMk id="6" creationId="{0397927C-6222-46F3-B7E7-7A90448ACD1B}"/>
          </ac:spMkLst>
        </pc:spChg>
        <pc:spChg chg="add mod">
          <ac:chgData name="Phipps, Michael" userId="22b19e64-ae93-4d74-aed7-bbb364ca0772" providerId="ADAL" clId="{9D0F7D1D-446D-4272-9E4B-BCD34F069D41}" dt="2021-11-24T17:37:43.210" v="475" actId="164"/>
          <ac:spMkLst>
            <pc:docMk/>
            <pc:sldMk cId="3231939103" sldId="339"/>
            <ac:spMk id="7" creationId="{8C617CC1-99EC-478B-BFDC-EC24E2D6A24C}"/>
          </ac:spMkLst>
        </pc:spChg>
        <pc:spChg chg="add mod">
          <ac:chgData name="Phipps, Michael" userId="22b19e64-ae93-4d74-aed7-bbb364ca0772" providerId="ADAL" clId="{9D0F7D1D-446D-4272-9E4B-BCD34F069D41}" dt="2021-11-24T17:37:43.210" v="475" actId="164"/>
          <ac:spMkLst>
            <pc:docMk/>
            <pc:sldMk cId="3231939103" sldId="339"/>
            <ac:spMk id="13" creationId="{F0D53A2F-0AE3-42F1-A26B-7305EB6FA1D3}"/>
          </ac:spMkLst>
        </pc:spChg>
        <pc:spChg chg="add mod">
          <ac:chgData name="Phipps, Michael" userId="22b19e64-ae93-4d74-aed7-bbb364ca0772" providerId="ADAL" clId="{9D0F7D1D-446D-4272-9E4B-BCD34F069D41}" dt="2021-11-24T17:37:43.210" v="475" actId="164"/>
          <ac:spMkLst>
            <pc:docMk/>
            <pc:sldMk cId="3231939103" sldId="339"/>
            <ac:spMk id="17" creationId="{5D0F4513-637D-43D9-9353-A2F85C0FD92B}"/>
          </ac:spMkLst>
        </pc:spChg>
        <pc:spChg chg="add mod">
          <ac:chgData name="Phipps, Michael" userId="22b19e64-ae93-4d74-aed7-bbb364ca0772" providerId="ADAL" clId="{9D0F7D1D-446D-4272-9E4B-BCD34F069D41}" dt="2021-11-24T17:37:43.210" v="475" actId="164"/>
          <ac:spMkLst>
            <pc:docMk/>
            <pc:sldMk cId="3231939103" sldId="339"/>
            <ac:spMk id="18" creationId="{A1875D18-089C-4BD7-A503-8007175EB249}"/>
          </ac:spMkLst>
        </pc:spChg>
        <pc:spChg chg="add mod">
          <ac:chgData name="Phipps, Michael" userId="22b19e64-ae93-4d74-aed7-bbb364ca0772" providerId="ADAL" clId="{9D0F7D1D-446D-4272-9E4B-BCD34F069D41}" dt="2021-11-24T17:44:29.720" v="573" actId="20577"/>
          <ac:spMkLst>
            <pc:docMk/>
            <pc:sldMk cId="3231939103" sldId="339"/>
            <ac:spMk id="20" creationId="{5957A02E-413F-4048-B89F-DCFA01B620B9}"/>
          </ac:spMkLst>
        </pc:spChg>
        <pc:grpChg chg="add mod">
          <ac:chgData name="Phipps, Michael" userId="22b19e64-ae93-4d74-aed7-bbb364ca0772" providerId="ADAL" clId="{9D0F7D1D-446D-4272-9E4B-BCD34F069D41}" dt="2021-11-24T17:37:51.149" v="477" actId="1076"/>
          <ac:grpSpMkLst>
            <pc:docMk/>
            <pc:sldMk cId="3231939103" sldId="339"/>
            <ac:grpSpMk id="10" creationId="{528F17AF-2611-4A28-B4FE-53AF37E9050A}"/>
          </ac:grpSpMkLst>
        </pc:grpChg>
        <pc:grpChg chg="add mod">
          <ac:chgData name="Phipps, Michael" userId="22b19e64-ae93-4d74-aed7-bbb364ca0772" providerId="ADAL" clId="{9D0F7D1D-446D-4272-9E4B-BCD34F069D41}" dt="2021-11-24T17:37:57.734" v="478" actId="1076"/>
          <ac:grpSpMkLst>
            <pc:docMk/>
            <pc:sldMk cId="3231939103" sldId="339"/>
            <ac:grpSpMk id="19" creationId="{19A90F17-1F87-4285-A150-B65651BD63CF}"/>
          </ac:grpSpMkLst>
        </pc:grpChg>
        <pc:cxnChg chg="add mod">
          <ac:chgData name="Phipps, Michael" userId="22b19e64-ae93-4d74-aed7-bbb364ca0772" providerId="ADAL" clId="{9D0F7D1D-446D-4272-9E4B-BCD34F069D41}" dt="2021-11-24T17:37:51.149" v="477" actId="1076"/>
          <ac:cxnSpMkLst>
            <pc:docMk/>
            <pc:sldMk cId="3231939103" sldId="339"/>
            <ac:cxnSpMk id="9" creationId="{5B65A053-E43E-4DC3-B057-62F6632EFBDF}"/>
          </ac:cxnSpMkLst>
        </pc:cxnChg>
        <pc:cxnChg chg="add mod">
          <ac:chgData name="Phipps, Michael" userId="22b19e64-ae93-4d74-aed7-bbb364ca0772" providerId="ADAL" clId="{9D0F7D1D-446D-4272-9E4B-BCD34F069D41}" dt="2021-11-24T17:37:57.734" v="478" actId="1076"/>
          <ac:cxnSpMkLst>
            <pc:docMk/>
            <pc:sldMk cId="3231939103" sldId="339"/>
            <ac:cxnSpMk id="12" creationId="{6C682BB7-85FE-4683-A938-6D3FF943D996}"/>
          </ac:cxnSpMkLst>
        </pc:cxnChg>
        <pc:cxnChg chg="add mod">
          <ac:chgData name="Phipps, Michael" userId="22b19e64-ae93-4d74-aed7-bbb364ca0772" providerId="ADAL" clId="{9D0F7D1D-446D-4272-9E4B-BCD34F069D41}" dt="2021-11-24T17:37:57.734" v="478" actId="1076"/>
          <ac:cxnSpMkLst>
            <pc:docMk/>
            <pc:sldMk cId="3231939103" sldId="339"/>
            <ac:cxnSpMk id="15" creationId="{61C54BC0-FE32-4B6D-96B7-50A260706DF1}"/>
          </ac:cxnSpMkLst>
        </pc:cxnChg>
      </pc:sldChg>
      <pc:sldChg chg="addSp delSp modSp new mod">
        <pc:chgData name="Phipps, Michael" userId="22b19e64-ae93-4d74-aed7-bbb364ca0772" providerId="ADAL" clId="{9D0F7D1D-446D-4272-9E4B-BCD34F069D41}" dt="2021-11-24T17:44:17.598" v="555" actId="1076"/>
        <pc:sldMkLst>
          <pc:docMk/>
          <pc:sldMk cId="3780960147" sldId="340"/>
        </pc:sldMkLst>
        <pc:spChg chg="del">
          <ac:chgData name="Phipps, Michael" userId="22b19e64-ae93-4d74-aed7-bbb364ca0772" providerId="ADAL" clId="{9D0F7D1D-446D-4272-9E4B-BCD34F069D41}" dt="2021-11-24T17:38:13.774" v="480" actId="478"/>
          <ac:spMkLst>
            <pc:docMk/>
            <pc:sldMk cId="3780960147" sldId="340"/>
            <ac:spMk id="2" creationId="{1BF49FDD-0149-41DC-BB57-47C7D648D15B}"/>
          </ac:spMkLst>
        </pc:spChg>
        <pc:spChg chg="del">
          <ac:chgData name="Phipps, Michael" userId="22b19e64-ae93-4d74-aed7-bbb364ca0772" providerId="ADAL" clId="{9D0F7D1D-446D-4272-9E4B-BCD34F069D41}" dt="2021-11-24T17:38:13.774" v="480" actId="478"/>
          <ac:spMkLst>
            <pc:docMk/>
            <pc:sldMk cId="3780960147" sldId="340"/>
            <ac:spMk id="3" creationId="{0C6AC4E9-96F3-42C9-8378-EDEAD4E393B9}"/>
          </ac:spMkLst>
        </pc:spChg>
        <pc:spChg chg="mod">
          <ac:chgData name="Phipps, Michael" userId="22b19e64-ae93-4d74-aed7-bbb364ca0772" providerId="ADAL" clId="{9D0F7D1D-446D-4272-9E4B-BCD34F069D41}" dt="2021-11-24T17:38:14.125" v="481"/>
          <ac:spMkLst>
            <pc:docMk/>
            <pc:sldMk cId="3780960147" sldId="340"/>
            <ac:spMk id="5" creationId="{E58A0EC8-2D22-477F-A371-1651F2A616B8}"/>
          </ac:spMkLst>
        </pc:spChg>
        <pc:spChg chg="mod">
          <ac:chgData name="Phipps, Michael" userId="22b19e64-ae93-4d74-aed7-bbb364ca0772" providerId="ADAL" clId="{9D0F7D1D-446D-4272-9E4B-BCD34F069D41}" dt="2021-11-24T17:38:14.125" v="481"/>
          <ac:spMkLst>
            <pc:docMk/>
            <pc:sldMk cId="3780960147" sldId="340"/>
            <ac:spMk id="6" creationId="{6EB582AE-238D-4D8F-8ABE-532E207EB289}"/>
          </ac:spMkLst>
        </pc:spChg>
        <pc:spChg chg="mod">
          <ac:chgData name="Phipps, Michael" userId="22b19e64-ae93-4d74-aed7-bbb364ca0772" providerId="ADAL" clId="{9D0F7D1D-446D-4272-9E4B-BCD34F069D41}" dt="2021-11-24T17:38:14.125" v="481"/>
          <ac:spMkLst>
            <pc:docMk/>
            <pc:sldMk cId="3780960147" sldId="340"/>
            <ac:spMk id="7" creationId="{8ABD0645-B4B7-41D3-A2C3-8233EC5E7090}"/>
          </ac:spMkLst>
        </pc:spChg>
        <pc:spChg chg="mod">
          <ac:chgData name="Phipps, Michael" userId="22b19e64-ae93-4d74-aed7-bbb364ca0772" providerId="ADAL" clId="{9D0F7D1D-446D-4272-9E4B-BCD34F069D41}" dt="2021-11-24T17:38:14.125" v="481"/>
          <ac:spMkLst>
            <pc:docMk/>
            <pc:sldMk cId="3780960147" sldId="340"/>
            <ac:spMk id="8" creationId="{7F3D4BE5-38D4-4B14-ABB2-639F29944067}"/>
          </ac:spMkLst>
        </pc:spChg>
        <pc:spChg chg="add mod">
          <ac:chgData name="Phipps, Michael" userId="22b19e64-ae93-4d74-aed7-bbb364ca0772" providerId="ADAL" clId="{9D0F7D1D-446D-4272-9E4B-BCD34F069D41}" dt="2021-11-24T17:42:31.737" v="510" actId="14100"/>
          <ac:spMkLst>
            <pc:docMk/>
            <pc:sldMk cId="3780960147" sldId="340"/>
            <ac:spMk id="9" creationId="{254BE76B-9D01-47BB-835C-B1C9CB26DC8D}"/>
          </ac:spMkLst>
        </pc:spChg>
        <pc:spChg chg="add mod">
          <ac:chgData name="Phipps, Michael" userId="22b19e64-ae93-4d74-aed7-bbb364ca0772" providerId="ADAL" clId="{9D0F7D1D-446D-4272-9E4B-BCD34F069D41}" dt="2021-11-24T17:42:53.685" v="516" actId="1076"/>
          <ac:spMkLst>
            <pc:docMk/>
            <pc:sldMk cId="3780960147" sldId="340"/>
            <ac:spMk id="12" creationId="{6A2A2304-DFC6-47ED-8A08-3AD678540B6A}"/>
          </ac:spMkLst>
        </pc:spChg>
        <pc:spChg chg="add mod">
          <ac:chgData name="Phipps, Michael" userId="22b19e64-ae93-4d74-aed7-bbb364ca0772" providerId="ADAL" clId="{9D0F7D1D-446D-4272-9E4B-BCD34F069D41}" dt="2021-11-24T17:40:49.177" v="503" actId="1076"/>
          <ac:spMkLst>
            <pc:docMk/>
            <pc:sldMk cId="3780960147" sldId="340"/>
            <ac:spMk id="13" creationId="{5B7A1F8C-40A0-4E4E-B3B9-174D2D9B8998}"/>
          </ac:spMkLst>
        </pc:spChg>
        <pc:spChg chg="add">
          <ac:chgData name="Phipps, Michael" userId="22b19e64-ae93-4d74-aed7-bbb364ca0772" providerId="ADAL" clId="{9D0F7D1D-446D-4272-9E4B-BCD34F069D41}" dt="2021-11-24T17:41:24.108" v="505" actId="11529"/>
          <ac:spMkLst>
            <pc:docMk/>
            <pc:sldMk cId="3780960147" sldId="340"/>
            <ac:spMk id="16" creationId="{A27CE82E-AD4A-4F94-BF2D-51EFEBAE573D}"/>
          </ac:spMkLst>
        </pc:spChg>
        <pc:spChg chg="add mod">
          <ac:chgData name="Phipps, Michael" userId="22b19e64-ae93-4d74-aed7-bbb364ca0772" providerId="ADAL" clId="{9D0F7D1D-446D-4272-9E4B-BCD34F069D41}" dt="2021-11-24T17:41:38.945" v="508" actId="14100"/>
          <ac:spMkLst>
            <pc:docMk/>
            <pc:sldMk cId="3780960147" sldId="340"/>
            <ac:spMk id="17" creationId="{BA3D9AB0-2852-4710-936F-2BC5383A8272}"/>
          </ac:spMkLst>
        </pc:spChg>
        <pc:spChg chg="add mod">
          <ac:chgData name="Phipps, Michael" userId="22b19e64-ae93-4d74-aed7-bbb364ca0772" providerId="ADAL" clId="{9D0F7D1D-446D-4272-9E4B-BCD34F069D41}" dt="2021-11-24T17:43:22.168" v="520" actId="14100"/>
          <ac:spMkLst>
            <pc:docMk/>
            <pc:sldMk cId="3780960147" sldId="340"/>
            <ac:spMk id="20" creationId="{C531E726-D18F-4E8A-B1C4-03327166F356}"/>
          </ac:spMkLst>
        </pc:spChg>
        <pc:spChg chg="add mod">
          <ac:chgData name="Phipps, Michael" userId="22b19e64-ae93-4d74-aed7-bbb364ca0772" providerId="ADAL" clId="{9D0F7D1D-446D-4272-9E4B-BCD34F069D41}" dt="2021-11-24T17:43:51.648" v="533" actId="1076"/>
          <ac:spMkLst>
            <pc:docMk/>
            <pc:sldMk cId="3780960147" sldId="340"/>
            <ac:spMk id="21" creationId="{CB1CBDF4-2E4D-4B27-85C9-D978CB142DDC}"/>
          </ac:spMkLst>
        </pc:spChg>
        <pc:spChg chg="add mod">
          <ac:chgData name="Phipps, Michael" userId="22b19e64-ae93-4d74-aed7-bbb364ca0772" providerId="ADAL" clId="{9D0F7D1D-446D-4272-9E4B-BCD34F069D41}" dt="2021-11-24T17:44:17.598" v="555" actId="1076"/>
          <ac:spMkLst>
            <pc:docMk/>
            <pc:sldMk cId="3780960147" sldId="340"/>
            <ac:spMk id="22" creationId="{C61F7E6F-6E85-4C40-9B2E-27E5055F7B08}"/>
          </ac:spMkLst>
        </pc:spChg>
        <pc:grpChg chg="add mod">
          <ac:chgData name="Phipps, Michael" userId="22b19e64-ae93-4d74-aed7-bbb364ca0772" providerId="ADAL" clId="{9D0F7D1D-446D-4272-9E4B-BCD34F069D41}" dt="2021-11-24T17:38:20.520" v="482" actId="1076"/>
          <ac:grpSpMkLst>
            <pc:docMk/>
            <pc:sldMk cId="3780960147" sldId="340"/>
            <ac:grpSpMk id="4" creationId="{9DDF3A73-3CB3-4E18-A1A0-94E941D366D7}"/>
          </ac:grpSpMkLst>
        </pc:grpChg>
        <pc:cxnChg chg="add mod">
          <ac:chgData name="Phipps, Michael" userId="22b19e64-ae93-4d74-aed7-bbb364ca0772" providerId="ADAL" clId="{9D0F7D1D-446D-4272-9E4B-BCD34F069D41}" dt="2021-11-24T17:42:40.841" v="511" actId="1076"/>
          <ac:cxnSpMkLst>
            <pc:docMk/>
            <pc:sldMk cId="3780960147" sldId="340"/>
            <ac:cxnSpMk id="11" creationId="{05244659-B6D6-4B09-9408-08F19805C41B}"/>
          </ac:cxnSpMkLst>
        </pc:cxnChg>
        <pc:cxnChg chg="add mod">
          <ac:chgData name="Phipps, Michael" userId="22b19e64-ae93-4d74-aed7-bbb364ca0772" providerId="ADAL" clId="{9D0F7D1D-446D-4272-9E4B-BCD34F069D41}" dt="2021-11-24T17:41:58.633" v="509" actId="208"/>
          <ac:cxnSpMkLst>
            <pc:docMk/>
            <pc:sldMk cId="3780960147" sldId="340"/>
            <ac:cxnSpMk id="15" creationId="{8FFEB7C1-0D19-4440-BC04-A488489C4ADF}"/>
          </ac:cxnSpMkLst>
        </pc:cxnChg>
        <pc:cxnChg chg="add del mod">
          <ac:chgData name="Phipps, Michael" userId="22b19e64-ae93-4d74-aed7-bbb364ca0772" providerId="ADAL" clId="{9D0F7D1D-446D-4272-9E4B-BCD34F069D41}" dt="2021-11-24T17:43:10.471" v="517" actId="478"/>
          <ac:cxnSpMkLst>
            <pc:docMk/>
            <pc:sldMk cId="3780960147" sldId="340"/>
            <ac:cxnSpMk id="18" creationId="{738CBB8B-B8AA-4C66-9AF7-C57AC78614C3}"/>
          </ac:cxnSpMkLst>
        </pc:cxnChg>
      </pc:sldChg>
      <pc:sldChg chg="addSp delSp modSp new mod">
        <pc:chgData name="Phipps, Michael" userId="22b19e64-ae93-4d74-aed7-bbb364ca0772" providerId="ADAL" clId="{9D0F7D1D-446D-4272-9E4B-BCD34F069D41}" dt="2021-11-24T17:47:26.533" v="617" actId="1076"/>
        <pc:sldMkLst>
          <pc:docMk/>
          <pc:sldMk cId="236197156" sldId="341"/>
        </pc:sldMkLst>
        <pc:spChg chg="del">
          <ac:chgData name="Phipps, Michael" userId="22b19e64-ae93-4d74-aed7-bbb364ca0772" providerId="ADAL" clId="{9D0F7D1D-446D-4272-9E4B-BCD34F069D41}" dt="2021-11-24T17:45:02.021" v="577" actId="478"/>
          <ac:spMkLst>
            <pc:docMk/>
            <pc:sldMk cId="236197156" sldId="341"/>
            <ac:spMk id="2" creationId="{AF5F0EF9-F44C-4C52-A32F-CEDC0CEAD9AF}"/>
          </ac:spMkLst>
        </pc:spChg>
        <pc:spChg chg="del">
          <ac:chgData name="Phipps, Michael" userId="22b19e64-ae93-4d74-aed7-bbb364ca0772" providerId="ADAL" clId="{9D0F7D1D-446D-4272-9E4B-BCD34F069D41}" dt="2021-11-24T17:45:02.021" v="577" actId="478"/>
          <ac:spMkLst>
            <pc:docMk/>
            <pc:sldMk cId="236197156" sldId="341"/>
            <ac:spMk id="3" creationId="{DC9CB961-C61B-4820-8904-1972144303D8}"/>
          </ac:spMkLst>
        </pc:spChg>
        <pc:spChg chg="add del mod">
          <ac:chgData name="Phipps, Michael" userId="22b19e64-ae93-4d74-aed7-bbb364ca0772" providerId="ADAL" clId="{9D0F7D1D-446D-4272-9E4B-BCD34F069D41}" dt="2021-11-24T17:45:00.510" v="576"/>
          <ac:spMkLst>
            <pc:docMk/>
            <pc:sldMk cId="236197156" sldId="341"/>
            <ac:spMk id="4" creationId="{89792C4E-16B2-43E6-926A-44E1C14BA724}"/>
          </ac:spMkLst>
        </pc:spChg>
        <pc:spChg chg="add del mod">
          <ac:chgData name="Phipps, Michael" userId="22b19e64-ae93-4d74-aed7-bbb364ca0772" providerId="ADAL" clId="{9D0F7D1D-446D-4272-9E4B-BCD34F069D41}" dt="2021-11-24T17:45:00.510" v="576"/>
          <ac:spMkLst>
            <pc:docMk/>
            <pc:sldMk cId="236197156" sldId="341"/>
            <ac:spMk id="5" creationId="{ACE2D4D6-3E95-4C68-86A7-4CCDBB46C97E}"/>
          </ac:spMkLst>
        </pc:spChg>
        <pc:spChg chg="add del mod">
          <ac:chgData name="Phipps, Michael" userId="22b19e64-ae93-4d74-aed7-bbb364ca0772" providerId="ADAL" clId="{9D0F7D1D-446D-4272-9E4B-BCD34F069D41}" dt="2021-11-24T17:45:00.510" v="576"/>
          <ac:spMkLst>
            <pc:docMk/>
            <pc:sldMk cId="236197156" sldId="341"/>
            <ac:spMk id="7" creationId="{F15B6F7B-0D3D-4E1F-B157-FC643CEA0617}"/>
          </ac:spMkLst>
        </pc:spChg>
        <pc:spChg chg="add del mod">
          <ac:chgData name="Phipps, Michael" userId="22b19e64-ae93-4d74-aed7-bbb364ca0772" providerId="ADAL" clId="{9D0F7D1D-446D-4272-9E4B-BCD34F069D41}" dt="2021-11-24T17:45:00.510" v="576"/>
          <ac:spMkLst>
            <pc:docMk/>
            <pc:sldMk cId="236197156" sldId="341"/>
            <ac:spMk id="8" creationId="{B7AE65BD-D077-4FC2-9FE1-46F3FFD006B8}"/>
          </ac:spMkLst>
        </pc:spChg>
        <pc:spChg chg="add del mod">
          <ac:chgData name="Phipps, Michael" userId="22b19e64-ae93-4d74-aed7-bbb364ca0772" providerId="ADAL" clId="{9D0F7D1D-446D-4272-9E4B-BCD34F069D41}" dt="2021-11-24T17:45:00.510" v="576"/>
          <ac:spMkLst>
            <pc:docMk/>
            <pc:sldMk cId="236197156" sldId="341"/>
            <ac:spMk id="9" creationId="{BDE11FBB-A986-4BE2-9A2F-6E99AC6139C2}"/>
          </ac:spMkLst>
        </pc:spChg>
        <pc:spChg chg="add mod">
          <ac:chgData name="Phipps, Michael" userId="22b19e64-ae93-4d74-aed7-bbb364ca0772" providerId="ADAL" clId="{9D0F7D1D-446D-4272-9E4B-BCD34F069D41}" dt="2021-11-24T17:47:26.533" v="617" actId="1076"/>
          <ac:spMkLst>
            <pc:docMk/>
            <pc:sldMk cId="236197156" sldId="341"/>
            <ac:spMk id="10" creationId="{38830D03-E391-4232-89D4-4B513A5DE237}"/>
          </ac:spMkLst>
        </pc:spChg>
        <pc:spChg chg="add mod">
          <ac:chgData name="Phipps, Michael" userId="22b19e64-ae93-4d74-aed7-bbb364ca0772" providerId="ADAL" clId="{9D0F7D1D-446D-4272-9E4B-BCD34F069D41}" dt="2021-11-24T17:47:26.533" v="617" actId="1076"/>
          <ac:spMkLst>
            <pc:docMk/>
            <pc:sldMk cId="236197156" sldId="341"/>
            <ac:spMk id="11" creationId="{523DE640-D182-41DF-A279-6514804546B3}"/>
          </ac:spMkLst>
        </pc:spChg>
        <pc:spChg chg="add mod">
          <ac:chgData name="Phipps, Michael" userId="22b19e64-ae93-4d74-aed7-bbb364ca0772" providerId="ADAL" clId="{9D0F7D1D-446D-4272-9E4B-BCD34F069D41}" dt="2021-11-24T17:47:26.533" v="617" actId="1076"/>
          <ac:spMkLst>
            <pc:docMk/>
            <pc:sldMk cId="236197156" sldId="341"/>
            <ac:spMk id="13" creationId="{5622AE01-72B9-4463-9880-601A4CF925AB}"/>
          </ac:spMkLst>
        </pc:spChg>
        <pc:spChg chg="add mod">
          <ac:chgData name="Phipps, Michael" userId="22b19e64-ae93-4d74-aed7-bbb364ca0772" providerId="ADAL" clId="{9D0F7D1D-446D-4272-9E4B-BCD34F069D41}" dt="2021-11-24T17:47:26.533" v="617" actId="1076"/>
          <ac:spMkLst>
            <pc:docMk/>
            <pc:sldMk cId="236197156" sldId="341"/>
            <ac:spMk id="14" creationId="{8CAC889B-57DA-4CF7-8CB9-952065F10D70}"/>
          </ac:spMkLst>
        </pc:spChg>
        <pc:spChg chg="add mod">
          <ac:chgData name="Phipps, Michael" userId="22b19e64-ae93-4d74-aed7-bbb364ca0772" providerId="ADAL" clId="{9D0F7D1D-446D-4272-9E4B-BCD34F069D41}" dt="2021-11-24T17:47:26.533" v="617" actId="1076"/>
          <ac:spMkLst>
            <pc:docMk/>
            <pc:sldMk cId="236197156" sldId="341"/>
            <ac:spMk id="15" creationId="{74EB7D62-DE5B-42C3-B3F2-4D71557265BA}"/>
          </ac:spMkLst>
        </pc:spChg>
        <pc:spChg chg="add del mod">
          <ac:chgData name="Phipps, Michael" userId="22b19e64-ae93-4d74-aed7-bbb364ca0772" providerId="ADAL" clId="{9D0F7D1D-446D-4272-9E4B-BCD34F069D41}" dt="2021-11-24T17:45:39.801" v="583"/>
          <ac:spMkLst>
            <pc:docMk/>
            <pc:sldMk cId="236197156" sldId="341"/>
            <ac:spMk id="18" creationId="{A7ECA83C-191B-4221-BE7E-07117A1BBAA4}"/>
          </ac:spMkLst>
        </pc:spChg>
        <pc:spChg chg="add del mod">
          <ac:chgData name="Phipps, Michael" userId="22b19e64-ae93-4d74-aed7-bbb364ca0772" providerId="ADAL" clId="{9D0F7D1D-446D-4272-9E4B-BCD34F069D41}" dt="2021-11-24T17:45:39.801" v="583"/>
          <ac:spMkLst>
            <pc:docMk/>
            <pc:sldMk cId="236197156" sldId="341"/>
            <ac:spMk id="19" creationId="{AEFCC193-5052-4BB8-8515-16B7C517B15E}"/>
          </ac:spMkLst>
        </pc:spChg>
        <pc:spChg chg="add del mod">
          <ac:chgData name="Phipps, Michael" userId="22b19e64-ae93-4d74-aed7-bbb364ca0772" providerId="ADAL" clId="{9D0F7D1D-446D-4272-9E4B-BCD34F069D41}" dt="2021-11-24T17:45:39.801" v="583"/>
          <ac:spMkLst>
            <pc:docMk/>
            <pc:sldMk cId="236197156" sldId="341"/>
            <ac:spMk id="21" creationId="{19F6F55E-AEA5-4DFB-9BA9-02F7EA579205}"/>
          </ac:spMkLst>
        </pc:spChg>
        <pc:spChg chg="add del mod">
          <ac:chgData name="Phipps, Michael" userId="22b19e64-ae93-4d74-aed7-bbb364ca0772" providerId="ADAL" clId="{9D0F7D1D-446D-4272-9E4B-BCD34F069D41}" dt="2021-11-24T17:45:39.801" v="583"/>
          <ac:spMkLst>
            <pc:docMk/>
            <pc:sldMk cId="236197156" sldId="341"/>
            <ac:spMk id="22" creationId="{48937BBA-95A2-4028-8CFB-4B7F2429FC9C}"/>
          </ac:spMkLst>
        </pc:spChg>
        <pc:spChg chg="add del mod">
          <ac:chgData name="Phipps, Michael" userId="22b19e64-ae93-4d74-aed7-bbb364ca0772" providerId="ADAL" clId="{9D0F7D1D-446D-4272-9E4B-BCD34F069D41}" dt="2021-11-24T17:45:39.801" v="583"/>
          <ac:spMkLst>
            <pc:docMk/>
            <pc:sldMk cId="236197156" sldId="341"/>
            <ac:spMk id="23" creationId="{8D6D265B-FEE4-4CA4-A552-A58033475EA5}"/>
          </ac:spMkLst>
        </pc:spChg>
        <pc:spChg chg="add mod">
          <ac:chgData name="Phipps, Michael" userId="22b19e64-ae93-4d74-aed7-bbb364ca0772" providerId="ADAL" clId="{9D0F7D1D-446D-4272-9E4B-BCD34F069D41}" dt="2021-11-24T17:47:26.533" v="617" actId="1076"/>
          <ac:spMkLst>
            <pc:docMk/>
            <pc:sldMk cId="236197156" sldId="341"/>
            <ac:spMk id="24" creationId="{80C78516-F200-484C-8111-2B61DF5E4E11}"/>
          </ac:spMkLst>
        </pc:spChg>
        <pc:spChg chg="add mod">
          <ac:chgData name="Phipps, Michael" userId="22b19e64-ae93-4d74-aed7-bbb364ca0772" providerId="ADAL" clId="{9D0F7D1D-446D-4272-9E4B-BCD34F069D41}" dt="2021-11-24T17:47:26.533" v="617" actId="1076"/>
          <ac:spMkLst>
            <pc:docMk/>
            <pc:sldMk cId="236197156" sldId="341"/>
            <ac:spMk id="26" creationId="{39FE004D-4BBD-4E95-81AF-D54185FF7FFA}"/>
          </ac:spMkLst>
        </pc:spChg>
        <pc:spChg chg="add mod">
          <ac:chgData name="Phipps, Michael" userId="22b19e64-ae93-4d74-aed7-bbb364ca0772" providerId="ADAL" clId="{9D0F7D1D-446D-4272-9E4B-BCD34F069D41}" dt="2021-11-24T17:47:26.533" v="617" actId="1076"/>
          <ac:spMkLst>
            <pc:docMk/>
            <pc:sldMk cId="236197156" sldId="341"/>
            <ac:spMk id="28" creationId="{A81F0BDD-D6F0-4162-BBFA-99AA0267839E}"/>
          </ac:spMkLst>
        </pc:spChg>
        <pc:spChg chg="add mod">
          <ac:chgData name="Phipps, Michael" userId="22b19e64-ae93-4d74-aed7-bbb364ca0772" providerId="ADAL" clId="{9D0F7D1D-446D-4272-9E4B-BCD34F069D41}" dt="2021-11-24T17:47:19.165" v="616" actId="1076"/>
          <ac:spMkLst>
            <pc:docMk/>
            <pc:sldMk cId="236197156" sldId="341"/>
            <ac:spMk id="32" creationId="{80C78143-6CF1-4E4E-B0E2-65B5C1ADEABE}"/>
          </ac:spMkLst>
        </pc:spChg>
        <pc:cxnChg chg="add del mod">
          <ac:chgData name="Phipps, Michael" userId="22b19e64-ae93-4d74-aed7-bbb364ca0772" providerId="ADAL" clId="{9D0F7D1D-446D-4272-9E4B-BCD34F069D41}" dt="2021-11-24T17:45:00.510" v="576"/>
          <ac:cxnSpMkLst>
            <pc:docMk/>
            <pc:sldMk cId="236197156" sldId="341"/>
            <ac:cxnSpMk id="6" creationId="{7B4CCAF9-80C8-4A10-9501-F4C39785F313}"/>
          </ac:cxnSpMkLst>
        </pc:cxnChg>
        <pc:cxnChg chg="add mod">
          <ac:chgData name="Phipps, Michael" userId="22b19e64-ae93-4d74-aed7-bbb364ca0772" providerId="ADAL" clId="{9D0F7D1D-446D-4272-9E4B-BCD34F069D41}" dt="2021-11-24T17:47:26.533" v="617" actId="1076"/>
          <ac:cxnSpMkLst>
            <pc:docMk/>
            <pc:sldMk cId="236197156" sldId="341"/>
            <ac:cxnSpMk id="12" creationId="{32EEC942-740A-4A37-8571-E9F34459B4B5}"/>
          </ac:cxnSpMkLst>
        </pc:cxnChg>
        <pc:cxnChg chg="add mod">
          <ac:chgData name="Phipps, Michael" userId="22b19e64-ae93-4d74-aed7-bbb364ca0772" providerId="ADAL" clId="{9D0F7D1D-446D-4272-9E4B-BCD34F069D41}" dt="2021-11-24T17:47:26.533" v="617" actId="1076"/>
          <ac:cxnSpMkLst>
            <pc:docMk/>
            <pc:sldMk cId="236197156" sldId="341"/>
            <ac:cxnSpMk id="17" creationId="{6EB5A28B-9F76-4FD1-BD0F-5C414213436B}"/>
          </ac:cxnSpMkLst>
        </pc:cxnChg>
        <pc:cxnChg chg="add del mod">
          <ac:chgData name="Phipps, Michael" userId="22b19e64-ae93-4d74-aed7-bbb364ca0772" providerId="ADAL" clId="{9D0F7D1D-446D-4272-9E4B-BCD34F069D41}" dt="2021-11-24T17:45:39.801" v="583"/>
          <ac:cxnSpMkLst>
            <pc:docMk/>
            <pc:sldMk cId="236197156" sldId="341"/>
            <ac:cxnSpMk id="20" creationId="{A7AD2678-358B-48DF-8A15-CAED6786C2A1}"/>
          </ac:cxnSpMkLst>
        </pc:cxnChg>
        <pc:cxnChg chg="add mod">
          <ac:chgData name="Phipps, Michael" userId="22b19e64-ae93-4d74-aed7-bbb364ca0772" providerId="ADAL" clId="{9D0F7D1D-446D-4272-9E4B-BCD34F069D41}" dt="2021-11-24T17:47:26.533" v="617" actId="1076"/>
          <ac:cxnSpMkLst>
            <pc:docMk/>
            <pc:sldMk cId="236197156" sldId="341"/>
            <ac:cxnSpMk id="25" creationId="{7024704D-6424-40EE-9B71-062147367BD2}"/>
          </ac:cxnSpMkLst>
        </pc:cxnChg>
        <pc:cxnChg chg="add mod">
          <ac:chgData name="Phipps, Michael" userId="22b19e64-ae93-4d74-aed7-bbb364ca0772" providerId="ADAL" clId="{9D0F7D1D-446D-4272-9E4B-BCD34F069D41}" dt="2021-11-24T17:47:26.533" v="617" actId="1076"/>
          <ac:cxnSpMkLst>
            <pc:docMk/>
            <pc:sldMk cId="236197156" sldId="341"/>
            <ac:cxnSpMk id="27" creationId="{EA6DABCF-2F76-44B6-A219-641129C5B5AE}"/>
          </ac:cxnSpMkLst>
        </pc:cxnChg>
      </pc:sldChg>
      <pc:sldChg chg="modSp new mod ord">
        <pc:chgData name="Phipps, Michael" userId="22b19e64-ae93-4d74-aed7-bbb364ca0772" providerId="ADAL" clId="{9D0F7D1D-446D-4272-9E4B-BCD34F069D41}" dt="2021-11-24T18:04:41.012" v="1119" actId="20577"/>
        <pc:sldMkLst>
          <pc:docMk/>
          <pc:sldMk cId="669172235" sldId="342"/>
        </pc:sldMkLst>
        <pc:spChg chg="mod">
          <ac:chgData name="Phipps, Michael" userId="22b19e64-ae93-4d74-aed7-bbb364ca0772" providerId="ADAL" clId="{9D0F7D1D-446D-4272-9E4B-BCD34F069D41}" dt="2021-11-24T18:04:41.012" v="1119" actId="20577"/>
          <ac:spMkLst>
            <pc:docMk/>
            <pc:sldMk cId="669172235" sldId="342"/>
            <ac:spMk id="2" creationId="{EC9799F0-9EC6-479A-8AF5-AB3A9BA0D2A6}"/>
          </ac:spMkLst>
        </pc:spChg>
        <pc:spChg chg="mod">
          <ac:chgData name="Phipps, Michael" userId="22b19e64-ae93-4d74-aed7-bbb364ca0772" providerId="ADAL" clId="{9D0F7D1D-446D-4272-9E4B-BCD34F069D41}" dt="2021-11-24T18:04:21.715" v="1096" actId="20577"/>
          <ac:spMkLst>
            <pc:docMk/>
            <pc:sldMk cId="669172235" sldId="342"/>
            <ac:spMk id="3" creationId="{7DC6CD32-414A-448F-A611-82AA26F1EE16}"/>
          </ac:spMkLst>
        </pc:spChg>
      </pc:sldChg>
      <pc:sldChg chg="modSp new mod">
        <pc:chgData name="Phipps, Michael" userId="22b19e64-ae93-4d74-aed7-bbb364ca0772" providerId="ADAL" clId="{9D0F7D1D-446D-4272-9E4B-BCD34F069D41}" dt="2021-11-24T18:27:57.856" v="2474" actId="20577"/>
        <pc:sldMkLst>
          <pc:docMk/>
          <pc:sldMk cId="2769180731" sldId="343"/>
        </pc:sldMkLst>
        <pc:spChg chg="mod">
          <ac:chgData name="Phipps, Michael" userId="22b19e64-ae93-4d74-aed7-bbb364ca0772" providerId="ADAL" clId="{9D0F7D1D-446D-4272-9E4B-BCD34F069D41}" dt="2021-11-24T18:04:44.541" v="1120"/>
          <ac:spMkLst>
            <pc:docMk/>
            <pc:sldMk cId="2769180731" sldId="343"/>
            <ac:spMk id="2" creationId="{33146035-0B24-4A11-B187-43A661635A9A}"/>
          </ac:spMkLst>
        </pc:spChg>
        <pc:spChg chg="mod">
          <ac:chgData name="Phipps, Michael" userId="22b19e64-ae93-4d74-aed7-bbb364ca0772" providerId="ADAL" clId="{9D0F7D1D-446D-4272-9E4B-BCD34F069D41}" dt="2021-11-24T18:27:57.856" v="2474" actId="20577"/>
          <ac:spMkLst>
            <pc:docMk/>
            <pc:sldMk cId="2769180731" sldId="343"/>
            <ac:spMk id="3" creationId="{9551543B-1A45-4D51-A469-10163766464D}"/>
          </ac:spMkLst>
        </pc:spChg>
      </pc:sldChg>
      <pc:sldChg chg="addSp delSp modSp new mod">
        <pc:chgData name="Phipps, Michael" userId="22b19e64-ae93-4d74-aed7-bbb364ca0772" providerId="ADAL" clId="{9D0F7D1D-446D-4272-9E4B-BCD34F069D41}" dt="2021-11-24T18:19:58.832" v="1971" actId="14100"/>
        <pc:sldMkLst>
          <pc:docMk/>
          <pc:sldMk cId="693644680" sldId="344"/>
        </pc:sldMkLst>
        <pc:spChg chg="del">
          <ac:chgData name="Phipps, Michael" userId="22b19e64-ae93-4d74-aed7-bbb364ca0772" providerId="ADAL" clId="{9D0F7D1D-446D-4272-9E4B-BCD34F069D41}" dt="2021-11-24T18:08:49.072" v="1702" actId="478"/>
          <ac:spMkLst>
            <pc:docMk/>
            <pc:sldMk cId="693644680" sldId="344"/>
            <ac:spMk id="2" creationId="{677B4431-D275-4754-85C9-B664C5F52F2E}"/>
          </ac:spMkLst>
        </pc:spChg>
        <pc:spChg chg="del">
          <ac:chgData name="Phipps, Michael" userId="22b19e64-ae93-4d74-aed7-bbb364ca0772" providerId="ADAL" clId="{9D0F7D1D-446D-4272-9E4B-BCD34F069D41}" dt="2021-11-24T18:08:49.072" v="1702" actId="478"/>
          <ac:spMkLst>
            <pc:docMk/>
            <pc:sldMk cId="693644680" sldId="344"/>
            <ac:spMk id="3" creationId="{082E2516-0EF4-4D46-A36A-840E1940603D}"/>
          </ac:spMkLst>
        </pc:spChg>
        <pc:spChg chg="add del">
          <ac:chgData name="Phipps, Michael" userId="22b19e64-ae93-4d74-aed7-bbb364ca0772" providerId="ADAL" clId="{9D0F7D1D-446D-4272-9E4B-BCD34F069D41}" dt="2021-11-24T18:17:55.048" v="1850" actId="11529"/>
          <ac:spMkLst>
            <pc:docMk/>
            <pc:sldMk cId="693644680" sldId="344"/>
            <ac:spMk id="5" creationId="{0D1DECEE-9C52-4CD7-8019-50F9B26A6CB9}"/>
          </ac:spMkLst>
        </pc:spChg>
        <pc:spChg chg="add mod">
          <ac:chgData name="Phipps, Michael" userId="22b19e64-ae93-4d74-aed7-bbb364ca0772" providerId="ADAL" clId="{9D0F7D1D-446D-4272-9E4B-BCD34F069D41}" dt="2021-11-24T18:19:55.037" v="1970" actId="14100"/>
          <ac:spMkLst>
            <pc:docMk/>
            <pc:sldMk cId="693644680" sldId="344"/>
            <ac:spMk id="6" creationId="{435A296C-A25D-49A0-9540-74D86E3F4E6E}"/>
          </ac:spMkLst>
        </pc:spChg>
        <pc:spChg chg="add mod">
          <ac:chgData name="Phipps, Michael" userId="22b19e64-ae93-4d74-aed7-bbb364ca0772" providerId="ADAL" clId="{9D0F7D1D-446D-4272-9E4B-BCD34F069D41}" dt="2021-11-24T18:19:51.657" v="1969" actId="14100"/>
          <ac:spMkLst>
            <pc:docMk/>
            <pc:sldMk cId="693644680" sldId="344"/>
            <ac:spMk id="9" creationId="{54A89698-D784-49D6-A9E3-FE55DDDD504F}"/>
          </ac:spMkLst>
        </pc:spChg>
        <pc:spChg chg="add mod">
          <ac:chgData name="Phipps, Michael" userId="22b19e64-ae93-4d74-aed7-bbb364ca0772" providerId="ADAL" clId="{9D0F7D1D-446D-4272-9E4B-BCD34F069D41}" dt="2021-11-24T18:19:58.832" v="1971" actId="14100"/>
          <ac:spMkLst>
            <pc:docMk/>
            <pc:sldMk cId="693644680" sldId="344"/>
            <ac:spMk id="11" creationId="{61FB78EE-B38F-40FE-AFC6-EC833F28DAB3}"/>
          </ac:spMkLst>
        </pc:spChg>
        <pc:picChg chg="add mod">
          <ac:chgData name="Phipps, Michael" userId="22b19e64-ae93-4d74-aed7-bbb364ca0772" providerId="ADAL" clId="{9D0F7D1D-446D-4272-9E4B-BCD34F069D41}" dt="2021-11-24T18:17:30.161" v="1848" actId="1076"/>
          <ac:picMkLst>
            <pc:docMk/>
            <pc:sldMk cId="693644680" sldId="344"/>
            <ac:picMk id="4" creationId="{A4C6F36F-EB63-4922-AC33-7BFCCD143E20}"/>
          </ac:picMkLst>
        </pc:picChg>
        <pc:cxnChg chg="add mod">
          <ac:chgData name="Phipps, Michael" userId="22b19e64-ae93-4d74-aed7-bbb364ca0772" providerId="ADAL" clId="{9D0F7D1D-446D-4272-9E4B-BCD34F069D41}" dt="2021-11-24T18:19:55.037" v="1970" actId="14100"/>
          <ac:cxnSpMkLst>
            <pc:docMk/>
            <pc:sldMk cId="693644680" sldId="344"/>
            <ac:cxnSpMk id="8" creationId="{35A53A13-55C7-47F1-9E93-D185C30B6C9E}"/>
          </ac:cxnSpMkLst>
        </pc:cxnChg>
        <pc:cxnChg chg="add mod">
          <ac:chgData name="Phipps, Michael" userId="22b19e64-ae93-4d74-aed7-bbb364ca0772" providerId="ADAL" clId="{9D0F7D1D-446D-4272-9E4B-BCD34F069D41}" dt="2021-11-24T18:19:51.657" v="1969" actId="14100"/>
          <ac:cxnSpMkLst>
            <pc:docMk/>
            <pc:sldMk cId="693644680" sldId="344"/>
            <ac:cxnSpMk id="10" creationId="{93E003C1-84B3-4560-9E78-FF6D263DA341}"/>
          </ac:cxnSpMkLst>
        </pc:cxnChg>
      </pc:sldChg>
      <pc:sldChg chg="modSp new mod">
        <pc:chgData name="Phipps, Michael" userId="22b19e64-ae93-4d74-aed7-bbb364ca0772" providerId="ADAL" clId="{9D0F7D1D-446D-4272-9E4B-BCD34F069D41}" dt="2021-11-25T20:04:39.989" v="7547" actId="20577"/>
        <pc:sldMkLst>
          <pc:docMk/>
          <pc:sldMk cId="1689429222" sldId="345"/>
        </pc:sldMkLst>
        <pc:spChg chg="mod">
          <ac:chgData name="Phipps, Michael" userId="22b19e64-ae93-4d74-aed7-bbb364ca0772" providerId="ADAL" clId="{9D0F7D1D-446D-4272-9E4B-BCD34F069D41}" dt="2021-11-24T18:31:35.334" v="2632" actId="20577"/>
          <ac:spMkLst>
            <pc:docMk/>
            <pc:sldMk cId="1689429222" sldId="345"/>
            <ac:spMk id="2" creationId="{48B54D05-0DF3-467A-A50C-833BA1D3D764}"/>
          </ac:spMkLst>
        </pc:spChg>
        <pc:spChg chg="mod">
          <ac:chgData name="Phipps, Michael" userId="22b19e64-ae93-4d74-aed7-bbb364ca0772" providerId="ADAL" clId="{9D0F7D1D-446D-4272-9E4B-BCD34F069D41}" dt="2021-11-25T20:04:39.989" v="7547" actId="20577"/>
          <ac:spMkLst>
            <pc:docMk/>
            <pc:sldMk cId="1689429222" sldId="345"/>
            <ac:spMk id="3" creationId="{1C2491BF-AE41-4CB8-95E2-9A8E9BA88ED6}"/>
          </ac:spMkLst>
        </pc:spChg>
      </pc:sldChg>
      <pc:sldChg chg="modSp new mod">
        <pc:chgData name="Phipps, Michael" userId="22b19e64-ae93-4d74-aed7-bbb364ca0772" providerId="ADAL" clId="{9D0F7D1D-446D-4272-9E4B-BCD34F069D41}" dt="2021-11-25T20:05:07.805" v="7556" actId="20577"/>
        <pc:sldMkLst>
          <pc:docMk/>
          <pc:sldMk cId="1248858447" sldId="346"/>
        </pc:sldMkLst>
        <pc:spChg chg="mod">
          <ac:chgData name="Phipps, Michael" userId="22b19e64-ae93-4d74-aed7-bbb364ca0772" providerId="ADAL" clId="{9D0F7D1D-446D-4272-9E4B-BCD34F069D41}" dt="2021-11-24T18:31:43.106" v="2641" actId="20577"/>
          <ac:spMkLst>
            <pc:docMk/>
            <pc:sldMk cId="1248858447" sldId="346"/>
            <ac:spMk id="2" creationId="{5CA4A522-4E44-456E-9545-9E34C5E82567}"/>
          </ac:spMkLst>
        </pc:spChg>
        <pc:spChg chg="mod">
          <ac:chgData name="Phipps, Michael" userId="22b19e64-ae93-4d74-aed7-bbb364ca0772" providerId="ADAL" clId="{9D0F7D1D-446D-4272-9E4B-BCD34F069D41}" dt="2021-11-25T20:05:07.805" v="7556" actId="20577"/>
          <ac:spMkLst>
            <pc:docMk/>
            <pc:sldMk cId="1248858447" sldId="346"/>
            <ac:spMk id="3" creationId="{5034D810-8DA7-409F-8CF4-07207EAEF1E5}"/>
          </ac:spMkLst>
        </pc:spChg>
      </pc:sldChg>
      <pc:sldChg chg="modSp new mod">
        <pc:chgData name="Phipps, Michael" userId="22b19e64-ae93-4d74-aed7-bbb364ca0772" providerId="ADAL" clId="{9D0F7D1D-446D-4272-9E4B-BCD34F069D41}" dt="2021-11-25T20:05:21.757" v="7558" actId="20577"/>
        <pc:sldMkLst>
          <pc:docMk/>
          <pc:sldMk cId="2452008474" sldId="347"/>
        </pc:sldMkLst>
        <pc:spChg chg="mod">
          <ac:chgData name="Phipps, Michael" userId="22b19e64-ae93-4d74-aed7-bbb364ca0772" providerId="ADAL" clId="{9D0F7D1D-446D-4272-9E4B-BCD34F069D41}" dt="2021-11-24T18:59:24.259" v="3184" actId="20577"/>
          <ac:spMkLst>
            <pc:docMk/>
            <pc:sldMk cId="2452008474" sldId="347"/>
            <ac:spMk id="2" creationId="{1BDA62C0-4F6B-4EB5-912C-2F9B5A55B39F}"/>
          </ac:spMkLst>
        </pc:spChg>
        <pc:spChg chg="mod">
          <ac:chgData name="Phipps, Michael" userId="22b19e64-ae93-4d74-aed7-bbb364ca0772" providerId="ADAL" clId="{9D0F7D1D-446D-4272-9E4B-BCD34F069D41}" dt="2021-11-25T20:05:21.757" v="7558" actId="20577"/>
          <ac:spMkLst>
            <pc:docMk/>
            <pc:sldMk cId="2452008474" sldId="347"/>
            <ac:spMk id="3" creationId="{6F0FAFE7-6E3C-4D15-8708-130C2FD13CD6}"/>
          </ac:spMkLst>
        </pc:spChg>
      </pc:sldChg>
      <pc:sldChg chg="addSp modSp add mod">
        <pc:chgData name="Phipps, Michael" userId="22b19e64-ae93-4d74-aed7-bbb364ca0772" providerId="ADAL" clId="{9D0F7D1D-446D-4272-9E4B-BCD34F069D41}" dt="2021-11-24T19:26:54.793" v="4373" actId="20577"/>
        <pc:sldMkLst>
          <pc:docMk/>
          <pc:sldMk cId="4065995070" sldId="348"/>
        </pc:sldMkLst>
        <pc:spChg chg="mod">
          <ac:chgData name="Phipps, Michael" userId="22b19e64-ae93-4d74-aed7-bbb364ca0772" providerId="ADAL" clId="{9D0F7D1D-446D-4272-9E4B-BCD34F069D41}" dt="2021-11-24T19:26:54.793" v="4373" actId="20577"/>
          <ac:spMkLst>
            <pc:docMk/>
            <pc:sldMk cId="4065995070" sldId="348"/>
            <ac:spMk id="3" creationId="{2EE2A086-0D77-4157-9CFE-8D81E7196E91}"/>
          </ac:spMkLst>
        </pc:spChg>
        <pc:spChg chg="add mod">
          <ac:chgData name="Phipps, Michael" userId="22b19e64-ae93-4d74-aed7-bbb364ca0772" providerId="ADAL" clId="{9D0F7D1D-446D-4272-9E4B-BCD34F069D41}" dt="2021-11-24T19:15:09.237" v="4086" actId="255"/>
          <ac:spMkLst>
            <pc:docMk/>
            <pc:sldMk cId="4065995070" sldId="348"/>
            <ac:spMk id="4" creationId="{DD8F9E79-C2CC-49DD-B236-9DC3403BE9F2}"/>
          </ac:spMkLst>
        </pc:spChg>
      </pc:sldChg>
      <pc:sldChg chg="modSp new mod">
        <pc:chgData name="Phipps, Michael" userId="22b19e64-ae93-4d74-aed7-bbb364ca0772" providerId="ADAL" clId="{9D0F7D1D-446D-4272-9E4B-BCD34F069D41}" dt="2021-11-24T19:20:25.325" v="4252" actId="20577"/>
        <pc:sldMkLst>
          <pc:docMk/>
          <pc:sldMk cId="2127877604" sldId="349"/>
        </pc:sldMkLst>
        <pc:spChg chg="mod">
          <ac:chgData name="Phipps, Michael" userId="22b19e64-ae93-4d74-aed7-bbb364ca0772" providerId="ADAL" clId="{9D0F7D1D-446D-4272-9E4B-BCD34F069D41}" dt="2021-11-24T19:18:39.270" v="4113" actId="20577"/>
          <ac:spMkLst>
            <pc:docMk/>
            <pc:sldMk cId="2127877604" sldId="349"/>
            <ac:spMk id="2" creationId="{3E072DB2-D519-45DE-9973-8977E2E7C83D}"/>
          </ac:spMkLst>
        </pc:spChg>
        <pc:spChg chg="mod">
          <ac:chgData name="Phipps, Michael" userId="22b19e64-ae93-4d74-aed7-bbb364ca0772" providerId="ADAL" clId="{9D0F7D1D-446D-4272-9E4B-BCD34F069D41}" dt="2021-11-24T19:20:25.325" v="4252" actId="20577"/>
          <ac:spMkLst>
            <pc:docMk/>
            <pc:sldMk cId="2127877604" sldId="349"/>
            <ac:spMk id="3" creationId="{C917C4DA-2EF0-4EF1-98B9-3931C4E95693}"/>
          </ac:spMkLst>
        </pc:spChg>
      </pc:sldChg>
      <pc:sldChg chg="modSp new mod">
        <pc:chgData name="Phipps, Michael" userId="22b19e64-ae93-4d74-aed7-bbb364ca0772" providerId="ADAL" clId="{9D0F7D1D-446D-4272-9E4B-BCD34F069D41}" dt="2021-11-24T19:28:31.415" v="4710" actId="20577"/>
        <pc:sldMkLst>
          <pc:docMk/>
          <pc:sldMk cId="616764077" sldId="350"/>
        </pc:sldMkLst>
        <pc:spChg chg="mod">
          <ac:chgData name="Phipps, Michael" userId="22b19e64-ae93-4d74-aed7-bbb364ca0772" providerId="ADAL" clId="{9D0F7D1D-446D-4272-9E4B-BCD34F069D41}" dt="2021-11-24T19:26:27.407" v="4285" actId="20577"/>
          <ac:spMkLst>
            <pc:docMk/>
            <pc:sldMk cId="616764077" sldId="350"/>
            <ac:spMk id="2" creationId="{F0B80E8B-C046-4215-BAAF-F6A0B8D0C615}"/>
          </ac:spMkLst>
        </pc:spChg>
        <pc:spChg chg="mod">
          <ac:chgData name="Phipps, Michael" userId="22b19e64-ae93-4d74-aed7-bbb364ca0772" providerId="ADAL" clId="{9D0F7D1D-446D-4272-9E4B-BCD34F069D41}" dt="2021-11-24T19:28:31.415" v="4710" actId="20577"/>
          <ac:spMkLst>
            <pc:docMk/>
            <pc:sldMk cId="616764077" sldId="350"/>
            <ac:spMk id="3" creationId="{BCE91710-4C2E-405F-AB5D-78240065E6B2}"/>
          </ac:spMkLst>
        </pc:spChg>
      </pc:sldChg>
      <pc:sldChg chg="modSp new mod">
        <pc:chgData name="Phipps, Michael" userId="22b19e64-ae93-4d74-aed7-bbb364ca0772" providerId="ADAL" clId="{9D0F7D1D-446D-4272-9E4B-BCD34F069D41}" dt="2021-11-24T19:32:55.114" v="5209" actId="14100"/>
        <pc:sldMkLst>
          <pc:docMk/>
          <pc:sldMk cId="582938346" sldId="351"/>
        </pc:sldMkLst>
        <pc:spChg chg="mod">
          <ac:chgData name="Phipps, Michael" userId="22b19e64-ae93-4d74-aed7-bbb364ca0772" providerId="ADAL" clId="{9D0F7D1D-446D-4272-9E4B-BCD34F069D41}" dt="2021-11-24T19:29:08.132" v="4733" actId="20577"/>
          <ac:spMkLst>
            <pc:docMk/>
            <pc:sldMk cId="582938346" sldId="351"/>
            <ac:spMk id="2" creationId="{7C690791-9B5D-46B6-8A1C-B0F980CB8A92}"/>
          </ac:spMkLst>
        </pc:spChg>
        <pc:spChg chg="mod">
          <ac:chgData name="Phipps, Michael" userId="22b19e64-ae93-4d74-aed7-bbb364ca0772" providerId="ADAL" clId="{9D0F7D1D-446D-4272-9E4B-BCD34F069D41}" dt="2021-11-24T19:32:55.114" v="5209" actId="14100"/>
          <ac:spMkLst>
            <pc:docMk/>
            <pc:sldMk cId="582938346" sldId="351"/>
            <ac:spMk id="3" creationId="{6988AC95-5FC4-434B-9523-21C0B9AC7084}"/>
          </ac:spMkLst>
        </pc:spChg>
      </pc:sldChg>
      <pc:sldChg chg="modSp new mod">
        <pc:chgData name="Phipps, Michael" userId="22b19e64-ae93-4d74-aed7-bbb364ca0772" providerId="ADAL" clId="{9D0F7D1D-446D-4272-9E4B-BCD34F069D41}" dt="2021-11-24T19:36:32.133" v="5526" actId="20577"/>
        <pc:sldMkLst>
          <pc:docMk/>
          <pc:sldMk cId="3823754196" sldId="352"/>
        </pc:sldMkLst>
        <pc:spChg chg="mod">
          <ac:chgData name="Phipps, Michael" userId="22b19e64-ae93-4d74-aed7-bbb364ca0772" providerId="ADAL" clId="{9D0F7D1D-446D-4272-9E4B-BCD34F069D41}" dt="2021-11-24T19:35:34.593" v="5241" actId="20577"/>
          <ac:spMkLst>
            <pc:docMk/>
            <pc:sldMk cId="3823754196" sldId="352"/>
            <ac:spMk id="2" creationId="{9B51C508-C486-4CB8-B00D-62416E8F99C9}"/>
          </ac:spMkLst>
        </pc:spChg>
        <pc:spChg chg="mod">
          <ac:chgData name="Phipps, Michael" userId="22b19e64-ae93-4d74-aed7-bbb364ca0772" providerId="ADAL" clId="{9D0F7D1D-446D-4272-9E4B-BCD34F069D41}" dt="2021-11-24T19:36:32.133" v="5526" actId="20577"/>
          <ac:spMkLst>
            <pc:docMk/>
            <pc:sldMk cId="3823754196" sldId="352"/>
            <ac:spMk id="3" creationId="{98F8F3F8-89A8-4911-B3BA-ED1B6083CE93}"/>
          </ac:spMkLst>
        </pc:spChg>
      </pc:sldChg>
      <pc:sldChg chg="modSp new mod">
        <pc:chgData name="Phipps, Michael" userId="22b19e64-ae93-4d74-aed7-bbb364ca0772" providerId="ADAL" clId="{9D0F7D1D-446D-4272-9E4B-BCD34F069D41}" dt="2021-11-24T20:08:35.043" v="7133"/>
        <pc:sldMkLst>
          <pc:docMk/>
          <pc:sldMk cId="3601872848" sldId="353"/>
        </pc:sldMkLst>
        <pc:spChg chg="mod">
          <ac:chgData name="Phipps, Michael" userId="22b19e64-ae93-4d74-aed7-bbb364ca0772" providerId="ADAL" clId="{9D0F7D1D-446D-4272-9E4B-BCD34F069D41}" dt="2021-11-24T20:08:35.043" v="7133"/>
          <ac:spMkLst>
            <pc:docMk/>
            <pc:sldMk cId="3601872848" sldId="353"/>
            <ac:spMk id="2" creationId="{78C3BD1A-25C0-446E-B989-C0444BECE5F8}"/>
          </ac:spMkLst>
        </pc:spChg>
        <pc:spChg chg="mod">
          <ac:chgData name="Phipps, Michael" userId="22b19e64-ae93-4d74-aed7-bbb364ca0772" providerId="ADAL" clId="{9D0F7D1D-446D-4272-9E4B-BCD34F069D41}" dt="2021-11-24T19:48:42.745" v="6396" actId="2711"/>
          <ac:spMkLst>
            <pc:docMk/>
            <pc:sldMk cId="3601872848" sldId="353"/>
            <ac:spMk id="3" creationId="{1DB5350E-A372-46E1-9E70-72D7B1F47D51}"/>
          </ac:spMkLst>
        </pc:spChg>
      </pc:sldChg>
      <pc:sldChg chg="modSp new mod">
        <pc:chgData name="Phipps, Michael" userId="22b19e64-ae93-4d74-aed7-bbb364ca0772" providerId="ADAL" clId="{9D0F7D1D-446D-4272-9E4B-BCD34F069D41}" dt="2021-11-24T19:59:50.860" v="6733" actId="6549"/>
        <pc:sldMkLst>
          <pc:docMk/>
          <pc:sldMk cId="1601408592" sldId="354"/>
        </pc:sldMkLst>
        <pc:spChg chg="mod">
          <ac:chgData name="Phipps, Michael" userId="22b19e64-ae93-4d74-aed7-bbb364ca0772" providerId="ADAL" clId="{9D0F7D1D-446D-4272-9E4B-BCD34F069D41}" dt="2021-11-24T19:46:03.179" v="6142"/>
          <ac:spMkLst>
            <pc:docMk/>
            <pc:sldMk cId="1601408592" sldId="354"/>
            <ac:spMk id="2" creationId="{644D0770-7B69-4984-A8C6-5DFA79866E94}"/>
          </ac:spMkLst>
        </pc:spChg>
        <pc:spChg chg="mod">
          <ac:chgData name="Phipps, Michael" userId="22b19e64-ae93-4d74-aed7-bbb364ca0772" providerId="ADAL" clId="{9D0F7D1D-446D-4272-9E4B-BCD34F069D41}" dt="2021-11-24T19:59:50.860" v="6733" actId="6549"/>
          <ac:spMkLst>
            <pc:docMk/>
            <pc:sldMk cId="1601408592" sldId="354"/>
            <ac:spMk id="3" creationId="{519BC995-067D-4602-A79B-FC76336489B5}"/>
          </ac:spMkLst>
        </pc:spChg>
      </pc:sldChg>
      <pc:sldChg chg="modSp new mod">
        <pc:chgData name="Phipps, Michael" userId="22b19e64-ae93-4d74-aed7-bbb364ca0772" providerId="ADAL" clId="{9D0F7D1D-446D-4272-9E4B-BCD34F069D41}" dt="2021-11-24T20:08:15.101" v="7116" actId="20577"/>
        <pc:sldMkLst>
          <pc:docMk/>
          <pc:sldMk cId="3340036315" sldId="355"/>
        </pc:sldMkLst>
        <pc:spChg chg="mod">
          <ac:chgData name="Phipps, Michael" userId="22b19e64-ae93-4d74-aed7-bbb364ca0772" providerId="ADAL" clId="{9D0F7D1D-446D-4272-9E4B-BCD34F069D41}" dt="2021-11-24T20:06:01.953" v="6748" actId="20577"/>
          <ac:spMkLst>
            <pc:docMk/>
            <pc:sldMk cId="3340036315" sldId="355"/>
            <ac:spMk id="2" creationId="{767AA1FD-7882-4F8B-8CE4-20BB541C2B01}"/>
          </ac:spMkLst>
        </pc:spChg>
        <pc:spChg chg="mod">
          <ac:chgData name="Phipps, Michael" userId="22b19e64-ae93-4d74-aed7-bbb364ca0772" providerId="ADAL" clId="{9D0F7D1D-446D-4272-9E4B-BCD34F069D41}" dt="2021-11-24T20:08:15.101" v="7116" actId="20577"/>
          <ac:spMkLst>
            <pc:docMk/>
            <pc:sldMk cId="3340036315" sldId="355"/>
            <ac:spMk id="3" creationId="{9A1A9E60-816C-4BC7-8210-501AAC5CDA6C}"/>
          </ac:spMkLst>
        </pc:spChg>
      </pc:sldChg>
      <pc:sldChg chg="modSp new mod">
        <pc:chgData name="Phipps, Michael" userId="22b19e64-ae93-4d74-aed7-bbb364ca0772" providerId="ADAL" clId="{9D0F7D1D-446D-4272-9E4B-BCD34F069D41}" dt="2021-11-24T20:11:44.251" v="7543" actId="20577"/>
        <pc:sldMkLst>
          <pc:docMk/>
          <pc:sldMk cId="2462270699" sldId="356"/>
        </pc:sldMkLst>
        <pc:spChg chg="mod">
          <ac:chgData name="Phipps, Michael" userId="22b19e64-ae93-4d74-aed7-bbb364ca0772" providerId="ADAL" clId="{9D0F7D1D-446D-4272-9E4B-BCD34F069D41}" dt="2021-11-24T20:09:48.135" v="7144" actId="20577"/>
          <ac:spMkLst>
            <pc:docMk/>
            <pc:sldMk cId="2462270699" sldId="356"/>
            <ac:spMk id="2" creationId="{05C11DFD-858B-46CC-892E-3B8E1BC73735}"/>
          </ac:spMkLst>
        </pc:spChg>
        <pc:spChg chg="mod">
          <ac:chgData name="Phipps, Michael" userId="22b19e64-ae93-4d74-aed7-bbb364ca0772" providerId="ADAL" clId="{9D0F7D1D-446D-4272-9E4B-BCD34F069D41}" dt="2021-11-24T20:11:44.251" v="7543" actId="20577"/>
          <ac:spMkLst>
            <pc:docMk/>
            <pc:sldMk cId="2462270699" sldId="356"/>
            <ac:spMk id="3" creationId="{33E46B50-2EAD-4CDF-B5CB-129C2E0D90B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673C4-85BA-4ACE-8811-AB7BBF1EA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C1E86-0707-4CD6-94C1-04AB56D9A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67829-8226-4081-AC00-8F9D40AB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30063-96B0-4C23-8BE9-402433275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35DD7-D200-4CC0-BDED-597AE2571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06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9FA0B-9C15-47C7-BE3C-8442DDADF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873A2-5675-4066-9C2E-F58BFCE7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D1CB-DBC2-417E-BC54-32CB3E64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229C4-717C-48D8-91F9-3CCA6B0A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BD6F5-D3CC-493F-8327-0B0BCD1D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99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BD52-87BA-4C8C-8EAE-A9045982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828B7-8F66-4AB6-BE8E-D330F21F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D204D-9547-4C03-83CB-C4616737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0B3F8-D059-4DB2-9101-20BF1381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D7545-3319-4DCF-8E31-9399AD2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99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3265-2234-4E1D-A12B-DD9918E37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17E19-736B-441F-8952-4CB373D16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AA17D-5A2B-4A08-AF1E-975876B76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80D25-353D-4D4D-A5FC-B57E7AD56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91415-D1A9-4C4B-94A8-DA3694D5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7340F-66E9-4D6A-905B-89F1A6D1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75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2A17-A1CE-4014-807F-5CB7D20FC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2917E-0F8D-4574-8695-17926A5EE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2B912-67B8-45E7-8CD5-C84646A4D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4CF57C-B5F3-46C9-9ADF-159C7A6032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BFBDD-3002-4329-A9F4-419CD7A2C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5305C2-FD21-4792-AC5B-64756038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3899AF-0ED8-4F41-B6EC-0C915EB93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BF06AB-8820-49BB-8169-30D514AB8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9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42D7-F2F6-4B49-8CBB-4A128C38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922E1-5D2C-4E12-A910-2869F474D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3BDEA-D235-4FA6-B8B1-65391586F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26494-9AF1-483C-9413-AD7ED874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9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D17C-A75D-4568-B274-C0CF56494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0B68AE-019A-4FF5-A8AD-315AD88F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F6671-FF3C-4B59-8B04-6E9D60991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7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CD781-ABA8-471D-9D81-4D6FC076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5557D-6538-4ABF-9445-13DB3F444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2AFC8-71DC-4CAE-9EFD-862C48918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E2AD9-2BDF-467F-9EA7-B595865BA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4B78E-7F67-4193-8C2C-6C1D29E2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C9463-35A9-4380-A7C7-F53B6266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6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E15A-DB9B-44AF-B7F3-C4EFA0865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E155B0-5C6B-4649-88EF-B4F3314759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EADC7-1250-4C56-BE31-15570BA3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D022C-EC8D-4774-8AB2-1EA0019B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5C6BA-5543-4E4C-B971-D88623AA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B7395-37E4-488F-9079-BCC548E0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1055E-7F94-47E7-866F-32609AF1A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86E99-3067-40BF-B20E-34856CDC4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D0D71-F6F8-4679-ABB2-7E3DB4307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1CBA5-022E-4A4B-B620-8C4C26D6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1F716-F255-4A6C-9FF2-925911F0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0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8CE47D-6DBF-4D6F-BCDE-279DD51A93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35A98-0682-4770-8410-7853E181D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AE55C-A574-475A-BACD-D1AE0A12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5DF78-5677-4ED8-B2CE-F6E1231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1CC1-EA9C-4B87-9D63-2FB1746E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1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719536-C103-4A1F-B047-211CCFBE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5E965-40FE-4AB8-B44C-0159D38E4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AF8-856E-48C2-90C2-04A0BB14A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62CBB-DC0B-4F10-A4FD-5B816D67B181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E4EFF-6327-4B5C-8B96-52DCA88CC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08F2F-D72E-4D1B-B9AB-3CF0EA908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851B8-F038-4062-8FD2-22ED22FAB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2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9F70-9BB5-4FC1-93DC-6C62416FDA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CUDA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8614B-1FB4-4BA6-9245-7DEF2D68CB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get our hand dirty</a:t>
            </a:r>
          </a:p>
        </p:txBody>
      </p:sp>
    </p:spTree>
    <p:extLst>
      <p:ext uri="{BB962C8B-B14F-4D97-AF65-F5344CB8AC3E}">
        <p14:creationId xmlns:p14="http://schemas.microsoft.com/office/powerpoint/2010/main" val="116658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4386-2816-4211-B394-78B71E87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write code for GPUs?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D3C12-7ECD-415A-AE19-D2B73BE68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write our programs typically in C/C++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use a special compiler, supplied by the video card maker (</a:t>
            </a:r>
            <a:r>
              <a:rPr lang="en-US" dirty="0" err="1"/>
              <a:t>nvcc</a:t>
            </a:r>
            <a:r>
              <a:rPr lang="en-US" dirty="0"/>
              <a:t>, for CUDA).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use some keywords specific to this compiler (not standard C/C++).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compiler writes X64 code for our CPU code and an intermediate format that the GPU will understand.</a:t>
            </a:r>
          </a:p>
        </p:txBody>
      </p:sp>
    </p:spTree>
    <p:extLst>
      <p:ext uri="{BB962C8B-B14F-4D97-AF65-F5344CB8AC3E}">
        <p14:creationId xmlns:p14="http://schemas.microsoft.com/office/powerpoint/2010/main" val="3402857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D8578F-28E9-4F84-8E1B-A9C64CF83B34}"/>
              </a:ext>
            </a:extLst>
          </p:cNvPr>
          <p:cNvSpPr/>
          <p:nvPr/>
        </p:nvSpPr>
        <p:spPr>
          <a:xfrm>
            <a:off x="2223083" y="503341"/>
            <a:ext cx="6912528" cy="696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C/C++ Source Code with CUDA extensions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8F17AF-2611-4A28-B4FE-53AF37E9050A}"/>
              </a:ext>
            </a:extLst>
          </p:cNvPr>
          <p:cNvGrpSpPr/>
          <p:nvPr/>
        </p:nvGrpSpPr>
        <p:grpSpPr>
          <a:xfrm>
            <a:off x="3589789" y="1712055"/>
            <a:ext cx="4179116" cy="1349227"/>
            <a:chOff x="3556233" y="1117132"/>
            <a:chExt cx="4179116" cy="1349227"/>
          </a:xfrm>
        </p:grpSpPr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0229FFE7-6462-4F35-A2A7-C8EF47EF6BB5}"/>
                </a:ext>
              </a:extLst>
            </p:cNvPr>
            <p:cNvSpPr/>
            <p:nvPr/>
          </p:nvSpPr>
          <p:spPr>
            <a:xfrm rot="16200000">
              <a:off x="4971177" y="-297812"/>
              <a:ext cx="1349227" cy="4179116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97927C-6222-46F3-B7E7-7A90448ACD1B}"/>
                </a:ext>
              </a:extLst>
            </p:cNvPr>
            <p:cNvSpPr txBox="1"/>
            <p:nvPr/>
          </p:nvSpPr>
          <p:spPr>
            <a:xfrm>
              <a:off x="4444146" y="1350627"/>
              <a:ext cx="24032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NVCC Compiler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65A053-E43E-4DC3-B057-62F6632EFBDF}"/>
              </a:ext>
            </a:extLst>
          </p:cNvPr>
          <p:cNvCxnSpPr>
            <a:stCxn id="4" idx="2"/>
            <a:endCxn id="5" idx="3"/>
          </p:cNvCxnSpPr>
          <p:nvPr/>
        </p:nvCxnSpPr>
        <p:spPr>
          <a:xfrm>
            <a:off x="5679347" y="1199627"/>
            <a:ext cx="0" cy="512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682BB7-85FE-4683-A938-6D3FF943D996}"/>
              </a:ext>
            </a:extLst>
          </p:cNvPr>
          <p:cNvCxnSpPr>
            <a:stCxn id="5" idx="0"/>
            <a:endCxn id="7" idx="0"/>
          </p:cNvCxnSpPr>
          <p:nvPr/>
        </p:nvCxnSpPr>
        <p:spPr>
          <a:xfrm flipH="1">
            <a:off x="3589788" y="2723976"/>
            <a:ext cx="1" cy="1299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C54BC0-FE32-4B6D-96B7-50A260706DF1}"/>
              </a:ext>
            </a:extLst>
          </p:cNvPr>
          <p:cNvCxnSpPr>
            <a:stCxn id="5" idx="2"/>
            <a:endCxn id="13" idx="0"/>
          </p:cNvCxnSpPr>
          <p:nvPr/>
        </p:nvCxnSpPr>
        <p:spPr>
          <a:xfrm>
            <a:off x="7768905" y="2723975"/>
            <a:ext cx="0" cy="1299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A90F17-1F87-4285-A150-B65651BD63CF}"/>
              </a:ext>
            </a:extLst>
          </p:cNvPr>
          <p:cNvGrpSpPr/>
          <p:nvPr/>
        </p:nvGrpSpPr>
        <p:grpSpPr>
          <a:xfrm>
            <a:off x="2223083" y="3796718"/>
            <a:ext cx="6845415" cy="2427521"/>
            <a:chOff x="2223083" y="3196206"/>
            <a:chExt cx="6845415" cy="242752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C617CC1-99EC-478B-BFDC-EC24E2D6A24C}"/>
                </a:ext>
              </a:extLst>
            </p:cNvPr>
            <p:cNvSpPr/>
            <p:nvPr/>
          </p:nvSpPr>
          <p:spPr>
            <a:xfrm>
              <a:off x="2838973" y="3422706"/>
              <a:ext cx="1501629" cy="1757498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X86/X64 </a:t>
              </a:r>
              <a:br>
                <a:rPr lang="en-US" dirty="0"/>
              </a:br>
              <a:r>
                <a:rPr lang="en-US" dirty="0"/>
                <a:t>Compiled Code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0D53A2F-0AE3-42F1-A26B-7305EB6FA1D3}"/>
                </a:ext>
              </a:extLst>
            </p:cNvPr>
            <p:cNvSpPr/>
            <p:nvPr/>
          </p:nvSpPr>
          <p:spPr>
            <a:xfrm>
              <a:off x="7018090" y="3422706"/>
              <a:ext cx="1501629" cy="1757498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Byte Code for </a:t>
              </a:r>
            </a:p>
            <a:p>
              <a:pPr algn="ctr"/>
              <a:r>
                <a:rPr lang="en-US" dirty="0"/>
                <a:t>GPU device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D0F4513-637D-43D9-9353-A2F85C0FD92B}"/>
                </a:ext>
              </a:extLst>
            </p:cNvPr>
            <p:cNvSpPr/>
            <p:nvPr/>
          </p:nvSpPr>
          <p:spPr>
            <a:xfrm>
              <a:off x="2223083" y="3196206"/>
              <a:ext cx="6845415" cy="229438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1875D18-089C-4BD7-A503-8007175EB249}"/>
                </a:ext>
              </a:extLst>
            </p:cNvPr>
            <p:cNvSpPr txBox="1"/>
            <p:nvPr/>
          </p:nvSpPr>
          <p:spPr>
            <a:xfrm>
              <a:off x="4388140" y="5100507"/>
              <a:ext cx="23492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Executable File</a:t>
              </a:r>
            </a:p>
          </p:txBody>
        </p:sp>
      </p:grpSp>
      <p:sp>
        <p:nvSpPr>
          <p:cNvPr id="20" name="Star: 32 Points 19">
            <a:extLst>
              <a:ext uri="{FF2B5EF4-FFF2-40B4-BE49-F238E27FC236}">
                <a16:creationId xmlns:a16="http://schemas.microsoft.com/office/drawing/2014/main" id="{5957A02E-413F-4048-B89F-DCFA01B620B9}"/>
              </a:ext>
            </a:extLst>
          </p:cNvPr>
          <p:cNvSpPr/>
          <p:nvPr/>
        </p:nvSpPr>
        <p:spPr>
          <a:xfrm>
            <a:off x="9918583" y="447411"/>
            <a:ext cx="2119935" cy="1988191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 Model</a:t>
            </a:r>
          </a:p>
        </p:txBody>
      </p:sp>
    </p:spTree>
    <p:extLst>
      <p:ext uri="{BB962C8B-B14F-4D97-AF65-F5344CB8AC3E}">
        <p14:creationId xmlns:p14="http://schemas.microsoft.com/office/powerpoint/2010/main" val="3231939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DF3A73-3CB3-4E18-A1A0-94E941D366D7}"/>
              </a:ext>
            </a:extLst>
          </p:cNvPr>
          <p:cNvGrpSpPr/>
          <p:nvPr/>
        </p:nvGrpSpPr>
        <p:grpSpPr>
          <a:xfrm>
            <a:off x="2273417" y="256564"/>
            <a:ext cx="6845415" cy="2427521"/>
            <a:chOff x="2223083" y="3196206"/>
            <a:chExt cx="6845415" cy="242752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58A0EC8-2D22-477F-A371-1651F2A616B8}"/>
                </a:ext>
              </a:extLst>
            </p:cNvPr>
            <p:cNvSpPr/>
            <p:nvPr/>
          </p:nvSpPr>
          <p:spPr>
            <a:xfrm>
              <a:off x="2838973" y="3422706"/>
              <a:ext cx="1501629" cy="1757498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X86/X64 </a:t>
              </a:r>
              <a:br>
                <a:rPr lang="en-US" dirty="0"/>
              </a:br>
              <a:r>
                <a:rPr lang="en-US" dirty="0"/>
                <a:t>Compiled Code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EB582AE-238D-4D8F-8ABE-532E207EB289}"/>
                </a:ext>
              </a:extLst>
            </p:cNvPr>
            <p:cNvSpPr/>
            <p:nvPr/>
          </p:nvSpPr>
          <p:spPr>
            <a:xfrm>
              <a:off x="7018090" y="3422706"/>
              <a:ext cx="1501629" cy="1757498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Byte Code for </a:t>
              </a:r>
            </a:p>
            <a:p>
              <a:pPr algn="ctr"/>
              <a:r>
                <a:rPr lang="en-US" dirty="0"/>
                <a:t>GPU device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ABD0645-B4B7-41D3-A2C3-8233EC5E7090}"/>
                </a:ext>
              </a:extLst>
            </p:cNvPr>
            <p:cNvSpPr/>
            <p:nvPr/>
          </p:nvSpPr>
          <p:spPr>
            <a:xfrm>
              <a:off x="2223083" y="3196206"/>
              <a:ext cx="6845415" cy="229438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3D4BE5-38D4-4B14-ABB2-639F29944067}"/>
                </a:ext>
              </a:extLst>
            </p:cNvPr>
            <p:cNvSpPr txBox="1"/>
            <p:nvPr/>
          </p:nvSpPr>
          <p:spPr>
            <a:xfrm>
              <a:off x="4388140" y="5100507"/>
              <a:ext cx="23492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Executable File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54BE76B-9D01-47BB-835C-B1C9CB26DC8D}"/>
              </a:ext>
            </a:extLst>
          </p:cNvPr>
          <p:cNvSpPr/>
          <p:nvPr/>
        </p:nvSpPr>
        <p:spPr>
          <a:xfrm>
            <a:off x="2416030" y="3229761"/>
            <a:ext cx="4086370" cy="713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RAM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244659-B6D6-4B09-9408-08F19805C41B}"/>
              </a:ext>
            </a:extLst>
          </p:cNvPr>
          <p:cNvCxnSpPr/>
          <p:nvPr/>
        </p:nvCxnSpPr>
        <p:spPr>
          <a:xfrm>
            <a:off x="4186106" y="2550953"/>
            <a:ext cx="0" cy="67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A2A2304-DFC6-47ED-8A08-3AD678540B6A}"/>
              </a:ext>
            </a:extLst>
          </p:cNvPr>
          <p:cNvSpPr/>
          <p:nvPr/>
        </p:nvSpPr>
        <p:spPr>
          <a:xfrm>
            <a:off x="2516697" y="4488502"/>
            <a:ext cx="2642532" cy="154357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CPU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7A1F8C-40A0-4E4E-B3B9-174D2D9B8998}"/>
              </a:ext>
            </a:extLst>
          </p:cNvPr>
          <p:cNvSpPr/>
          <p:nvPr/>
        </p:nvSpPr>
        <p:spPr>
          <a:xfrm>
            <a:off x="6602136" y="4521274"/>
            <a:ext cx="2642532" cy="154357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GPU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FEB7C1-0D19-4440-BC04-A488489C4ADF}"/>
              </a:ext>
            </a:extLst>
          </p:cNvPr>
          <p:cNvCxnSpPr/>
          <p:nvPr/>
        </p:nvCxnSpPr>
        <p:spPr>
          <a:xfrm>
            <a:off x="2516697" y="6551802"/>
            <a:ext cx="6929307" cy="0"/>
          </a:xfrm>
          <a:prstGeom prst="line">
            <a:avLst/>
          </a:prstGeom>
          <a:ln w="76200">
            <a:solidFill>
              <a:srgbClr val="BE4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A27CE82E-AD4A-4F94-BF2D-51EFEBAE573D}"/>
              </a:ext>
            </a:extLst>
          </p:cNvPr>
          <p:cNvSpPr/>
          <p:nvPr/>
        </p:nvSpPr>
        <p:spPr>
          <a:xfrm>
            <a:off x="4001549" y="6032076"/>
            <a:ext cx="184557" cy="47778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BA3D9AB0-2852-4710-936F-2BC5383A8272}"/>
              </a:ext>
            </a:extLst>
          </p:cNvPr>
          <p:cNvSpPr/>
          <p:nvPr/>
        </p:nvSpPr>
        <p:spPr>
          <a:xfrm>
            <a:off x="7819238" y="6074022"/>
            <a:ext cx="184557" cy="43583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C531E726-D18F-4E8A-B1C4-03327166F356}"/>
              </a:ext>
            </a:extLst>
          </p:cNvPr>
          <p:cNvSpPr/>
          <p:nvPr/>
        </p:nvSpPr>
        <p:spPr>
          <a:xfrm>
            <a:off x="4001548" y="3942826"/>
            <a:ext cx="184557" cy="54567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1CBDF4-2E4D-4B27-85C9-D978CB142DDC}"/>
              </a:ext>
            </a:extLst>
          </p:cNvPr>
          <p:cNvSpPr txBox="1"/>
          <p:nvPr/>
        </p:nvSpPr>
        <p:spPr>
          <a:xfrm>
            <a:off x="5265152" y="6254796"/>
            <a:ext cx="124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PCI Express</a:t>
            </a:r>
          </a:p>
        </p:txBody>
      </p:sp>
      <p:sp>
        <p:nvSpPr>
          <p:cNvPr id="22" name="Star: 32 Points 21">
            <a:extLst>
              <a:ext uri="{FF2B5EF4-FFF2-40B4-BE49-F238E27FC236}">
                <a16:creationId xmlns:a16="http://schemas.microsoft.com/office/drawing/2014/main" id="{C61F7E6F-6E85-4C40-9B2E-27E5055F7B08}"/>
              </a:ext>
            </a:extLst>
          </p:cNvPr>
          <p:cNvSpPr/>
          <p:nvPr/>
        </p:nvSpPr>
        <p:spPr>
          <a:xfrm>
            <a:off x="9918583" y="447411"/>
            <a:ext cx="2119935" cy="1988191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Execution Model</a:t>
            </a:r>
          </a:p>
        </p:txBody>
      </p:sp>
    </p:spTree>
    <p:extLst>
      <p:ext uri="{BB962C8B-B14F-4D97-AF65-F5344CB8AC3E}">
        <p14:creationId xmlns:p14="http://schemas.microsoft.com/office/powerpoint/2010/main" val="378096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830D03-E391-4232-89D4-4B513A5DE237}"/>
              </a:ext>
            </a:extLst>
          </p:cNvPr>
          <p:cNvSpPr/>
          <p:nvPr/>
        </p:nvSpPr>
        <p:spPr>
          <a:xfrm>
            <a:off x="1417739" y="1550563"/>
            <a:ext cx="2642532" cy="154357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CPU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DE640-D182-41DF-A279-6514804546B3}"/>
              </a:ext>
            </a:extLst>
          </p:cNvPr>
          <p:cNvSpPr/>
          <p:nvPr/>
        </p:nvSpPr>
        <p:spPr>
          <a:xfrm>
            <a:off x="5503178" y="1583335"/>
            <a:ext cx="2642532" cy="1543574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GPU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EEC942-740A-4A37-8571-E9F34459B4B5}"/>
              </a:ext>
            </a:extLst>
          </p:cNvPr>
          <p:cNvCxnSpPr/>
          <p:nvPr/>
        </p:nvCxnSpPr>
        <p:spPr>
          <a:xfrm>
            <a:off x="1417739" y="3613863"/>
            <a:ext cx="6929307" cy="0"/>
          </a:xfrm>
          <a:prstGeom prst="line">
            <a:avLst/>
          </a:prstGeom>
          <a:ln w="76200">
            <a:solidFill>
              <a:srgbClr val="BE4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5622AE01-72B9-4463-9880-601A4CF925AB}"/>
              </a:ext>
            </a:extLst>
          </p:cNvPr>
          <p:cNvSpPr/>
          <p:nvPr/>
        </p:nvSpPr>
        <p:spPr>
          <a:xfrm>
            <a:off x="2902591" y="3094137"/>
            <a:ext cx="184557" cy="47778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8CAC889B-57DA-4CF7-8CB9-952065F10D70}"/>
              </a:ext>
            </a:extLst>
          </p:cNvPr>
          <p:cNvSpPr/>
          <p:nvPr/>
        </p:nvSpPr>
        <p:spPr>
          <a:xfrm>
            <a:off x="6720280" y="3136083"/>
            <a:ext cx="184557" cy="43583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EB7D62-DE5B-42C3-B3F2-4D71557265BA}"/>
              </a:ext>
            </a:extLst>
          </p:cNvPr>
          <p:cNvSpPr txBox="1"/>
          <p:nvPr/>
        </p:nvSpPr>
        <p:spPr>
          <a:xfrm>
            <a:off x="4166194" y="3316857"/>
            <a:ext cx="124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PCI Express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B5A28B-9F76-4FD1-BD0F-5C414213436B}"/>
              </a:ext>
            </a:extLst>
          </p:cNvPr>
          <p:cNvCxnSpPr/>
          <p:nvPr/>
        </p:nvCxnSpPr>
        <p:spPr>
          <a:xfrm>
            <a:off x="2978092" y="4150758"/>
            <a:ext cx="381699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0C78516-F200-484C-8111-2B61DF5E4E11}"/>
              </a:ext>
            </a:extLst>
          </p:cNvPr>
          <p:cNvSpPr txBox="1"/>
          <p:nvPr/>
        </p:nvSpPr>
        <p:spPr>
          <a:xfrm>
            <a:off x="4166194" y="3836583"/>
            <a:ext cx="1138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Code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024704D-6424-40EE-9B71-062147367BD2}"/>
              </a:ext>
            </a:extLst>
          </p:cNvPr>
          <p:cNvCxnSpPr/>
          <p:nvPr/>
        </p:nvCxnSpPr>
        <p:spPr>
          <a:xfrm>
            <a:off x="2978092" y="4725033"/>
            <a:ext cx="381699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9FE004D-4BBD-4E95-81AF-D54185FF7FFA}"/>
              </a:ext>
            </a:extLst>
          </p:cNvPr>
          <p:cNvSpPr txBox="1"/>
          <p:nvPr/>
        </p:nvSpPr>
        <p:spPr>
          <a:xfrm>
            <a:off x="4166194" y="4410858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6DABCF-2F76-44B6-A219-641129C5B5AE}"/>
              </a:ext>
            </a:extLst>
          </p:cNvPr>
          <p:cNvCxnSpPr>
            <a:cxnSpLocks/>
          </p:cNvCxnSpPr>
          <p:nvPr/>
        </p:nvCxnSpPr>
        <p:spPr>
          <a:xfrm flipH="1">
            <a:off x="2978092" y="5354465"/>
            <a:ext cx="3816992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81F0BDD-D6F0-4162-BBFA-99AA0267839E}"/>
              </a:ext>
            </a:extLst>
          </p:cNvPr>
          <p:cNvSpPr txBox="1"/>
          <p:nvPr/>
        </p:nvSpPr>
        <p:spPr>
          <a:xfrm>
            <a:off x="4166194" y="4985133"/>
            <a:ext cx="852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2" name="Star: 32 Points 31">
            <a:extLst>
              <a:ext uri="{FF2B5EF4-FFF2-40B4-BE49-F238E27FC236}">
                <a16:creationId xmlns:a16="http://schemas.microsoft.com/office/drawing/2014/main" id="{80C78143-6CF1-4E4E-B0E2-65B5C1ADEABE}"/>
              </a:ext>
            </a:extLst>
          </p:cNvPr>
          <p:cNvSpPr/>
          <p:nvPr/>
        </p:nvSpPr>
        <p:spPr>
          <a:xfrm>
            <a:off x="9306187" y="556468"/>
            <a:ext cx="2119935" cy="1988191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Execution Model</a:t>
            </a:r>
          </a:p>
        </p:txBody>
      </p:sp>
    </p:spTree>
    <p:extLst>
      <p:ext uri="{BB962C8B-B14F-4D97-AF65-F5344CB8AC3E}">
        <p14:creationId xmlns:p14="http://schemas.microsoft.com/office/powerpoint/2010/main" val="236197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798A6-7C22-42A3-AF77-E49F97E19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I do in the kernels?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AAF67-82F7-4ED2-85D6-681BE1C4C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GPU is not the CPU, so you cannot call most C functions (like </a:t>
            </a:r>
            <a:r>
              <a:rPr lang="en-US" dirty="0" err="1"/>
              <a:t>printf</a:t>
            </a:r>
            <a:r>
              <a:rPr lang="en-US" dirty="0"/>
              <a:t>) or operating system functions (like open).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Kernels are, essentially, for massively parallel math problems.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parallelism is implicit - your code will automatically be run on many cores.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71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15D45-0D82-4E2E-A795-8F1FC55E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Declarations (in CUDA)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075B-4151-4176-8B18-D6AC01393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362"/>
            <a:ext cx="10515600" cy="51877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__device__ </a:t>
            </a:r>
            <a:r>
              <a:rPr lang="en-US" dirty="0">
                <a:latin typeface="Consolas" panose="020B0609020204030204" pitchFamily="49" charset="0"/>
              </a:rPr>
              <a:t>void func1() {} </a:t>
            </a:r>
            <a:r>
              <a:rPr lang="en-US" dirty="0"/>
              <a:t>// run on the GPU, called from the GPU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__global__ </a:t>
            </a:r>
            <a:r>
              <a:rPr lang="en-US" dirty="0">
                <a:latin typeface="Consolas" panose="020B0609020204030204" pitchFamily="49" charset="0"/>
              </a:rPr>
              <a:t>void func2() {} </a:t>
            </a:r>
            <a:r>
              <a:rPr lang="en-US" dirty="0"/>
              <a:t>// run on the GPU, called by the CPU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__host__ </a:t>
            </a:r>
            <a:r>
              <a:rPr lang="en-US" dirty="0">
                <a:latin typeface="Consolas" panose="020B0609020204030204" pitchFamily="49" charset="0"/>
              </a:rPr>
              <a:t>void func3() {} </a:t>
            </a:r>
            <a:r>
              <a:rPr lang="en-US" dirty="0"/>
              <a:t>// run on the CPU, called only by the CPU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__host__ </a:t>
            </a:r>
            <a:r>
              <a:rPr lang="en-US" dirty="0"/>
              <a:t>is the default and is not necessary, unless: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__host__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__device__</a:t>
            </a:r>
            <a:r>
              <a:rPr lang="en-US" dirty="0">
                <a:latin typeface="Consolas" panose="020B0609020204030204" pitchFamily="49" charset="0"/>
              </a:rPr>
              <a:t> void func4() {} </a:t>
            </a:r>
            <a:r>
              <a:rPr lang="en-US" dirty="0"/>
              <a:t>// the compiler will generate 2 different copies – one for the CPU and one for the GPU!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 that you cannot call the CPU from the GPU!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726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99F0-9EC6-479A-8AF5-AB3A9BA0D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CD32-414A-448F-A611-82AA26F1E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Remember that GPUs were originally designed for 3d graphics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have to convert our mental model of computation to something resembling 3d graphics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can’t just say “here is a 10,000 item array” – we must reshape the problem so that it looks more like 3d graphics. </a:t>
            </a:r>
          </a:p>
        </p:txBody>
      </p:sp>
    </p:spTree>
    <p:extLst>
      <p:ext uri="{BB962C8B-B14F-4D97-AF65-F5344CB8AC3E}">
        <p14:creationId xmlns:p14="http://schemas.microsoft.com/office/powerpoint/2010/main" val="669172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6035-0B24-4A11-B187-43A66163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Grids, blocks and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543B-1A45-4D51-A469-101637664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739"/>
            <a:ext cx="10515600" cy="5343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we call our GPU function, we can tell it the “geometry” of the problem.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can specify the number of threads. This is limited to a max of 1024 threads. This is because they are all running on the same GPU and must share resources.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we can specify multiple blocks. Each block consists of that number of threads (arranged in 1d, 2d or 3d, your choice!).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blocks can be pictured in a single grid.</a:t>
            </a:r>
          </a:p>
        </p:txBody>
      </p:sp>
    </p:spTree>
    <p:extLst>
      <p:ext uri="{BB962C8B-B14F-4D97-AF65-F5344CB8AC3E}">
        <p14:creationId xmlns:p14="http://schemas.microsoft.com/office/powerpoint/2010/main" val="2769180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4C6F36F-EB63-4922-AC33-7BFCCD143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00" y="652244"/>
            <a:ext cx="6593968" cy="555351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5A296C-A25D-49A0-9540-74D86E3F4E6E}"/>
              </a:ext>
            </a:extLst>
          </p:cNvPr>
          <p:cNvSpPr/>
          <p:nvPr/>
        </p:nvSpPr>
        <p:spPr>
          <a:xfrm>
            <a:off x="7373923" y="4429387"/>
            <a:ext cx="1558955" cy="1417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3D thread arrangement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A53A13-55C7-47F1-9E93-D185C30B6C9E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897461" y="5138257"/>
            <a:ext cx="1476462" cy="9647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A89698-D784-49D6-A9E3-FE55DDDD504F}"/>
              </a:ext>
            </a:extLst>
          </p:cNvPr>
          <p:cNvSpPr/>
          <p:nvPr/>
        </p:nvSpPr>
        <p:spPr>
          <a:xfrm>
            <a:off x="7098484" y="1310080"/>
            <a:ext cx="1558955" cy="1417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2D block arrangement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E003C1-84B3-4560-9E78-FF6D263DA341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622022" y="2018950"/>
            <a:ext cx="1476462" cy="9647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Star: 32 Points 10">
            <a:extLst>
              <a:ext uri="{FF2B5EF4-FFF2-40B4-BE49-F238E27FC236}">
                <a16:creationId xmlns:a16="http://schemas.microsoft.com/office/drawing/2014/main" id="{61FB78EE-B38F-40FE-AFC6-EC833F28DAB3}"/>
              </a:ext>
            </a:extLst>
          </p:cNvPr>
          <p:cNvSpPr/>
          <p:nvPr/>
        </p:nvSpPr>
        <p:spPr>
          <a:xfrm>
            <a:off x="9034943" y="1921079"/>
            <a:ext cx="2944757" cy="2852257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Remember you can decide 1d/2d/3d arrangements for all of these!</a:t>
            </a:r>
          </a:p>
        </p:txBody>
      </p:sp>
    </p:spTree>
    <p:extLst>
      <p:ext uri="{BB962C8B-B14F-4D97-AF65-F5344CB8AC3E}">
        <p14:creationId xmlns:p14="http://schemas.microsoft.com/office/powerpoint/2010/main" val="693644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54D05-0DF3-467A-A50C-833BA1D3D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thread/block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491BF-AE41-4CB8-95E2-9A8E9BA88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Remember that our GPU code looks like a C function.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we call that function, we can specify the GPU configuration that we want.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MyGPUFunction</a:t>
            </a:r>
            <a:r>
              <a:rPr lang="en-US" dirty="0">
                <a:latin typeface="Consolas" panose="020B0609020204030204" pitchFamily="49" charset="0"/>
              </a:rPr>
              <a:t>&lt;&lt;&lt;</a:t>
            </a:r>
            <a:r>
              <a:rPr lang="en-US" dirty="0" err="1">
                <a:latin typeface="Consolas" panose="020B0609020204030204" pitchFamily="49" charset="0"/>
              </a:rPr>
              <a:t>blocksInGridConfiguration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threadsInBlockConfiguration</a:t>
            </a:r>
            <a:r>
              <a:rPr lang="en-US" dirty="0">
                <a:latin typeface="Consolas" panose="020B0609020204030204" pitchFamily="49" charset="0"/>
              </a:rPr>
              <a:t>&gt;&gt;&gt; (param1, param2, …);</a:t>
            </a:r>
          </a:p>
        </p:txBody>
      </p:sp>
    </p:spTree>
    <p:extLst>
      <p:ext uri="{BB962C8B-B14F-4D97-AF65-F5344CB8AC3E}">
        <p14:creationId xmlns:p14="http://schemas.microsoft.com/office/powerpoint/2010/main" val="1689429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A522-4E44-456E-9545-9E34C5E8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thread/block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4D810-8DA7-409F-8CF4-07207EAEF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74" y="1825625"/>
            <a:ext cx="113251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MyFunc</a:t>
            </a:r>
            <a:r>
              <a:rPr lang="en-US" sz="2400" dirty="0">
                <a:latin typeface="Consolas" panose="020B0609020204030204" pitchFamily="49" charset="0"/>
              </a:rPr>
              <a:t>&lt;&lt;10,1000&gt;&gt; (A,B,C); // 1000 threads/block, 10 blocks (1D)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dim3 </a:t>
            </a:r>
            <a:r>
              <a:rPr lang="en-US" sz="2400" dirty="0" err="1">
                <a:latin typeface="Consolas" panose="020B0609020204030204" pitchFamily="49" charset="0"/>
              </a:rPr>
              <a:t>threadsPerBlock</a:t>
            </a:r>
            <a:r>
              <a:rPr lang="en-US" sz="2400" dirty="0">
                <a:latin typeface="Consolas" panose="020B0609020204030204" pitchFamily="49" charset="0"/>
              </a:rPr>
              <a:t>(20,20); // 400 threads/block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dim3 </a:t>
            </a:r>
            <a:r>
              <a:rPr lang="en-US" sz="2400" dirty="0" err="1">
                <a:latin typeface="Consolas" panose="020B0609020204030204" pitchFamily="49" charset="0"/>
              </a:rPr>
              <a:t>blocksInGrid</a:t>
            </a:r>
            <a:r>
              <a:rPr lang="en-US" sz="2400" dirty="0">
                <a:latin typeface="Consolas" panose="020B0609020204030204" pitchFamily="49" charset="0"/>
              </a:rPr>
              <a:t>(100); // 100 blocks (1D)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MyFunc</a:t>
            </a:r>
            <a:r>
              <a:rPr lang="en-US" sz="2400" dirty="0">
                <a:latin typeface="Consolas" panose="020B0609020204030204" pitchFamily="49" charset="0"/>
              </a:rPr>
              <a:t>&lt;&lt;&lt;</a:t>
            </a:r>
            <a:r>
              <a:rPr lang="en-US" sz="2400" dirty="0" err="1">
                <a:latin typeface="Consolas" panose="020B0609020204030204" pitchFamily="49" charset="0"/>
              </a:rPr>
              <a:t>blocksInGrid,threadsPerBlock</a:t>
            </a:r>
            <a:r>
              <a:rPr lang="en-US" sz="2400" dirty="0">
                <a:latin typeface="Consolas" panose="020B0609020204030204" pitchFamily="49" charset="0"/>
              </a:rPr>
              <a:t>&gt;&gt;&gt;(A,B,C);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dim3 3dblocksInGrid(100,100,100); // 1 million blocks!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MyFunc</a:t>
            </a:r>
            <a:r>
              <a:rPr lang="en-US" sz="2400" dirty="0">
                <a:latin typeface="Consolas" panose="020B0609020204030204" pitchFamily="49" charset="0"/>
              </a:rPr>
              <a:t>&lt;&lt;&lt;10,threadsPerBlock&gt;&gt;&gt; (A,B,C);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MyFunc</a:t>
            </a:r>
            <a:r>
              <a:rPr lang="en-US" sz="2400" dirty="0">
                <a:latin typeface="Consolas" panose="020B0609020204030204" pitchFamily="49" charset="0"/>
              </a:rPr>
              <a:t>&lt;&lt;&lt;M3dblocksInGrid,1000&gt;&gt;&gt; (A,B,C);</a:t>
            </a:r>
          </a:p>
        </p:txBody>
      </p:sp>
    </p:spTree>
    <p:extLst>
      <p:ext uri="{BB962C8B-B14F-4D97-AF65-F5344CB8AC3E}">
        <p14:creationId xmlns:p14="http://schemas.microsoft.com/office/powerpoint/2010/main" val="1248858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7FC0-BE64-4DA1-9B03-2FA9BC20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Pre-declared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4478A-0D4A-4A85-9193-A19AEA1A1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407"/>
            <a:ext cx="10515600" cy="48907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Inside your GPU-running functions, there are some variables that are </a:t>
            </a:r>
            <a:r>
              <a:rPr lang="en-US" dirty="0">
                <a:highlight>
                  <a:srgbClr val="FFFF00"/>
                </a:highlight>
              </a:rPr>
              <a:t>predefined</a:t>
            </a:r>
            <a:r>
              <a:rPr lang="en-US" dirty="0"/>
              <a:t> for you.</a:t>
            </a:r>
          </a:p>
          <a:p>
            <a:pPr marL="0" indent="0">
              <a:buNone/>
            </a:pPr>
            <a:r>
              <a:rPr lang="en-US" dirty="0"/>
              <a:t>Because we are dealing with 3d, they are structures: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struct { int x; int y; int z;} // dim3!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dim3 </a:t>
            </a:r>
            <a:r>
              <a:rPr lang="en-US" dirty="0" err="1">
                <a:latin typeface="Consolas" panose="020B0609020204030204" pitchFamily="49" charset="0"/>
              </a:rPr>
              <a:t>threadIdx</a:t>
            </a:r>
            <a:r>
              <a:rPr lang="en-US" dirty="0"/>
              <a:t> is the location of the thread in the block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dim3 </a:t>
            </a:r>
            <a:r>
              <a:rPr lang="en-US" dirty="0" err="1">
                <a:latin typeface="Consolas" panose="020B0609020204030204" pitchFamily="49" charset="0"/>
              </a:rPr>
              <a:t>blockIdx</a:t>
            </a:r>
            <a:r>
              <a:rPr lang="en-US" dirty="0"/>
              <a:t> is the location of the block in the grid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dim3 </a:t>
            </a:r>
            <a:r>
              <a:rPr lang="en-US" dirty="0" err="1">
                <a:latin typeface="Consolas" panose="020B0609020204030204" pitchFamily="49" charset="0"/>
              </a:rPr>
              <a:t>gridDim</a:t>
            </a:r>
            <a:r>
              <a:rPr lang="en-US" dirty="0"/>
              <a:t> is the configured size of the grid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dim3 </a:t>
            </a:r>
            <a:r>
              <a:rPr lang="en-US" dirty="0" err="1">
                <a:latin typeface="Consolas" panose="020B0609020204030204" pitchFamily="49" charset="0"/>
              </a:rPr>
              <a:t>blockDim</a:t>
            </a:r>
            <a:r>
              <a:rPr lang="en-US" dirty="0"/>
              <a:t> is the configured size of the block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D54D5-366A-47CF-84AE-35262E24EE11}"/>
              </a:ext>
            </a:extLst>
          </p:cNvPr>
          <p:cNvSpPr txBox="1"/>
          <p:nvPr/>
        </p:nvSpPr>
        <p:spPr>
          <a:xfrm>
            <a:off x="8565159" y="5888531"/>
            <a:ext cx="3532505" cy="92333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dirty="0"/>
              <a:t>Remember:</a:t>
            </a:r>
          </a:p>
          <a:p>
            <a:pPr marL="0" indent="0">
              <a:buNone/>
            </a:pPr>
            <a:r>
              <a:rPr lang="en-US" dirty="0"/>
              <a:t>A grid is a 1/2/3d array of blocks.</a:t>
            </a:r>
          </a:p>
          <a:p>
            <a:pPr marL="0" indent="0">
              <a:buNone/>
            </a:pPr>
            <a:r>
              <a:rPr lang="en-US" dirty="0"/>
              <a:t>A block is a 1/2/3d array of threads.</a:t>
            </a:r>
          </a:p>
        </p:txBody>
      </p:sp>
    </p:spTree>
    <p:extLst>
      <p:ext uri="{BB962C8B-B14F-4D97-AF65-F5344CB8AC3E}">
        <p14:creationId xmlns:p14="http://schemas.microsoft.com/office/powerpoint/2010/main" val="4196460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8895-60CA-4BE1-A201-2C0EF566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add two vectors (arrays)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B88F8-B061-4DB3-8F90-A499C131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30" y="1861004"/>
            <a:ext cx="9383434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588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3713-B0BF-4FAC-86F9-40D2003AD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kernel code: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2A086-0D77-4157-9CFE-8D81E7196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340" y="1825625"/>
            <a:ext cx="111154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__global__ void </a:t>
            </a:r>
            <a:r>
              <a:rPr lang="en-US" sz="2400" dirty="0" err="1">
                <a:latin typeface="Consolas" panose="020B0609020204030204" pitchFamily="49" charset="0"/>
              </a:rPr>
              <a:t>addKernel</a:t>
            </a:r>
            <a:r>
              <a:rPr lang="en-US" sz="2400" dirty="0">
                <a:latin typeface="Consolas" panose="020B0609020204030204" pitchFamily="49" charset="0"/>
              </a:rPr>
              <a:t>(float *a, float *b, float *c, int n) {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int id = </a:t>
            </a:r>
            <a:r>
              <a:rPr lang="en-US" sz="2400" dirty="0" err="1">
                <a:latin typeface="Consolas" panose="020B0609020204030204" pitchFamily="49" charset="0"/>
              </a:rPr>
              <a:t>threadIdx.x</a:t>
            </a:r>
            <a:r>
              <a:rPr lang="en-US" sz="2400" dirty="0">
                <a:latin typeface="Consolas" panose="020B0609020204030204" pitchFamily="49" charset="0"/>
              </a:rPr>
              <a:t> + </a:t>
            </a:r>
            <a:r>
              <a:rPr lang="en-US" sz="2400" dirty="0" err="1">
                <a:latin typeface="Consolas" panose="020B0609020204030204" pitchFamily="49" charset="0"/>
              </a:rPr>
              <a:t>blockDim.x</a:t>
            </a:r>
            <a:r>
              <a:rPr lang="en-US" sz="2400" dirty="0">
                <a:latin typeface="Consolas" panose="020B0609020204030204" pitchFamily="49" charset="0"/>
              </a:rPr>
              <a:t> * </a:t>
            </a:r>
            <a:r>
              <a:rPr lang="en-US" sz="2400" dirty="0" err="1">
                <a:latin typeface="Consolas" panose="020B0609020204030204" pitchFamily="49" charset="0"/>
              </a:rPr>
              <a:t>blockIdx.x</a:t>
            </a:r>
            <a:r>
              <a:rPr lang="en-US" sz="24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if (id &lt; n) c[id] = a[id] + b[id];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Intended to be called as 1d blocks and a 1d grid.</a:t>
            </a:r>
          </a:p>
          <a:p>
            <a:pPr marL="0" indent="0">
              <a:buNone/>
            </a:pPr>
            <a:r>
              <a:rPr lang="en-US" dirty="0"/>
              <a:t>n is the number of elements in the arrays; why? </a:t>
            </a:r>
          </a:p>
          <a:p>
            <a:pPr marL="0" indent="0">
              <a:buNone/>
            </a:pPr>
            <a:r>
              <a:rPr lang="en-US" dirty="0"/>
              <a:t>What if the number of elements is not divisible by the grid/blocks?</a:t>
            </a:r>
          </a:p>
        </p:txBody>
      </p:sp>
    </p:spTree>
    <p:extLst>
      <p:ext uri="{BB962C8B-B14F-4D97-AF65-F5344CB8AC3E}">
        <p14:creationId xmlns:p14="http://schemas.microsoft.com/office/powerpoint/2010/main" val="3578017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62C0-4F6B-4EB5-912C-2F9B5A55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demystified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FAFE7-6E3C-4D15-8708-130C2FD13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we ran this with 100 blocks (1d) and 1000 threads/block (1d):</a:t>
            </a:r>
          </a:p>
          <a:p>
            <a:pPr marL="0" indent="0">
              <a:buNone/>
            </a:pPr>
            <a:r>
              <a:rPr lang="en-US" dirty="0"/>
              <a:t>&lt;&lt;&lt;100,1000&gt;&gt;&gt;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blockDim.x</a:t>
            </a:r>
            <a:r>
              <a:rPr lang="en-US" dirty="0"/>
              <a:t> = 1000 (constant)</a:t>
            </a:r>
          </a:p>
          <a:p>
            <a:pPr marL="0" indent="0">
              <a:buNone/>
            </a:pPr>
            <a:r>
              <a:rPr lang="en-US" dirty="0" err="1"/>
              <a:t>blockIdx.x</a:t>
            </a:r>
            <a:r>
              <a:rPr lang="en-US" dirty="0"/>
              <a:t> = which block we are running in right now (0-99)</a:t>
            </a:r>
          </a:p>
          <a:p>
            <a:pPr marL="0" indent="0">
              <a:buNone/>
            </a:pPr>
            <a:r>
              <a:rPr lang="en-US" dirty="0" err="1"/>
              <a:t>threadIdx.x</a:t>
            </a:r>
            <a:r>
              <a:rPr lang="en-US" dirty="0"/>
              <a:t> = which thread inside the block we are running in (0-999)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Our overall thread id is </a:t>
            </a:r>
            <a:r>
              <a:rPr lang="en-US" dirty="0" err="1"/>
              <a:t>blockIdx.x</a:t>
            </a:r>
            <a:r>
              <a:rPr lang="en-US" dirty="0"/>
              <a:t> * </a:t>
            </a:r>
            <a:r>
              <a:rPr lang="en-US" dirty="0" err="1"/>
              <a:t>blockDim.x</a:t>
            </a:r>
            <a:r>
              <a:rPr lang="en-US" dirty="0"/>
              <a:t> + </a:t>
            </a:r>
            <a:r>
              <a:rPr lang="en-US" dirty="0" err="1"/>
              <a:t>threadId.x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08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3EAE0-9AAC-456F-A3F8-37C3E45A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the Host (CPU)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BEE5C-FCE7-46CA-B59D-814DC7A63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have to allocate space on the GPU. This gives us a pointer (!) that we can use to write data to the GPU.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is a special version of malloc and </a:t>
            </a:r>
            <a:r>
              <a:rPr lang="en-US" dirty="0" err="1"/>
              <a:t>memcpy</a:t>
            </a:r>
            <a:r>
              <a:rPr lang="en-US" dirty="0"/>
              <a:t> for GPUs.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allocate space for all of the data, then copy the source data over. </a:t>
            </a:r>
          </a:p>
          <a:p>
            <a:pPr marL="0" indent="0">
              <a:buNone/>
            </a:pPr>
            <a:r>
              <a:rPr lang="en-US" dirty="0"/>
              <a:t>We “call” our __global__ function</a:t>
            </a:r>
          </a:p>
          <a:p>
            <a:pPr marL="0" indent="0">
              <a:buNone/>
            </a:pPr>
            <a:r>
              <a:rPr lang="en-US" dirty="0"/>
              <a:t>We copy our results back to main memory</a:t>
            </a:r>
          </a:p>
          <a:p>
            <a:pPr marL="0" indent="0">
              <a:buNone/>
            </a:pPr>
            <a:r>
              <a:rPr lang="en-US" dirty="0"/>
              <a:t>We free our </a:t>
            </a:r>
            <a:r>
              <a:rPr lang="en-US" dirty="0" err="1"/>
              <a:t>gpu</a:t>
            </a:r>
            <a:r>
              <a:rPr lang="en-US" dirty="0"/>
              <a:t> related memory</a:t>
            </a:r>
          </a:p>
        </p:txBody>
      </p:sp>
    </p:spTree>
    <p:extLst>
      <p:ext uri="{BB962C8B-B14F-4D97-AF65-F5344CB8AC3E}">
        <p14:creationId xmlns:p14="http://schemas.microsoft.com/office/powerpoint/2010/main" val="3637054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1350E-C5BB-4AD4-93A0-CFF7ED5CE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4992"/>
            <a:ext cx="10515600" cy="1325563"/>
          </a:xfrm>
        </p:spPr>
        <p:txBody>
          <a:bodyPr/>
          <a:lstStyle/>
          <a:p>
            <a:r>
              <a:rPr lang="en-US" dirty="0"/>
              <a:t>Calling CUDA (i.e. the host side)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94773-4763-4AE8-A1DB-CA5C04750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7622"/>
            <a:ext cx="10515600" cy="5960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#include &lt;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cuda.h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void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vecAdd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(float* A, float* B, float* C, int n)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 // assume that A,B,C are made and initialized elsewhere; normal C methodology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int size = n *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(float);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float *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*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*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cudaMalloc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((void **) &amp;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size);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cudaMemcpy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A, size,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cudaMemcpyHostToDevice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cudaMalloc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((void **) &amp;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size);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cudaMemcpy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B, size,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cudaMemcpyHostToDevice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cudaMalloc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((void **) &amp;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size);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// 256 threads/block, n/256 (round up) blocks needed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addKernel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&lt;&lt;&lt;ceil(n/256), 256&gt;&gt;&gt;(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n); 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cudaMemcpy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(C,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size,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cudaMemcpyDeviceToHost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cudaFree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cudaFree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gpu_B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cudaFree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gpu_C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041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E877F-3E4F-47AB-BE3E-E91BD9EC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Shouldn’t we check for errors?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AA65F-F0B7-4599-AFF8-8A9A07955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Yes, we should! Space on the presentation makes this hard…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Every CUDA function does this the same way!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cuda_Error_t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didItWork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cudaSomeFunction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cudaSuccess</a:t>
            </a:r>
            <a:r>
              <a:rPr lang="en-US" dirty="0"/>
              <a:t> is the value returned when a function worked.</a:t>
            </a:r>
          </a:p>
        </p:txBody>
      </p:sp>
    </p:spTree>
    <p:extLst>
      <p:ext uri="{BB962C8B-B14F-4D97-AF65-F5344CB8AC3E}">
        <p14:creationId xmlns:p14="http://schemas.microsoft.com/office/powerpoint/2010/main" val="1013119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88855-7D1F-442A-9428-055FD4F7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performance note…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943B0-1639-4271-B36F-064D61234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Remember that all of the code is running the same program counter.</a:t>
            </a:r>
          </a:p>
          <a:p>
            <a:pPr marL="0" indent="0">
              <a:buNone/>
            </a:pPr>
            <a:r>
              <a:rPr lang="en-US" dirty="0"/>
              <a:t>What happens when you have 2 threads, one where id &lt; n and one where id &gt; 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core that shouldn’t do the calculation pauses, waiting for the other cores in the warp to catch up.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Avoiding this is key to good GPU performance. Here, we don’t care, since the id&gt;n cores have no work to do anyway.</a:t>
            </a:r>
          </a:p>
        </p:txBody>
      </p:sp>
    </p:spTree>
    <p:extLst>
      <p:ext uri="{BB962C8B-B14F-4D97-AF65-F5344CB8AC3E}">
        <p14:creationId xmlns:p14="http://schemas.microsoft.com/office/powerpoint/2010/main" val="1956526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B19B-AF2E-48CC-9A05-5D03D16B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note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5AF63-2212-4593-A1CD-2BDB572D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Consider, though: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if (id%2)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 c[id] = a[id] + b[id];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 c[id] = a[id] - b[id];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How will this perform?</a:t>
            </a:r>
          </a:p>
        </p:txBody>
      </p:sp>
    </p:spTree>
    <p:extLst>
      <p:ext uri="{BB962C8B-B14F-4D97-AF65-F5344CB8AC3E}">
        <p14:creationId xmlns:p14="http://schemas.microsoft.com/office/powerpoint/2010/main" val="4249120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72DB2-D519-45DE-9973-8977E2E7C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make it better?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7C4DA-2EF0-4EF1-98B9-3931C4E95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factor = id%2 ? 1 : -1 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c[id] = a[id] + factor * b[id];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 = id % 2 ? b[id] * 1 : b[id] * -1;</a:t>
            </a:r>
          </a:p>
          <a:p>
            <a:pPr marL="0" indent="0">
              <a:buNone/>
            </a:pPr>
            <a:r>
              <a:rPr lang="en-US" dirty="0"/>
              <a:t>c[id] = a[id] + b;</a:t>
            </a:r>
          </a:p>
        </p:txBody>
      </p:sp>
    </p:spTree>
    <p:extLst>
      <p:ext uri="{BB962C8B-B14F-4D97-AF65-F5344CB8AC3E}">
        <p14:creationId xmlns:p14="http://schemas.microsoft.com/office/powerpoint/2010/main" val="2127877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529A-0FC9-406F-AA7E-4577995ED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20F0-D587-417D-9C66-2763997B8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 far, we have been considering kernels as if every data item was independent of every other data item.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if they aren’t? For example – we want to perform </a:t>
            </a:r>
            <a:r>
              <a:rPr lang="en-US" dirty="0" err="1"/>
              <a:t>vectorAdd</a:t>
            </a:r>
            <a:r>
              <a:rPr lang="en-US" dirty="0"/>
              <a:t>. Then we want to make each result the average of itself and the vector value to the left and right (id of -1 and +1).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can we ensure that all of the results are finished before we start averaging?</a:t>
            </a:r>
          </a:p>
        </p:txBody>
      </p:sp>
    </p:spTree>
    <p:extLst>
      <p:ext uri="{BB962C8B-B14F-4D97-AF65-F5344CB8AC3E}">
        <p14:creationId xmlns:p14="http://schemas.microsoft.com/office/powerpoint/2010/main" val="3281873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C84E-D42E-4336-A992-DD274988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3A2C8-68F6-4713-AFC8-E7975EF23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CUDA provides a convenient function that we can call from the GPU: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__</a:t>
            </a:r>
            <a:r>
              <a:rPr lang="en-US" dirty="0" err="1">
                <a:latin typeface="Consolas" panose="020B0609020204030204" pitchFamily="49" charset="0"/>
              </a:rPr>
              <a:t>syncthreads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will wait until all threads in the block have computed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3299024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C508-C486-4CB8-B00D-62416E8F9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synchronization?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8F3F8-89A8-4911-B3BA-ED1B6083C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Wasn’t the whole point that every thread has the same program counter?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Yes, but remember that our block could have more threads than our GPU has cores.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Synchronization makes sure that every thread in the block has run.</a:t>
            </a:r>
          </a:p>
        </p:txBody>
      </p:sp>
    </p:spTree>
    <p:extLst>
      <p:ext uri="{BB962C8B-B14F-4D97-AF65-F5344CB8AC3E}">
        <p14:creationId xmlns:p14="http://schemas.microsoft.com/office/powerpoint/2010/main" val="3823754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3713-B0BF-4FAC-86F9-40D2003AD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kernel code: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2A086-0D77-4157-9CFE-8D81E7196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50" y="1825625"/>
            <a:ext cx="114258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__global__ void </a:t>
            </a:r>
            <a:r>
              <a:rPr lang="en-US" sz="2400" dirty="0" err="1">
                <a:latin typeface="Consolas" panose="020B0609020204030204" pitchFamily="49" charset="0"/>
              </a:rPr>
              <a:t>blurKernel</a:t>
            </a:r>
            <a:r>
              <a:rPr lang="en-US" sz="2400" dirty="0">
                <a:latin typeface="Consolas" panose="020B0609020204030204" pitchFamily="49" charset="0"/>
              </a:rPr>
              <a:t>(float *a, float *b, float *c, int n) {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int id = </a:t>
            </a:r>
            <a:r>
              <a:rPr lang="en-US" sz="2400" dirty="0" err="1">
                <a:latin typeface="Consolas" panose="020B0609020204030204" pitchFamily="49" charset="0"/>
              </a:rPr>
              <a:t>threadIdx.x</a:t>
            </a:r>
            <a:r>
              <a:rPr lang="en-US" sz="2400" dirty="0">
                <a:latin typeface="Consolas" panose="020B0609020204030204" pitchFamily="49" charset="0"/>
              </a:rPr>
              <a:t> + </a:t>
            </a:r>
            <a:r>
              <a:rPr lang="en-US" sz="2400" dirty="0" err="1">
                <a:latin typeface="Consolas" panose="020B0609020204030204" pitchFamily="49" charset="0"/>
              </a:rPr>
              <a:t>blockDim.x</a:t>
            </a:r>
            <a:r>
              <a:rPr lang="en-US" sz="2400" dirty="0">
                <a:latin typeface="Consolas" panose="020B0609020204030204" pitchFamily="49" charset="0"/>
              </a:rPr>
              <a:t> * </a:t>
            </a:r>
            <a:r>
              <a:rPr lang="en-US" sz="2400" dirty="0" err="1">
                <a:latin typeface="Consolas" panose="020B0609020204030204" pitchFamily="49" charset="0"/>
              </a:rPr>
              <a:t>blockIdx.x</a:t>
            </a:r>
            <a:r>
              <a:rPr lang="en-US" sz="24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if (id &lt; n) c[id] = a[id] + b[id];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__</a:t>
            </a:r>
            <a:r>
              <a:rPr lang="en-US" sz="2400" dirty="0" err="1">
                <a:latin typeface="Consolas" panose="020B0609020204030204" pitchFamily="49" charset="0"/>
              </a:rPr>
              <a:t>syncthreads</a:t>
            </a:r>
            <a:r>
              <a:rPr lang="en-US" sz="2400" dirty="0">
                <a:latin typeface="Consolas" panose="020B0609020204030204" pitchFamily="49" charset="0"/>
              </a:rPr>
              <a:t>(); // c is calculated for this whole block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 if (id &lt; n) temp = c[id] + c[id+1] + c[id-1];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__</a:t>
            </a:r>
            <a:r>
              <a:rPr lang="en-US" sz="2400" dirty="0" err="1">
                <a:latin typeface="Consolas" panose="020B0609020204030204" pitchFamily="49" charset="0"/>
              </a:rPr>
              <a:t>syncthreads</a:t>
            </a:r>
            <a:r>
              <a:rPr lang="en-US" sz="2400" dirty="0">
                <a:latin typeface="Consolas" panose="020B0609020204030204" pitchFamily="49" charset="0"/>
              </a:rPr>
              <a:t>(); // temp is calculated for this whole block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 if (id &lt; n) c[id] = temp/3; // now it’s safe to change c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F9E79-C2CC-49DD-B236-9DC3403BE9F2}"/>
              </a:ext>
            </a:extLst>
          </p:cNvPr>
          <p:cNvSpPr txBox="1"/>
          <p:nvPr/>
        </p:nvSpPr>
        <p:spPr>
          <a:xfrm>
            <a:off x="1795244" y="6115574"/>
            <a:ext cx="751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Note that we aren’t checking id+1/id-1 for safety…</a:t>
            </a:r>
          </a:p>
        </p:txBody>
      </p:sp>
    </p:spTree>
    <p:extLst>
      <p:ext uri="{BB962C8B-B14F-4D97-AF65-F5344CB8AC3E}">
        <p14:creationId xmlns:p14="http://schemas.microsoft.com/office/powerpoint/2010/main" val="4065995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0E8B-C046-4215-BAAF-F6A0B8D0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a bit more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91710-4C2E-405F-AB5D-78240065E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 far, our examples have been doing only the smallest amount of work – adding or averaging. This is a waste of GPU time – the time to transfer the data and read it back is greater than the gain from parallelism.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Let’s try something more complex – matrix multiplication.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One thing to note, here, is that we will not constrain ourselves to a[id] and b[id] when we consider c[id].</a:t>
            </a:r>
          </a:p>
        </p:txBody>
      </p:sp>
    </p:spTree>
    <p:extLst>
      <p:ext uri="{BB962C8B-B14F-4D97-AF65-F5344CB8AC3E}">
        <p14:creationId xmlns:p14="http://schemas.microsoft.com/office/powerpoint/2010/main" val="616764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0791-9B5D-46B6-8A1C-B0F980CB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Multiply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8AC95-5FC4-434B-9523-21C0B9AC7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725" y="1825624"/>
            <a:ext cx="11912367" cy="48771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__global__ void </a:t>
            </a:r>
            <a:r>
              <a:rPr lang="en-US" sz="2400" dirty="0" err="1">
                <a:latin typeface="Consolas" panose="020B0609020204030204" pitchFamily="49" charset="0"/>
              </a:rPr>
              <a:t>MatrixMult</a:t>
            </a:r>
            <a:r>
              <a:rPr lang="en-US" sz="2400" dirty="0">
                <a:latin typeface="Consolas" panose="020B0609020204030204" pitchFamily="49" charset="0"/>
              </a:rPr>
              <a:t> (float *a, float *b, float *c, int size) {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int row = </a:t>
            </a:r>
            <a:r>
              <a:rPr lang="en-US" sz="2400" dirty="0" err="1">
                <a:latin typeface="Consolas" panose="020B0609020204030204" pitchFamily="49" charset="0"/>
              </a:rPr>
              <a:t>blockIdx.y</a:t>
            </a:r>
            <a:r>
              <a:rPr lang="en-US" sz="2400" dirty="0">
                <a:latin typeface="Consolas" panose="020B0609020204030204" pitchFamily="49" charset="0"/>
              </a:rPr>
              <a:t> * </a:t>
            </a:r>
            <a:r>
              <a:rPr lang="en-US" sz="2400" dirty="0" err="1">
                <a:latin typeface="Consolas" panose="020B0609020204030204" pitchFamily="49" charset="0"/>
              </a:rPr>
              <a:t>blockDim.y</a:t>
            </a:r>
            <a:r>
              <a:rPr lang="en-US" sz="2400" dirty="0">
                <a:latin typeface="Consolas" panose="020B0609020204030204" pitchFamily="49" charset="0"/>
              </a:rPr>
              <a:t> + </a:t>
            </a:r>
            <a:r>
              <a:rPr lang="en-US" sz="2400" dirty="0" err="1">
                <a:latin typeface="Consolas" panose="020B0609020204030204" pitchFamily="49" charset="0"/>
              </a:rPr>
              <a:t>threadIdx.y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int col = </a:t>
            </a:r>
            <a:r>
              <a:rPr lang="en-US" sz="2400" dirty="0" err="1">
                <a:latin typeface="Consolas" panose="020B0609020204030204" pitchFamily="49" charset="0"/>
              </a:rPr>
              <a:t>blockIdx.x</a:t>
            </a:r>
            <a:r>
              <a:rPr lang="en-US" sz="2400" dirty="0">
                <a:latin typeface="Consolas" panose="020B0609020204030204" pitchFamily="49" charset="0"/>
              </a:rPr>
              <a:t> * </a:t>
            </a:r>
            <a:r>
              <a:rPr lang="en-US" sz="2400" dirty="0" err="1">
                <a:latin typeface="Consolas" panose="020B0609020204030204" pitchFamily="49" charset="0"/>
              </a:rPr>
              <a:t>blockDim.x</a:t>
            </a:r>
            <a:r>
              <a:rPr lang="en-US" sz="2400" dirty="0">
                <a:latin typeface="Consolas" panose="020B0609020204030204" pitchFamily="49" charset="0"/>
              </a:rPr>
              <a:t> + </a:t>
            </a:r>
            <a:r>
              <a:rPr lang="en-US" sz="2400" dirty="0" err="1">
                <a:latin typeface="Consolas" panose="020B0609020204030204" pitchFamily="49" charset="0"/>
              </a:rPr>
              <a:t>threadIdx.x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if ((row&lt;size) &amp;&amp; (col &lt; size)) { // stay in bounds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	float result = 0.0;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	for (int i=0;i&lt;</a:t>
            </a:r>
            <a:r>
              <a:rPr lang="en-US" sz="2400" dirty="0" err="1">
                <a:latin typeface="Consolas" panose="020B0609020204030204" pitchFamily="49" charset="0"/>
              </a:rPr>
              <a:t>size;i</a:t>
            </a:r>
            <a:r>
              <a:rPr lang="en-US" sz="2400" dirty="0">
                <a:latin typeface="Consolas" panose="020B0609020204030204" pitchFamily="49" charset="0"/>
              </a:rPr>
              <a:t>++)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		result += a[row*</a:t>
            </a:r>
            <a:r>
              <a:rPr lang="en-US" sz="2400" dirty="0" err="1">
                <a:latin typeface="Consolas" panose="020B0609020204030204" pitchFamily="49" charset="0"/>
              </a:rPr>
              <a:t>size+i</a:t>
            </a:r>
            <a:r>
              <a:rPr lang="en-US" sz="2400" dirty="0">
                <a:latin typeface="Consolas" panose="020B0609020204030204" pitchFamily="49" charset="0"/>
              </a:rPr>
              <a:t>] * b[i*size + col];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	c[row*</a:t>
            </a:r>
            <a:r>
              <a:rPr lang="en-US" sz="2400" dirty="0" err="1">
                <a:latin typeface="Consolas" panose="020B0609020204030204" pitchFamily="49" charset="0"/>
              </a:rPr>
              <a:t>size+col</a:t>
            </a:r>
            <a:r>
              <a:rPr lang="en-US" sz="2400" dirty="0">
                <a:latin typeface="Consolas" panose="020B0609020204030204" pitchFamily="49" charset="0"/>
              </a:rPr>
              <a:t>] = result;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}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2938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AA1FD-7882-4F8B-8CE4-20BB541C2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A9E60-816C-4BC7-8210-501AAC5CD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previously stated, you can’t call CPU functions from the GPU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However, there are many math functions that are pre-defined for you.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include most of the “</a:t>
            </a:r>
            <a:r>
              <a:rPr lang="en-US" dirty="0" err="1"/>
              <a:t>libm</a:t>
            </a:r>
            <a:r>
              <a:rPr lang="en-US" dirty="0"/>
              <a:t>” math functions – trigonometric functions, square root, hypotenuse, truncation, rounding and more.</a:t>
            </a:r>
          </a:p>
        </p:txBody>
      </p:sp>
    </p:spTree>
    <p:extLst>
      <p:ext uri="{BB962C8B-B14F-4D97-AF65-F5344CB8AC3E}">
        <p14:creationId xmlns:p14="http://schemas.microsoft.com/office/powerpoint/2010/main" val="3340036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3BD1A-25C0-446E-B989-C0444BECE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out what capability is available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5350E-A372-46E1-9E70-72D7B1F47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83" y="1825625"/>
            <a:ext cx="11610363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cudaGetDeviceCount</a:t>
            </a:r>
            <a:r>
              <a:rPr lang="en-US" dirty="0">
                <a:latin typeface="Consolas" panose="020B0609020204030204" pitchFamily="49" charset="0"/>
              </a:rPr>
              <a:t>(int *</a:t>
            </a:r>
            <a:r>
              <a:rPr lang="en-US" dirty="0" err="1">
                <a:latin typeface="Consolas" panose="020B0609020204030204" pitchFamily="49" charset="0"/>
              </a:rPr>
              <a:t>devCount</a:t>
            </a:r>
            <a:r>
              <a:rPr lang="en-US" dirty="0">
                <a:latin typeface="Consolas" panose="020B0609020204030204" pitchFamily="49" charset="0"/>
              </a:rPr>
              <a:t>); </a:t>
            </a:r>
          </a:p>
          <a:p>
            <a:pPr marL="0" indent="0">
              <a:buNone/>
            </a:pPr>
            <a:r>
              <a:rPr lang="en-US" dirty="0"/>
              <a:t>	-- Returns the number of CUDA capable devices</a:t>
            </a:r>
          </a:p>
          <a:p>
            <a:pPr marL="0" indent="0">
              <a:buNone/>
            </a:pPr>
            <a:r>
              <a:rPr lang="en-US" dirty="0"/>
              <a:t>Useful for deciding not to run (count == 0) or looping over all devices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cudaSetDevice</a:t>
            </a:r>
            <a:r>
              <a:rPr lang="en-US" dirty="0">
                <a:latin typeface="Consolas" panose="020B0609020204030204" pitchFamily="49" charset="0"/>
              </a:rPr>
              <a:t> (int device);</a:t>
            </a:r>
          </a:p>
          <a:p>
            <a:pPr marL="0" indent="0">
              <a:buNone/>
            </a:pPr>
            <a:r>
              <a:rPr lang="en-US" dirty="0"/>
              <a:t>	-- chooses which CUDA device to run code 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cudaGetDeviceProperties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cudaDeviceProp</a:t>
            </a:r>
            <a:r>
              <a:rPr lang="en-US" dirty="0">
                <a:latin typeface="Consolas" panose="020B0609020204030204" pitchFamily="49" charset="0"/>
              </a:rPr>
              <a:t> *prop, int </a:t>
            </a:r>
            <a:r>
              <a:rPr lang="en-US" dirty="0" err="1">
                <a:latin typeface="Consolas" panose="020B0609020204030204" pitchFamily="49" charset="0"/>
              </a:rPr>
              <a:t>deviceNum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/>
              <a:t>	-- Populates a structure of info about device #deviceNum</a:t>
            </a:r>
          </a:p>
          <a:p>
            <a:pPr marL="0" indent="0">
              <a:buNone/>
            </a:pPr>
            <a:r>
              <a:rPr lang="en-US" dirty="0"/>
              <a:t>Useful for getting functional limits on the device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872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0770-7B69-4984-A8C6-5DFA7986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cudaDeviceProp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BC995-067D-4602-A79B-FC7633648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maxThreadsPerBlock</a:t>
            </a:r>
            <a:r>
              <a:rPr lang="en-US" dirty="0"/>
              <a:t> – we have been using 1024, but that can vary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maxThreadsDim</a:t>
            </a:r>
            <a:r>
              <a:rPr lang="en-US" dirty="0"/>
              <a:t>[3] – maximum dimensions for threads in a block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maxGridSize</a:t>
            </a:r>
            <a:r>
              <a:rPr lang="en-US" dirty="0"/>
              <a:t>[3] – maximum dimensions for blocks in a grid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char name[256] – a string identifying the device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much, much more…</a:t>
            </a:r>
          </a:p>
        </p:txBody>
      </p:sp>
    </p:spTree>
    <p:extLst>
      <p:ext uri="{BB962C8B-B14F-4D97-AF65-F5344CB8AC3E}">
        <p14:creationId xmlns:p14="http://schemas.microsoft.com/office/powerpoint/2010/main" val="1601408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1DFD-858B-46CC-892E-3B8E1BC7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6B50-2EAD-4CDF-B5CB-129C2E0D9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CUDA is an API to access massively parallel hardware.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Code is written in C/C++. A special compiler handles communication with the device.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workflow is: copy data to device, “call functions” on the device, then copy the results back.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Understanding the architecture is critical for working effectively.</a:t>
            </a:r>
          </a:p>
        </p:txBody>
      </p:sp>
    </p:spTree>
    <p:extLst>
      <p:ext uri="{BB962C8B-B14F-4D97-AF65-F5344CB8AC3E}">
        <p14:creationId xmlns:p14="http://schemas.microsoft.com/office/powerpoint/2010/main" val="2462270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2935</TotalTime>
  <Words>2254</Words>
  <Application>Microsoft Office PowerPoint</Application>
  <PresentationFormat>Widescreen</PresentationFormat>
  <Paragraphs>243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Office Theme</vt:lpstr>
      <vt:lpstr>CUDA </vt:lpstr>
      <vt:lpstr>How can we write code for GPUs?</vt:lpstr>
      <vt:lpstr>PowerPoint Presentation</vt:lpstr>
      <vt:lpstr>PowerPoint Presentation</vt:lpstr>
      <vt:lpstr>PowerPoint Presentation</vt:lpstr>
      <vt:lpstr>What can I do in the kernels?</vt:lpstr>
      <vt:lpstr>Function Declarations (in CUDA)</vt:lpstr>
      <vt:lpstr>Mapping the problem</vt:lpstr>
      <vt:lpstr>Grids, blocks and threads</vt:lpstr>
      <vt:lpstr>PowerPoint Presentation</vt:lpstr>
      <vt:lpstr>Defining the thread/block structure</vt:lpstr>
      <vt:lpstr>thread/block examples</vt:lpstr>
      <vt:lpstr>Pre-declared variables</vt:lpstr>
      <vt:lpstr>Example – add two vectors (arrays)</vt:lpstr>
      <vt:lpstr>Example kernel code:</vt:lpstr>
      <vt:lpstr>Example demystified</vt:lpstr>
      <vt:lpstr>On the Host (CPU) side</vt:lpstr>
      <vt:lpstr>Calling CUDA (i.e. the host side)</vt:lpstr>
      <vt:lpstr>Shouldn’t we check for errors?</vt:lpstr>
      <vt:lpstr>A performance note…</vt:lpstr>
      <vt:lpstr>Performance note continued</vt:lpstr>
      <vt:lpstr>How can we make it better?</vt:lpstr>
      <vt:lpstr>Blur </vt:lpstr>
      <vt:lpstr>Synchronization</vt:lpstr>
      <vt:lpstr>Why do we need synchronization?</vt:lpstr>
      <vt:lpstr>Example kernel code:</vt:lpstr>
      <vt:lpstr>Something a bit more complex</vt:lpstr>
      <vt:lpstr>Matrix Multiply Kernel</vt:lpstr>
      <vt:lpstr>Math Functions</vt:lpstr>
      <vt:lpstr>Finding out what capability is available</vt:lpstr>
      <vt:lpstr>cudaDeviceProp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Phipps, Michael</dc:creator>
  <cp:lastModifiedBy>Phipps, Michael</cp:lastModifiedBy>
  <cp:revision>1</cp:revision>
  <dcterms:created xsi:type="dcterms:W3CDTF">2021-11-23T19:09:35Z</dcterms:created>
  <dcterms:modified xsi:type="dcterms:W3CDTF">2021-11-25T20:05:30Z</dcterms:modified>
</cp:coreProperties>
</file>